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76" r:id="rId2"/>
    <p:sldId id="4122" r:id="rId3"/>
    <p:sldId id="277" r:id="rId4"/>
    <p:sldId id="4767" r:id="rId5"/>
    <p:sldId id="4813" r:id="rId6"/>
    <p:sldId id="4768" r:id="rId7"/>
    <p:sldId id="4804" r:id="rId8"/>
    <p:sldId id="4805" r:id="rId9"/>
    <p:sldId id="282" r:id="rId10"/>
    <p:sldId id="280" r:id="rId11"/>
    <p:sldId id="4711" r:id="rId12"/>
  </p:sldIdLst>
  <p:sldSz cx="12188825" cy="6858000"/>
  <p:notesSz cx="6858000" cy="9144000"/>
  <p:defaultTextStyle>
    <a:defPPr>
      <a:defRPr lang="en-US"/>
    </a:defPPr>
    <a:lvl1pPr marL="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E8E8"/>
    <a:srgbClr val="074D92"/>
    <a:srgbClr val="E0E0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240" autoAdjust="0"/>
    <p:restoredTop sz="95250" autoAdjust="0"/>
  </p:normalViewPr>
  <p:slideViewPr>
    <p:cSldViewPr>
      <p:cViewPr varScale="1">
        <p:scale>
          <a:sx n="97" d="100"/>
          <a:sy n="97" d="100"/>
        </p:scale>
        <p:origin x="828" y="436"/>
      </p:cViewPr>
      <p:guideLst>
        <p:guide orient="horz" pos="2160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0.4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0 116 24575,'16'40'0,"1"10"0,-9-23 0,13 28 0,-20-54 0,-1 0 0,0 0 0,1 0 0,0 0 0,-1 0 0,1 0 0,0 0 0,-1 0 0,1 0 0,0 0 0,0 0 0,0 0 0,0-1 0,0 1 0,0 0 0,0-1 0,0 1 0,1 0 0,-1-1 0,0 0 0,0 0 0,0 0 0,0 0 0,-1 0 0,1 0 0,0 0 0,0-1 0,0 1 0,-1 0 0,1 0 0,0-1 0,0 1 0,-1-1 0,1 1 0,0 0 0,-1-1 0,1 1 0,0-1 0,0-1 0,5-4 0,-1-1 0,0 0 0,-1 0 0,6-12 0,0 2 0,42-69 0,17-26 0,-66 107 0,0 1 0,1 0 0,-1 1 0,1-1 0,-1 1 0,1-1 0,5-2 0,-9 6 0,1-1 0,0 1 0,0-1 0,-1 1 0,1 0 0,0 0 0,0-1 0,-1 1 0,1 0 0,0 0 0,0 0 0,0 0 0,0 0 0,-1 0 0,1 0 0,0 0 0,0 0 0,0 0 0,1 1 0,-1 0 0,0 0 0,0-1 0,0 1 0,0 0 0,0 0 0,0 0 0,0 0 0,0 0 0,0 0 0,-1 0 0,1 1 0,-1-1 0,1 0 0,0 0 0,-1 1 0,1 1 0,8 31 42,7 49 1,-8-38-1493,-2-12-5376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4.0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93 239 24575,'1'0'0,"0"1"0,0-1 0,0 0 0,-1 1 0,1-1 0,0 1 0,0-1 0,-1 1 0,1-1 0,0 1 0,-1 0 0,1-1 0,0 1 0,-1 0 0,1-1 0,-1 1 0,1 0 0,-1 0 0,0 0 0,1-1 0,-1 1 0,0 0 0,1 0 0,-1 0 0,0 0 0,0 0 0,0 0 0,0 1 0,3 30 0,-2-28 0,-1 17 0,-1 0 0,-1 0 0,-7 34 0,-21 64 0,16-69 0,4-13 0,-23 96 0,28-107 0,2 0 0,0 0 0,1 30 0,2-51 0,1 0 0,-1-1 0,1 1 0,0-1 0,0 1 0,0-1 0,1 0 0,-1 1 0,1-1 0,0 0 0,1 0 0,-1 0 0,1 0 0,-1 0 0,1-1 0,0 1 0,0-1 0,1 0 0,-1 0 0,1 0 0,0 0 0,-1 0 0,1-1 0,0 0 0,1 0 0,-1 0 0,0 0 0,7 1 0,10 2 0,0 0 0,1-2 0,0 0 0,37-1 0,-58-2 0,544-13 0,-2-34 0,-477 40 0,9 0 0,91-19 0,-162 25 0,-1 0 0,1 0 0,-1 0 0,0 0 0,1-1 0,-1 1 0,0-1 0,5-3 0,-7 4 0,0 0 0,-1 0 0,1 1 0,0-1 0,-1 0 0,0 0 0,1 0 0,-1 0 0,1 0 0,-1 0 0,0 0 0,0 0 0,1 0 0,-1 0 0,0 1 0,0-1 0,0 0 0,0 0 0,0 0 0,0 0 0,-1 0 0,1 0 0,0 0 0,0 0 0,-1 0 0,1 0 0,0 0 0,-1 0 0,1 0 0,-1 0 0,1 1 0,-1-1 0,0 0 0,0-1 0,-11-15 0,5 8 0,1 1 0,0-1 0,1 0 0,-1-1 0,2 1 0,0-1 0,0 0 0,1 0 0,0 0 0,-2-12 0,2-24 0,3-65 0,2 74 0,-1 0 0,-3 0 0,-8-56 0,7 82 0,1 0 0,-2 0 0,1 1 0,-1-1 0,-1 1 0,0 0 0,0 0 0,-1 0 0,-1 1 0,1 0 0,-1 0 0,-1 1 0,0 0 0,0 0 0,0 1 0,-11-7 0,-1 2 0,0 0 0,-1 1 0,-1 1 0,0 1 0,0 2 0,-36-9 0,-143-16 0,169 28 0,-581-50 0,300 29 0,247 20 0,38 3 0,22 2 0,7 0 0,9 3-24,0 0 0,-1 0 0,1 1 0,-1 0 0,0 1 0,0 0 0,-1 0 0,11 9 0,0-1-1125,-7-6-5677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4.4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24575,'1'8'0,"0"0"0,1 0 0,1 0 0,-1 0 0,1-1 0,0 1 0,5 7 0,0 2 0,15 29 0,2 0 0,39 52 0,7 12 0,-59-88 0,-10-17 0,0 0 0,1 0 0,0-1 0,0 1 0,7 7 0,-8-10 0,0-1 0,-1 1 0,1-1 0,1 0 0,-1 1 0,0-1 0,0 0 0,0-1 0,0 1 0,1 0 0,-1 0 0,0-1 0,1 0 0,-1 1 0,0-1 0,1 0 0,3 0 0,11-3 0,0 0 0,-1-1 0,0-1 0,0 0 0,29-14 0,-5 3 0,78-30 0,344-137 0,-452 178-273,0 0 0,0 0 0,0-2 0,10-7 0,-12 8-6553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0:58.9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3038 124 24575,'0'-3'0,"0"1"0,0-1 0,0 0 0,-1 0 0,1 0 0,-1 0 0,0 0 0,0 0 0,0 1 0,0-1 0,-1 0 0,1 1 0,-1-1 0,-2-3 0,3 5 0,0 0 0,-1 0 0,1 0 0,0 0 0,0 0 0,0 1 0,-1-1 0,1 0 0,-1 1 0,1-1 0,0 1 0,-1-1 0,1 1 0,-1 0 0,1 0 0,-1 0 0,1 0 0,-1 0 0,1 0 0,-1 0 0,1 0 0,0 0 0,-1 1 0,1-1 0,-1 0 0,1 1 0,0-1 0,-1 1 0,1 0 0,-2 0 0,-185 113 0,47-26 0,-110 53-118,-119 70-274,14 27 157,230-137 23,4 5 0,-178 202-1,167-148-105,-181 285 0,227-296 224,6 4-1,8 2 1,-60 184-1,-109 506-308,233-808 377,-29 132 810,32-134-186,2-1 1,-1 68-1,6-95-588,0 1 1,1-1-1,-1 1 1,1-1-1,1 0 1,-1 0-1,1 0 0,0 0 1,1 0-1,0-1 1,0 1-1,0-1 1,1 0-1,0 0 0,0-1 1,0 1-1,1-1 1,0 0-1,0-1 1,13 8-1,-10-7-8,0 0 0,0 0-1,1-1 1,0-1 0,0 1 0,0-2 0,0 1 0,0-1-1,0-1 1,1 0 0,-1 0 0,0-1 0,1-1-1,17-2 1,2-5-2,52-21 0,-56 19 0,1 0 0,46-9 0,5 10 0,0 3 0,108 6 0,-86 2 0,1211 0-588,-1307-2 605,10-1 51,-1 1 0,1 1-1,-1 0 1,0 1-1,1 0 1,21 7-1,-35-9-63,1 1 0,-1-1-1,1 0 1,-1 0 0,0 1-1,1-1 1,-1 0 0,1 0-1,-1 0 1,1 0 0,-1 0-1,1 0 1,-1 0 0,1 0-1,-1 0 1,1 0 0,-1 0 0,1 0-1,-1 0 1,1 0 0,-1 0-1,1-1 1,-2-8 30,-18-22-45,10 18 1,-4-12 10,0-1 0,2-1 0,1 0 0,1-1 0,2 0 0,0 0 0,2-1 0,1 1 0,-1-57 0,6 54 0,1-1 0,2 1 0,0 0 0,2 0 0,2 0 0,1 1 0,1 0 0,1 1 0,16-28 0,4 3 0,2 3 0,3 0 0,2 3 0,1 1 0,3 1 0,2 3 0,2 2 0,1 1 0,2 3 0,2 2 0,1 2 0,63-29 0,-57 37 0,0 2 0,1 3 0,1 2 0,0 3 0,2 3 0,-1 2 0,1 4 0,1 1 0,-1 4 0,68 7 0,-99-3 0,1 2 0,-1 1 0,0 1 0,-1 2 0,53 22 0,-64-22 0,1 2 0,-2 0 0,1 1 0,-2 0 0,1 2 0,-2 0 0,0 1 0,-1 1 0,18 22 0,-5 2 0,-2 1 0,-2 2 0,36 86 0,34 147 0,-78-226 0,38 141 0,-45-152 0,-2 1 0,4 76 0,-11-101 0,-1-1 0,0 0 0,-1 1 0,-1-1 0,0 0 0,-1 0 0,-1-1 0,-6 15 0,7-19 0,-1 0 0,0 1 0,-1-2 0,0 1 0,0-1 0,-1 0 0,0 0 0,0 0 0,-1-1 0,1 0 0,-17 9 0,24-15 0,-1-1 0,1 1 0,-1-1 0,1 1 0,-1-1 0,1 0 0,-1 1 0,1-1 0,-1 0 0,0 1 0,1-1 0,-1 0 0,0 0 0,1 0 0,-1 1 0,0-1 0,1 0 0,-1 0 0,0 0 0,1 0 0,-1 0 0,0 0 0,1-1 0,-1 1 0,0 0 0,1 0 0,-1 0 0,1-1 0,-1 1 0,0 0 0,1 0 0,-1-1 0,1 1 0,-1-1 0,1 1 0,-1 0 0,1-1 0,-1 1 0,1-1 0,-1 1 0,1-1 0,0 0 0,-1 1 0,1-1 0,0 1 0,-1-1 0,1 0 0,0 1 0,0-1 0,0 0 0,-1 1 0,1-1 0,0 0 0,0 1 0,0-1 0,0 0 0,0 1 0,0-1 0,1-1 0,-1-2 0,0-1 0,0 1 0,1-1 0,0 1 0,0-1 0,0 1 0,3-7 0,-1 5 0,1 0 0,-1 1 0,1 0 0,1 0 0,-1 0 0,1 0 0,0 0 0,0 1 0,0 0 0,0 0 0,1 1 0,0-1 0,-1 1 0,1 1 0,1-1 0,10-3 0,9 0 0,0 0 0,50-3 0,-45 6 0,578-15 0,-445 19 0,88 0-67,933-15-690,-1173 13 757,13 1 0,1-2 0,32-7 0,-57 9 7,0 0 0,-1 0 0,1 0 0,0 0 0,-1 0-1,1 0 1,0 0 0,-1-1 0,1 1 0,-1 0 0,1 0 0,0 0 0,-1-1 0,1 1 0,-1 0 0,1-1-1,-1 1 1,1-1 0,-1 1 0,1-1 0,-1 1 0,1-1 0,-1 1 0,0-1 0,1 1 0,-1-1-1,0 1 1,1-1 0,-1 0 0,0 1 0,0-1 0,1 1 0,-1-1 0,0 0 0,0 1 0,0-1-1,0 0 1,0 1 0,0-1 0,0 0 0,0 1 0,-1-2 0,0-1 57,-1-1 1,0 1-1,0 0 0,0 0 1,0 0-1,-4-4 0,-3-3 13,-2-8-77,0-1 0,1 0 0,1-1 0,0 0 0,2 0 0,1-1 0,-6-28 0,3-1 0,3 1 0,0-53 0,5 46 0,3 1 0,2-1 0,15-71 0,-13 96 0,2 1 0,1 0 0,1 0 0,2 1 0,1 1 0,1 0 0,25-37 0,-26 48 0,0 1 0,1 1 0,1 0 0,0 1 0,0 1 0,2 0 0,31-19 0,-20 18 0,0 0 0,0 2 0,1 1 0,47-11 0,8 6 0,1 4 0,155-2 0,266 18-386,-339 7 193,168 35 1,-277-35 190,-1 2 1,0 4 0,-1 1-1,-1 3 1,73 39 0,-96-42-1,-2 1 0,0 2 0,-1 0 0,-2 2 0,0 2 0,-1 0 0,-2 1 0,0 2 0,-2 0 1,19 33-1,-9-7 116,-3 2 0,-2 1 1,-2 1-1,-4 1 1,-1 1-1,20 112 0,-36-148-114,-2 1 0,0 0 0,-1 0 0,-1 0 0,-4 27 0,2-42 0,0 0 0,-1 0 0,0 0 0,0-1 0,-1 1 0,0-1 0,-1 0 0,0 0 0,0-1 0,-1 1 0,0-1 0,0-1 0,-1 1 0,0-1 0,-10 8 0,-18 10 0,33-23 0,-1-1 0,1 0 0,0 1 0,0-1 0,-1 0 0,1-1 0,-1 1 0,1 0 0,-1-1 0,0 1 0,1-1 0,-1 0 0,-4 0 0,7 0 0,-1 0 0,1 0 0,-1 0 0,1 0 0,0 0 0,-1 0 0,1 0 0,0-1 0,-1 1 0,1 0 0,0 0 0,0 0 0,-1 0 0,1 0 0,0-1 0,-1 1 0,1 0 0,0 0 0,0-1 0,-1 1 0,1 0 0,0 0 0,0-1 0,0 1 0,-1 0 0,1-1 0,0 1 0,0 0 0,0-1 0,0 1 0,0 0 0,0-1 0,-1 1 0,1 0 0,0-1 0,0 1 0,0-1 0,9-13 0,18-7 0,-12 12 0,1 2 0,0 0 0,1 1 0,0 1 0,0 0 0,22-3 0,108-6 0,494 10 0,-547 6 0,1376 44-2142,-1251-37 2037,248 13 41,472 12 295,-925-34-193,-10 1 83,0-1 1,0 1-1,0-1 1,0 0-1,0-1 1,0 1-1,0-1 0,0 1 1,0-1-1,0-1 1,0 1-1,7-4 1,-10 5-116,-1 0 0,0 0 0,0-1 0,0 1 1,1 0-1,-1-1 0,0 1 0,0-1 0,0 1 1,0 0-1,0-1 0,1 1 0,-1 0 0,0-1 1,0 1-1,0-1 0,0 1 0,0 0 0,0-1 0,0 1 1,-1-1-1,1 1 0,0 0 0,0-1 0,0 1 1,0 0-1,0-1 0,-1 1 0,1 0 0,0-1 1,0 1-1,0 0 0,-1-1 0,1 1 0,0 0 1,-1-1-1,1 1 0,0 0 0,0 0 0,-1 0 1,1-1-1,-1 1 0,-18-12 179,15 10-173,1 1-12,-1-1 0,1-1 0,0 1 0,0 0 0,0-1 0,0 1 0,1-1 0,-1 0 0,1 0 0,-1 0 0,1 0 0,0 0 0,0 0 0,0-1 0,1 1 0,-1-1 0,1 1 0,0-1 0,0 0 0,0 0 0,1 1 0,-1-1 0,1 0 0,0 0 0,0-4 0,-1-36 0,2 1 0,14-84 0,30-85 0,-28 137 0,-10 46 0,5-26 0,-1 0 0,3-64 0,-13 102 0,-1-1 0,0 1 0,-2 0 0,0-1 0,-1 1 0,0 0 0,-2 0 0,0 0 0,-1 1 0,0 0 0,-11-19 0,2 12 0,-1 0 0,-1 1 0,-2 0 0,0 2 0,0 0 0,-2 1 0,-1 1 0,-24-16 0,-35-17 0,-86-41 0,121 68 0,-426-216 0,-16 31 0,332 157-156,-317-62-1,-173 22-156,645 91 313,-392-41 0,263 33 0,-134 9 0,208 4 105,1 2-1,0 2 0,0 3 1,1 2-1,-100 38 0,153-50-104,0-1 0,1 1 0,-1-1 0,0 0 0,1 1 0,-1-1 0,0 0 0,0 1 0,0-1 0,1 0 0,-1 0 0,0 0 0,0 0 0,0 0 0,1 0 0,-1 0 0,0 0 0,0 0 0,0 0 0,1-1 0,-1 1 0,0 0 0,0 0 0,1-1 0,-1 1 0,0 0 0,0-1 0,1 1 0,-1-1 0,0 1 0,1-1 0,-1 1 0,1-1 0,-1 0 0,1 1 0,-1-1 0,1 0 0,-1 1 0,1-1 0,0 0 0,-1 0 0,1 1 0,0-1 0,0 0 0,-1 0 0,1 1 0,0-1 0,0 0 0,0-1 0,-1-6 0,1 0 0,0-1 0,1 1 0,1-10 0,0 1 0,-2-6 0,-2 0 0,0 0 0,-1 0 0,-1 1 0,-1-1 0,-1 1 0,-14-34 0,-78-145 0,96 197 0,-30-51 4,-3 1 0,-2 3 0,-2 0-1,-2 3 1,-2 1 0,-3 2 0,-1 3-1,-58-42 1,9 19-46,-2 5 0,-2 3-1,-174-69 1,-497-131-1580,-24 79 1125,-303 41 497,-9 117 0,165 82 0,12 91 0,804-124-138,1 6 1,-121 51-1,184-59 70,1 3-1,2 2 0,1 2 1,1 3-1,-84 73 0,107-79 374,1 1-1,2 2 1,1 1 0,1 1 0,-46 79-1,63-92-319,1 0 0,1 0 0,1 1 0,1 0 0,1 0 0,2 1 0,0 0 0,1 0 0,2 0 0,0 1 0,2-1 0,4 33 0,7 10-6730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0:59.5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742 1 24575,'-21'0'0,"0"2"0,0 0 0,1 1 0,-1 1 0,1 1 0,0 1 0,0 1 0,-32 15 0,27-8 0,0 1 0,1 0 0,1 2 0,0 1 0,-34 35 0,21-12 0,2 1 0,2 1 0,2 2 0,1 0 0,3 3 0,-27 65 0,31-60 0,3 0 0,2 1 0,3 1 0,2 0 0,2 1 0,2 0 0,1 61 0,8-85 0,1 0 0,1-1 0,2 1 0,1-1 0,19 59 0,-16-68 0,1 1 0,0-2 0,2 1 0,1-2 0,0 1 0,1-2 0,1 0 0,28 27 0,-25-30-13,0-1-1,1-1 1,1 0-1,0-1 0,1-1 1,0-1-1,31 11 1,-23-12-27,1-2 0,-1 0 0,1-3 0,1 0 0,39 1 1,-25-6-5,0-2 1,0-2-1,0-2 1,-1-2-1,0-2 1,0-2-1,82-33 1,-86 26 43,0-2 0,-2-2 0,0-1 0,-2-2 0,-1-1 0,-1-2 0,-1-1 0,-2-2 0,-1-1 0,-1-1 0,-2-2 0,39-68 0,-48 71 0,-2-1 0,-1-1 0,-2 0 0,-1-1 0,-2 0 0,9-63 0,-16 69 0,0-1 0,-3 0 0,0 0 0,-2 0 0,-2 0 0,0 1 0,-2-1 0,-16-47 0,13 54 0,-1 1 0,-1 0 0,-1 0 0,0 1 0,-2 1 0,-1 0 0,0 1 0,-2 1 0,0 0 0,-1 2 0,-27-22 0,18 20 0,0 1 0,-1 1 0,-1 1 0,-1 2 0,0 1 0,-1 1 0,0 2 0,-43-9 0,16 9-139,0 3 0,-1 2 0,0 3 0,1 3 1,-1 2-1,1 3 0,-1 2 0,-70 19 0,12 6-6107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00.1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1275 223 24575,'-8'-9'0,"0"-1"0,1-1 0,0 1 0,0-1 0,1 0 0,1-1 0,0 0 0,-5-17 0,3 8 0,-14-26 0,19 44 0,0 0 0,0 0 0,-1 0 0,1 1 0,-1-1 0,0 1 0,0-1 0,0 1 0,0 0 0,0 0 0,0 0 0,-1 0 0,1 1 0,-1-1 0,1 1 0,-1 0 0,0 0 0,1 0 0,-1 1 0,0-1 0,0 1 0,1 0 0,-6 0 0,-8 1 0,0 1 0,1 0 0,-31 8 0,-1 4 0,0 2 0,-71 34 0,-84 62 0,138-70 0,-111 95 0,135-100 0,1 3 0,3 1 0,-49 68 0,66-80 0,1 2 0,2 0 0,1 0 0,2 2 0,1 0 0,-13 47 0,20-53 0,2 1 0,0-1 0,2 0 0,0 1 0,2 0 0,1-1 0,2 1 0,0-1 0,8 28 0,0-19-31,1 0 0,1-1 0,3-1 0,0 0 0,2-1 0,2-1 0,0-1 0,2-1 0,2-1 0,42 41 0,-25-31-18,2-2 0,2-1 0,1-3 1,2-2-1,1-2 0,68 30 0,-79-43 49,0-2 0,1-1 0,0-2 0,0-2 0,1-2 0,1-1 0,79 0 0,-88-7 0,1-1 0,0-2 0,-1-2 0,0-1 0,0-1 0,-1-1 0,0-2 0,-1-2 0,0 0 0,38-24 0,-27 9 0,0-1 0,-3-3 0,0 0 0,-2-3 0,-2-1 0,-1-1 0,28-43 0,-28 33 0,-3-2 0,-2-1 0,-2-1 0,-3-1 0,31-101 0,-44 118 0,-2-1 0,-2-1 0,-1 1 0,-2-1 0,-1 0 0,-2 0 0,-5-43 0,1 56 0,0-1 0,-2 1 0,0 0 0,-2 0 0,0 1 0,-2 0 0,-1 1 0,0 0 0,-2 1 0,0 0 0,-26-31 0,18 30 16,0 1 0,-2 1 1,0 1-1,-1 1 0,-36-20 0,15 13-465,-1 2-1,-60-20 1,-31-1-5808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01.6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0 604 24575,'1'-3'0,"0"1"0,-1-1 0,1 1 0,1 0 0,-1 0 0,0-1 0,1 1 0,-1 0 0,1 0 0,-1 0 0,5-3 0,9-5 0,-15 10 0,0 0 0,1 0 0,-1 0 0,1 0 0,-1 0 0,0 0 0,1 0 0,-1 0 0,1 0 0,-1 0 0,0 0 0,1 0 0,-1 0 0,1 0 0,-1 0 0,0 0 0,1 0 0,-1 0 0,1 1 0,-1-1 0,0 0 0,1 0 0,-1 0 0,0 1 0,1-1 0,-1 0 0,0 1 0,1-1 0,-1 0 0,0 1 0,3 4 0,-1 0 0,-1 1 0,1-1 0,-1 0 0,0 1 0,0-1 0,-1 1 0,1-1 0,-1 1 0,-1 7 0,1 4 0,2 303 0,3 105 0,-3-381 0,26 880 0,-51-376 0,19-509 0,-3 31 0,2 0 0,5 74 0,0-143 0,0 1 0,0 0 0,0-1 0,1 1 0,-1 0 0,0-1 0,1 1 0,-1-1 0,1 1 0,0-1 0,-1 1 0,1-1 0,0 1 0,0-1 0,0 0 0,0 0 0,0 1 0,0-1 0,0 0 0,0 0 0,1 0 0,-1 0 0,0 0 0,1 0 0,-1 0 0,1-1 0,-1 1 0,1 0 0,-1-1 0,1 1 0,-1-1 0,1 0 0,0 1 0,-1-1 0,4 0 0,5-1 0,0 0 0,0 0 0,0-1 0,-1 0 0,11-4 0,10-2 0,270-27 0,3 23 0,-231 9 0,790-2-424,-239 4 163,-573 1 261,1 0 0,-1-1 0,0-3 0,71-14 0,-118 17 23,0 1 0,0-1 0,0 0-1,0 0 1,0-1 0,0 1 0,-1-1 0,1 1 0,0-1-1,-1 0 1,1 0 0,-1 0 0,0 0 0,4-5 0,-4 4 3,0 0 0,-1-1 1,1 1-1,-1-1 0,0 1 1,0-1-1,0 1 0,0-1 1,-1 0-1,1 1 1,-1-1-1,0-4 0,-12-385-26,1-117 0,45-51-228,-6 178-16,-23 0 124,-8 307 194,-4-1 0,-3 1 0,-26-98 0,27 139-44,-2 1-1,-2 0 1,-1 1 0,-1 1-1,-2 0 1,-1 1-1,-1 1 1,-2 0 0,-31-33-1,42 52-29,1 1 0,-1 1 0,-1 0 0,0 1 0,0 0 0,-1 0 0,0 1 0,0 1 0,-1 0 0,1 0 0,-1 1 0,-1 1 0,1 0 0,-1 1 0,1 1 0,-1 0 0,0 1 0,0 0 0,1 1 0,-19 2 0,-195 39 0,97-14 0,-434 49-212,-4-31-145,172-16 243,173 0 114,219-29 25,1 1-1,-1 0 1,1 0-1,-1 0 0,1 1 1,0-1-1,-1 1 1,1-1-1,0 1 0,0 0 1,0 1-1,0-1 0,-4 4 1,6-4-10,0 0 0,0 0-1,0 0 1,0 0 0,0 0 0,0 1 0,1-1 0,-1 0-1,1 0 1,-1 0 0,1 1 0,0-1 0,0 0 0,0 0 0,0 1-1,0-1 1,1 0 0,-1 0 0,1 1 0,-1-1 0,1 0-1,2 4 1,17 30-1380,-8-20-5461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02.2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197 1 24575,'-6'1'0,"0"1"0,1-1 0,0 1 0,-1 0 0,1 1 0,0-1 0,0 1 0,0 0 0,0 0 0,-4 5 0,-4 1 0,3-2 0,1 0 0,-1 1 0,1 0 0,0 0 0,1 1 0,0 0 0,0 1 0,1 0 0,1 0 0,-1 0 0,2 1 0,-10 22 0,13-25 0,-1 0 0,2 0 0,-1 0 0,1 0 0,0 0 0,1 0 0,-1 0 0,2 1 0,-1-1 0,1 0 0,0 0 0,1 0 0,0 0 0,0 0 0,1-1 0,0 1 0,1-1 0,-1 1 0,1-1 0,5 7 0,-5-9 0,-1 0 0,1 0 0,0 0 0,0 0 0,1-1 0,-1 0 0,1 0 0,0 0 0,0-1 0,0 1 0,1-1 0,-1 0 0,1-1 0,0 0 0,0 0 0,-1 0 0,1 0 0,0-1 0,1 0 0,-1 0 0,0 0 0,0-1 0,0 0 0,0-1 0,1 1 0,-1-1 0,0 0 0,0-1 0,0 1 0,0-1 0,-1 0 0,1-1 0,0 1 0,7-6 0,-3 2 0,0 0 0,0-1 0,-1 0 0,0-1 0,0 0 0,0-1 0,-1 1 0,-1-2 0,1 1 0,8-17 0,-13 21 0,-1 0 0,1 0 0,-1 0 0,-1 0 0,1 0 0,-1-1 0,0 1 0,0 0 0,0-1 0,-1 1 0,0-1 0,0 1 0,0-1 0,-1 1 0,0-1 0,0 1 0,0 0 0,-1-1 0,1 1 0,-1 0 0,0 0 0,-1 0 0,0 0 0,-6-8 0,4 6-105,-1 1 0,1 0 0,-1 1 0,-1 0 0,1 0 0,-1 0 0,0 1 0,0-1 0,-1 2 0,1-1 0,-1 1 0,-12-4 0,-8-1-6721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07.5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1 24575,'-3'0'0,"-1"3"0,-3 4 0,0 8 0,1 6 0,-2 10 0,1 5 0,-2 7 0,1 4 0,2 5 0,2-2 0,1-2 0,2 0 0,0-2 0,1-6 0,1-3 0,-1-5 0,0-9-8191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0.1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 16 24575,'42'0'0,"66"-10"0,-95 8 0,-1 0 0,1 1 0,0 0 0,-1 1 0,1 1 0,12 1 0,-22-1 0,0 0 0,0-1 0,0 1 0,0 0 0,0 0 0,0 1 0,-1-1 0,1 1 0,-1-1 0,1 1 0,-1 0 0,1 0 0,-1 0 0,0 0 0,0 0 0,0 0 0,0 1 0,0-1 0,-1 1 0,1-1 0,-1 1 0,1 0 0,-1-1 0,0 1 0,0 0 0,0 0 0,-1 0 0,1 0 0,-1 0 0,0 0 0,1 4 0,-2-2 0,1 0 0,-1 0 0,1 0 0,-1-1 0,-1 1 0,1 0 0,-1 0 0,0-1 0,-2 6 0,-27 42 0,18-31 0,-5 13 0,10-20 0,0 0 0,-11 16 0,17-28 0,0 0 0,0-1 0,0 1 0,0 0 0,0-1 0,0 0 0,0 1 0,0-1 0,-1 0 0,1 0 0,-1 0 0,1-1 0,-4 2 0,-38 3 0,15-3 0,-20 11 329,-13 1-2023,46-13-5132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4.3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27 24575,'0'-3'0,"3"-2"0,5 1 0,3 1 0,3 1 0,3 0 0,1 2 0,1-1 0,0 1 0,-3-2 0,-5-2-8191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4.8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 24575,'3'0'0,"5"0"0,3 0 0,6 0 0,7 0 0,9 0 0,7 0 0,7 0 0,8-4 0,-6 0-8191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5.34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24575,'13'0'0,"16"0"0,16 0 0,0 0-8191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5.6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 24575,'15'0'0,"18"0"0,19-3 0,13-1 0,-5 1-8191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6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24575,'6'0'0,"15"0"0,16 0 0,17 0 0,22 0 0,15 0 0,18 0 0,9 0 0,-15 0-8191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7.0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 24575,'19'-3'0,"24"-2"0,6 1-8191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7.6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24575,'6'0'0,"5"0"0,11 0 0,10 0 0,15 0 0,16 0 0,18 0 0,17 0 0,-7 0-8191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8.1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24575,'3'0'0,"7"0"0,9 0 0,13 0 0,16 0 0,23 0 0,20 0 0,20 0 0,-10 0-8191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19.6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62 24575,'3'-3'0,"5"-1"0,9 0 0,15-2 0,17 0 0,16-3 0,22 1 0,21 2 0,17-2 0,-13 1-8191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26.8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24575,'3'0'0,"8"0"0,7 0 0,10 0 0,14 0 0,14 0 0,14 0 0,13 0 0,8 0 0,4 0 0,-1 0 0,-5 0 0,-8 0 0,-14 0 0,-13 0 0,-22 0 0,-16 0-8191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29.1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731 120 24575,'0'3'0,"-1"1"0,1 0 0,-1-1 0,0 1 0,0-1 0,0 1 0,-1-1 0,1 0 0,-1 1 0,0-1 0,-2 4 0,-31 35 0,15-19 0,1 1 0,2 0 0,0 2 0,1 0 0,2 1 0,1 0 0,1 1 0,1 1 0,1 0 0,-10 57 0,-5 70 0,12-61 0,-4-1 0,-42 132 0,-13-54 0,81-176 0,9-10 0,-10 8 0,57-43 0,-18 13 0,1 1 0,2 3 0,69-34 0,-44 32 0,79-34 0,-152 67 0,1 0 0,0 0 0,0 0 0,-1 1 0,1-1 0,0 1 0,0 0 0,6 0 0,-9 0 0,1 0 0,-1 0 0,1 0 0,-1 0 0,1 0 0,-1 0 0,1 1 0,-1-1 0,1 0 0,-1 0 0,0 1 0,1-1 0,-1 0 0,1 1 0,-1-1 0,0 0 0,1 1 0,-1-1 0,0 1 0,1-1 0,-1 1 0,1 0 0,-1 0 0,0 0 0,0 0 0,0 0 0,0 0 0,0 0 0,0 0 0,0 0 0,0 0 0,0 0 0,0 0 0,-1 0 0,1 0 0,0 0 0,-1 1 0,-14 30 0,-35 56 0,-1 0 0,-34 84 0,-282 513 0,179-361 0,62-104 0,103-185 0,-12 23 0,32-53 0,1 0 0,0 1 0,0-1 0,0 0 0,0 1 0,1 0 0,0-1 0,0 12 0,1-17 0,-1 1 0,1-1 0,0 1 0,0-1 0,0 1 0,0-1 0,0 0 0,0 1 0,0-1 0,0 1 0,0-1 0,1 0 0,-1 1 0,0-1 0,0 1 0,0-1 0,0 0 0,0 1 0,1-1 0,-1 0 0,0 1 0,0-1 0,1 0 0,-1 1 0,0-1 0,1 0 0,-1 1 0,0-1 0,1 0 0,-1 0 0,0 0 0,1 1 0,-1-1 0,1 0 0,13-7 0,16-24 0,-27 27 0,74-83 0,574-664 0,-441 467 0,-92 119 0,-62 90 0,118-123 0,-174 198 0,1-1 0,-1 1 0,0 0 0,0 0 0,0-1 0,1 1 0,-1 0 0,0 0 0,0 0 0,0-1 0,1 1 0,-1 0 0,0 0 0,1 0 0,-1 0 0,0 0 0,0-1 0,1 1 0,-1 0 0,0 0 0,1 0 0,-1 0 0,0 0 0,1 0 0,-1 0 0,0 0 0,0 0 0,1 0 0,-1 0 0,0 0 0,1 1 0,-1-1 0,0 0 0,1 0 0,-1 0 0,5 12 0,-5 23 0,0-31 0,-2 22 0,-7 36 0,0-7 0,5-14 0,-4 17 0,2 1 0,3 0 0,6 63 0,-3-121 0,0-1 0,0 1 0,0-1 0,0 1 0,0-1 0,0 1 0,0-1 0,0 1 0,0-1 0,0 1 0,0-1 0,0 1 0,0-1 0,1 1 0,-1-1 0,0 0 0,0 1 0,1-1 0,-1 1 0,0-1 0,1 0 0,-1 1 0,0-1 0,1 1 0,-1-1 0,1 0 0,0 1 0,9-9 0,10-28 0,-17 31 0,17-39 0,15-49 0,-12 28 0,56-142 0,193-455 0,-194 514 0,146-212 0,-216 350 0,-6 8 0,0 0 0,0 0 0,0 0 0,-1 0 0,1 0 0,-1-1 0,0 1 0,1 0 0,-1-1 0,0 1 0,0-1 0,-1 1 0,1-1 0,0 1 0,-1-1 0,1-3 0,-2 6 0,1-1 0,0 1 0,0-1 0,-1 1 0,1-1 0,0 1 0,-1 0 0,1-1 0,-1 1 0,1 0 0,-1-1 0,1 1 0,-1 0 0,1-1 0,-1 1 0,1 0 0,-1 0 0,1 0 0,-1-1 0,1 1 0,-1 0 0,1 0 0,-1 0 0,1 0 0,-1 0 0,1 0 0,-1 0 0,0 0 0,0 0 0,-21 4 0,18-3 0,-166 25-354,-177 3 0,296-26-303,-78 6-6169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0.11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0 160 24575,'1140'-17'-5152,"-586"5"2877,2207-44-1031,-610 12 1565,-44 13 1015,0 33 0,-201 39 697,327 3 360,-1552-35 1490,223 1 5585,-889-10-6793,34 1 1017,-47-1-1620,-1 0 0,1 0 0,0 0 0,-1 1 0,1-1 0,-1 1 0,1-1 0,-1 1 0,1-1 0,-1 1 0,1 0 0,-1 0 0,1 0 0,-1 0 0,0 0 0,0 0 0,1 0 0,-1 0 0,0 0 0,0 1 0,0-1 0,1 3 0,0 7-6277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1.1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293 1 24575,'-19'456'-240,"-23"-2"-201,2-22 218,21-159 203,-20 223-73,-39-7 35,57-409 42,10-40 547,-12 79-1,23-117-528,0 0-1,0 0 0,0 0 0,0-1 0,0 1 0,0 0 0,0 0 0,0 0 0,1 0 0,-1 0 0,1-1 0,-1 1 0,1 0 0,0 0 0,0-1 0,0 1 0,0 0 0,0-1 0,0 1 0,0-1 0,0 1 1,1-1-1,-1 0 0,1 0 0,-1 1 0,1-1 0,-1 0 0,1 0 0,-1 0 0,1-1 0,0 1 0,0 0 0,-1-1 0,4 1 0,6 1-2,0 0 0,0-2 0,0 1 1,0-1-1,11-2 0,3 1-1,261-7-356,334-3-784,259 38-393,2 24-1391,-25-2 1141,-270-32 3459,-582-17-1648,17 0 614,-1 0 0,1-2 0,36-7 1,-56 9-588,1-1 0,0 1 0,-1-1 0,1 1 0,0-1 0,-1 0 0,1 0 0,-1 0 0,1 0 0,1-2 0,-2 2-4,-1 1 0,1 0 0,-1-1 0,0 1 0,0-1 0,1 1 0,-1-1 0,0 0 0,0 1 0,0-1 0,1 1 0,-1-1 0,0 1 0,0-1-1,0 1 1,0-1 0,0 0 0,0 1 0,0-1 0,0 1 0,0-1 0,-1 0 0,0-2-87,0 1 0,-1 0 0,1-1-1,-1 1 1,0 0 0,1 0 0,-1 0 0,0 0-1,0 0 1,0 1 0,-4-3 0,-24-16-5919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2.2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24575,'493'19'-2291,"-232"-5"413,459 18-1139,778 30 2499,-3-41-989,-968-40 4896,-505 18-3152,-14 1 78,0-1-1,0 1 0,0-1 1,0 0-1,0-1 0,0 0 1,-1 0-1,1-1 1,13-7-1,-28 15 328,2-2-342,0 0 0,1 0 0,-1 1-1,1-1 1,-7 9 0,5-4-300,0 1 0,1 0 0,0 0 0,1 1 0,0-1 0,1 1 0,0 0 0,-2 11 0,-2 14 0,0 36 0,3 2 0,6 85 0,18 75 0,-9-120 0,143 963-804,-135-993 755,4 15 79,-5 0-1,8 116 1,-26-201 18,0-1-1,-1 1 1,-1-1 0,0 0-1,0 1 1,-1-1-1,-1 0 1,-7 17 0,-4 1 112,-33 51-1,31-54-143,-37 72-16,41-72 0,-1-1 0,-1 0 0,-2-1 0,-25 31 0,36-51 0,1 0 0,-1 0 0,0-1 0,-1 0 0,1 0 0,-1-1 0,0 1 0,0-1 0,0-1 0,-13 4 0,-1-1 0,0-2 0,-34 2 0,-260-1 0,-22 0 0,7 26-1365,320-29-5461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3.2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1700 1 24575,'-9'16'0,"-1"0"0,0 0 0,-25 27 0,-44 38 0,62-64 0,-70 63 0,-3-4 0,-117 74 0,-212 109 0,283-179 0,49-26 0,-113 92 0,146-99 0,1 1 0,-85 105 0,130-143 0,-6 7 0,-14 24 0,25-37 0,1-1 0,0 1 0,0 0 0,0 0 0,1 1 0,-1-1 0,1 0 0,0 0 0,0 1 0,1-1 0,-1 0 0,1 9 0,0-11 0,1 0 0,-1-1 0,1 1 0,0 0 0,0-1 0,-1 1 0,1 0 0,0-1 0,0 1 0,1-1 0,-1 0 0,0 1 0,0-1 0,1 0 0,-1 0 0,1 0 0,-1 0 0,1 0 0,-1 0 0,1 0 0,-1 0 0,1-1 0,0 1 0,0-1 0,-1 1 0,1-1 0,2 1 0,8 0 0,-1 1 0,1-2 0,14 0 0,-11 0 0,577-2-484,45 1-626,0 22 161,611 87-634,-431-31 1743,0-29-952,-762-46 852,189-1 1607,-215-6-766,-24 0 202,-16-2-228,9 6-924,0 1 1,0-1-1,0 0 1,-1 0-1,1 0 1,0 0-1,0-1 1,0 1-1,0 0 1,1-1-1,-1 1 1,0-1-1,1 0 1,-1 0-1,1 1 1,-1-1-1,1 0 0,0 0 1,0 0-1,0-1 1,0 1-1,0 0 1,0 0-1,0-5 1,0-10-6778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3.7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1282 0 24575,'-40'50'0,"-2"5"0,-193 232 0,-82 30 0,24-25 0,218-210 0,-108 155 0,146-180 0,-16 25 0,53-82-21,0 0 0,0 0-1,0 0 1,0 0 0,0-1-1,0 1 1,0 0 0,0 0-1,0 0 1,0 0 0,0 0-1,-1 0 1,1-1 0,0 1-1,0 0 1,0 0 0,0 0-1,0 0 1,0 0 0,0 0-1,0 0 1,-1-1 0,1 1-1,0 0 1,0 0 0,0 0-1,0 0 1,0 0 0,0 0-1,-1 0 1,1 0 0,0 0-1,0 0 1,0 0 0,0 0-1,0 0 1,-1 0 0,1 0-1,0 0 1,0 0 0,0 0-1,0 0 1,0 0 0,-1 0-1,1 0 1,0 0 0,0 0-1,0 0 1,0 1 0,0-1-1,0 0 1,-1 0 0,1 0-1,0 0 1,0 0 0,0 0-1,0 0 1,0 0 0,0 1-1,0-1 1,0 0 0,0 0-1,-1 0 1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5.4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496 158 24575,'14'-38'0,"-13"31"0,0 1 0,0-1 0,-1 1 0,0-1 0,0 1 0,0-1 0,-1 1 0,0-1 0,0 1 0,-3-8 0,3 11 0,-1 1 0,1-1 0,0 1 0,-1 0 0,1-1 0,-1 1 0,0 0 0,1 0 0,-1 0 0,0 0 0,0 1 0,-1-1 0,1 0 0,0 1 0,0-1 0,-1 1 0,1 0 0,-1 0 0,1 0 0,-1 0 0,0 0 0,1 1 0,-1-1 0,0 1 0,1 0 0,-1 0 0,-3 0 0,-4 0 0,0 1 0,0 0 0,0 1 0,0 0 0,1 1 0,-1 0 0,0 1 0,1-1 0,0 2 0,-11 6 0,2 0 0,0 1 0,1 1 0,-29 28 0,23-16 0,1 1 0,2 0 0,0 2 0,2 0 0,1 1 0,1 1 0,2 0 0,-21 63 0,24-55 0,2 1 0,1 0 0,2 1 0,2-1 0,1 1 0,3 0 0,4 49 0,-2-69 0,1 0 0,1-1 0,1 0 0,0 0 0,2 0 0,0 0 0,1-1 0,0-1 0,19 29 0,-21-38 0,1 1 0,0-1 0,0 0 0,1 0 0,0-1 0,0 0 0,1-1 0,0 1 0,0-2 0,1 1 0,-1-1 0,1-1 0,0 0 0,0 0 0,1-1 0,-1 0 0,1-1 0,-1 0 0,13 0 0,-9-1 0,-1-1 0,1-1 0,0 0 0,-1-1 0,0-1 0,1 0 0,-1 0 0,0-2 0,0 1 0,-1-2 0,1 0 0,-1 0 0,0-1 0,-1 0 0,0-1 0,0-1 0,18-18 0,-15 13 0,-2-1 0,0 0 0,-1-1 0,0-1 0,-1 0 0,-1 0 0,-1-1 0,0 0 0,-1 0 0,-1-1 0,6-36 0,-7 20 0,2-65 0,-7 80 0,-1 1 0,-1-1 0,-1 1 0,-9-35 0,11 50 0,0 1 0,-1 0 0,1 0 0,-1 0 0,1 0 0,-1 0 0,0 0 0,0 0 0,-4-4 0,5 7 0,1-1 0,0 1 0,-1 0 0,1-1 0,-1 1 0,1 0 0,-1 0 0,1-1 0,-1 1 0,1 0 0,-1 0 0,1 0 0,-1 0 0,0 0 0,1-1 0,-1 1 0,1 0 0,-1 0 0,1 0 0,-1 1 0,1-1 0,-1 0 0,0 0 0,-1 1 0,1-1 0,0 1 0,0 0 0,0 0 0,1 0 0,-1 0 0,0 0 0,0 0 0,0 0 0,1 0 0,-1 0 0,0 0 0,1 0 0,-1 0 0,0 2 0,-3 9 0,1 0 0,-1 0 0,2 0 0,0 0 0,0 1 0,1-1 0,1 14 0,1 5 0,8 52 0,0-25 0,3-1 0,2 0 0,3 0 0,32 72 0,-44-119-273,0-1 0,0 0 0,0 0 0,15 16 0,-1-6-6553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6.6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 82 24575,'-6'-11'0,"0"-1"0,1-1 0,-3-12 0,30 74 0,-7 0 0,-3 1 0,-1 0 0,-3 1 0,-1 0 0,-2 92 0,-3-186 0,3 0 0,1 0 0,2 1 0,2 0 0,2 0 0,1 1 0,38-78 0,-47 112 0,0 1 0,0 0 0,0 0 0,7-8 0,-11 14 0,1-1 0,0 0 0,-1 0 0,1 1 0,0-1 0,0 0 0,-1 1 0,1-1 0,0 1 0,0-1 0,0 1 0,0-1 0,0 1 0,0 0 0,0-1 0,-1 1 0,1 0 0,0 0 0,0 0 0,0 0 0,0 0 0,0 0 0,0 0 0,0 0 0,0 0 0,0 0 0,0 0 0,0 1 0,0-1 0,0 0 0,0 1 0,0-1 0,0 0 0,0 1 0,0 0 0,-1-1 0,1 1 0,0-1 0,0 1 0,-1 0 0,2 0 0,1 3 0,0 1 0,0-1 0,-1 0 0,0 1 0,1-1 0,-1 1 0,-1 0 0,3 7 0,7 44 0,-8-33 0,5 17 0,42 195 0,-49-230 0,1 0 0,0 0 0,0 0 0,0 0 0,5 6 0,-7-10 0,0 0 0,1-1 0,-1 0 0,1 1 0,-1-1 0,0 1 0,1-1 0,-1 1 0,1-1 0,-1 0 0,1 1 0,-1-1 0,1 0 0,0 0 0,-1 1 0,1-1 0,-1 0 0,1 0 0,0 0 0,-1 0 0,1 0 0,0 0 0,0 0 0,0 0 0,0-1 0,0 1 0,0-1 0,0 1 0,0-1 0,-1 0 0,1 1 0,0-1 0,0 0 0,0 1 0,-1-1 0,1 0 0,-1 0 0,1 0 0,0 0 0,-1 0 0,1-1 0,14-27 0,15-42 0,1-3 0,-3 12 0,-17 33 0,2 2 0,28-45 0,-41 71 0,1 0 0,0 0 0,-1-1 0,1 1 0,0 0 0,0 0 0,0 0 0,0 0 0,0 0 0,0 0 0,0 1 0,0-1 0,1 0 0,-1 0 0,0 1 0,0-1 0,1 1 0,-1-1 0,0 1 0,1-1 0,1 1 0,-2 0 0,0 0 0,0 1 0,-1-1 0,1 1 0,0-1 0,0 1 0,0 0 0,0-1 0,0 1 0,-1 0 0,1-1 0,0 1 0,-1 0 0,1 0 0,0 0 0,-1 0 0,1 0 0,-1-1 0,1 1 0,-1 0 0,1 2 0,2 8 0,0 1 0,0 0 0,2 20 0,-4-24 0,5 53 0,9 48 0,-12-95 0,1 0 0,0 1 0,0-2 0,2 1 0,8 17 0,-12-28 0,1 1 0,-1-1 0,0 1 0,1-1 0,0 0 0,0 0 0,0 0 0,0 0 0,0-1 0,1 1 0,-1-1 0,1 0 0,-1 0 0,1 0 0,0 0 0,8 2 0,-6-3 0,0 0 0,0 0 0,0-1 0,0 0 0,1 0 0,-1 0 0,0-1 0,0 0 0,0 0 0,9-3 0,-1-1 0,0-1 0,0 0 0,-1-1 0,0-1 0,0 0 0,0-1 0,-1 0 0,17-17 0,-19 15 0,0-1 0,0 0 0,-2 0 0,1-1 0,-1 0 0,-1-1 0,6-17 0,-9 21 0,-1 1 0,0-1 0,0 0 0,-1 0 0,-1 0 0,0 0 0,0 0 0,-1 0 0,0 0 0,-1 0 0,-3-19 0,4 27 0,0 0 0,-1 0 0,1 0 0,-1 0 0,1 0 0,-1 0 0,0 0 0,0 0 0,0 0 0,0 1 0,0-1 0,0 0 0,-1 1 0,1-1 0,0 1 0,-1-1 0,1 1 0,-1-1 0,0 1 0,1 0 0,-1 0 0,0 0 0,0 0 0,0 0 0,0 1 0,0-1 0,0 0 0,0 1 0,0-1 0,0 1 0,0 0 0,0 0 0,0 0 0,0 0 0,0 0 0,0 0 0,-3 1 0,-2 1 0,1 0 0,0 0 0,1 1 0,-1-1 0,0 1 0,1 0 0,0 1 0,-1 0 0,1-1 0,1 2 0,-6 4 0,0 2 0,0 1 0,1 1 0,0-1 0,1 1 0,0 1 0,2-1 0,-1 1 0,1 1 0,1-1 0,1 1 0,0 0 0,1 0 0,1 0 0,0 0 0,1 0 0,0 22 0,2-33 0,-1 0 0,0 1 0,1-1 0,0 0 0,0 1 0,0-1 0,1 0 0,-1 0 0,1 0 0,0 0 0,0 0 0,0 0 0,1-1 0,-1 1 0,1-1 0,0 1 0,0-1 0,0 0 0,1 0 0,-1-1 0,1 1 0,-1-1 0,6 3 0,-4-3 0,0 0 0,0 0 0,0-1 0,1 1 0,-1-1 0,0 0 0,1-1 0,-1 0 0,0 0 0,1 0 0,-1 0 0,1-1 0,-1 0 0,0 0 0,1 0 0,-1-1 0,0 0 0,8-3 0,-6 1 0,0 0 0,0-1 0,0 1 0,0-1 0,0-1 0,-1 1 0,0-1 0,0 0 0,6-10 0,-4 4 0,0 0 0,-2 0 0,1-1 0,-1 0 0,3-13 0,2-10 0,-3 1 0,-1-2 0,3-48 0,-17 110 0,-1 23 0,6-32 0,-4 85 0,6-88 0,0 0 0,2 0 0,-1 1 0,1-1 0,6 18 0,-7-28 0,0 0 0,1 0 0,-1 0 0,1 0 0,-1 0 0,1 0 0,0 0 0,0 0 0,0-1 0,0 1 0,1-1 0,-1 0 0,1 0 0,-1 1 0,1-2 0,0 1 0,0 0 0,4 2 0,-4-4 0,0 1 0,-1 0 0,1-1 0,-1 0 0,1 1 0,0-1 0,-1 0 0,1-1 0,-1 1 0,1 0 0,0-1 0,-1 1 0,1-1 0,-1 0 0,1 0 0,-1 0 0,0 0 0,1 0 0,-1-1 0,0 1 0,0-1 0,0 1 0,3-4 0,4-4 0,-1 0 0,-1 0 0,1-1 0,-2 0 0,1-1 0,-2 1 0,1-1 0,5-17 0,-3 6 0,-1-1 0,-1 0 0,3-32 0,-9 21 0,-4 21 0,3 13 0,1 0 0,0 0 0,0 0 0,-1 0 0,1 0 0,0 0 0,0 0 0,-1 0 0,1 0 0,0 0 0,0 0 0,-1 0 0,1 0 0,0 0 0,0 0 0,-1 0 0,1 0 0,0 0 0,0 0 0,-1 0 0,1 1 0,0-1 0,0 0 0,-1 0 0,1 0 0,0 0 0,0 1 0,0-1 0,0 0 0,-1 0 0,1 0 0,0 1 0,0-1 0,0 0 0,0 0 0,0 1 0,0-1 0,-1 0 0,1 0 0,0 1 0,0-1 0,0 0 0,0 1 0,-3 5 0,1 0 0,-1 0 0,1 1 0,1-1 0,-1 1 0,1 0 0,0-1 0,0 10 0,3 53 0,-1-53 0,1 0 0,6 23 0,-6-33 0,0 0 0,0 0 0,1 0 0,-1 0 0,1 0 0,1-1 0,-1 1 0,9 9 0,1-6-1365,-1-5-5461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6.75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103 26 24575,'-3'-4'0,"-7"0"0,-6-3 0,-2 0 0,1 4 0,1 2 0,3 5 0,3 2-8191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47.08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89 12 24575,'0'-11'0,"-1"18"0,-2 13 0,-8 40 0,-42 243 0,43-220 0,0 140 0,10-214 0,6 84 0,-5-84 0,0-1 0,1 1 0,0-1 0,1 1 0,0-1 0,0 0 0,1 0 0,5 9 0,-7-14 0,0-1 0,0 0 0,0 1 0,0-1 0,0 0 0,1 0 0,-1 0 0,1 0 0,-1-1 0,1 1 0,0-1 0,0 1 0,-1-1 0,1 0 0,5 1 0,-2-1 0,0 0 0,0-1 0,0 1 0,0-1 0,0-1 0,0 1 0,9-2 0,5-4 0,0 0 0,0 0 0,27-15 0,-24 11-227,0-1-1,-1-1 1,0 0-1,-1-2 1,29-25-1,-28 16-6598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0.8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507 419 24575,'1'-7'0,"-2"1"0,1 0 0,-1-1 0,0 1 0,0 0 0,0-1 0,-1 1 0,0 0 0,0 0 0,-5-8 0,5 10 0,-1 1 0,0 0 0,1-1 0,-1 1 0,-1 0 0,1 0 0,0 1 0,-1-1 0,1 1 0,-1 0 0,0-1 0,1 2 0,-1-1 0,0 0 0,-1 1 0,-6-2 0,-5 0 0,0 1 0,0 0 0,0 1 0,0 1 0,0 1 0,0 0 0,0 1 0,0 1 0,0 0 0,0 1 0,-29 12 0,30-10 0,0 1 0,1 0 0,0 1 0,0 1 0,0 0 0,1 1 0,1 0 0,0 1 0,0 1 0,1 0 0,-18 24 0,25-30 0,1 0 0,-1 0 0,1 0 0,0 1 0,1 0 0,0-1 0,0 1 0,0 0 0,1 0 0,0 0 0,0 0 0,0 0 0,2 13 0,0-14 0,0 0 0,0-1 0,1 1 0,0-1 0,0 0 0,0 0 0,1 1 0,0-1 0,0-1 0,0 1 0,0 0 0,1-1 0,0 0 0,0 1 0,0-2 0,0 1 0,9 5 0,-1-1 0,0-1 0,0-1 0,1 0 0,0 0 0,1-2 0,-1 0 0,1 0 0,0-1 0,0-1 0,0 0 0,0-1 0,0 0 0,22-3 0,-22 1 0,-1 0 0,0-2 0,0 1 0,-1-2 0,1 1 0,-1-2 0,1 0 0,-1 0 0,-1-1 0,1-1 0,-1 0 0,0 0 0,0-1 0,16-16 0,-19 14 0,0 0 0,-1-1 0,0 0 0,-1-1 0,0 0 0,-1 1 0,0-2 0,-1 1 0,0-1 0,-1 1 0,2-19 0,1-17 0,-1-79 0,-5 121 0,1-57 0,-5-136 0,0 182 0,4 17 0,-1 0 0,1 0 0,0 0 0,0 0 0,-1 0 0,1 0 0,0 0 0,0 0 0,0 0 0,-1 0 0,1 0 0,0 0 0,0 0 0,-1 0 0,1 0 0,0 0 0,0 0 0,0 0 0,-1 0 0,1 1 0,0-1 0,0 0 0,0 0 0,0 0 0,-1 0 0,1 0 0,0 1 0,0-1 0,0 0 0,0 0 0,0 0 0,-1 0 0,1 1 0,0-1 0,0 0 0,0 1 0,-12 29 0,5 8 0,3 0 0,0 0 0,4 73 0,1-56 0,0 2 0,3 1 0,1-1 0,4 0 0,29 104 0,-37-156-227,1-1-1,-1 1 1,1-1-1,1 1 1,2 4-1,3 0-6598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1.3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77 24575,'0'-2'0,"0"-1"0,0 1 0,1-1 0,-1 1 0,1-1 0,-1 1 0,1 0 0,1-4 0,-2 6 0,0 0 0,0 0 0,0 0 0,0-1 0,0 1 0,0 0 0,0 0 0,0 0 0,1 0 0,-1 0 0,0 0 0,0 0 0,0 0 0,0-1 0,0 1 0,0 0 0,0 0 0,0 0 0,0 0 0,1 0 0,-1 0 0,0 0 0,0 0 0,0 0 0,0 0 0,0 0 0,0 0 0,0 0 0,1 0 0,-1 0 0,0 0 0,0 0 0,0 0 0,0 0 0,0 0 0,0 0 0,1 0 0,-1 0 0,0 0 0,0 0 0,0 0 0,0 0 0,0 0 0,0 0 0,0 0 0,1 0 0,-1 1 0,4 12 0,3 26 0,26 185 0,-33-219 0,1-2 0,-1-1 0,1 1 0,-1 0 0,0-1 0,0 1 0,0-1 0,0 1 0,-1-1 0,1 1 0,-1-1 0,1 1 0,-1-1 0,0 1 0,0-1 0,-2 4 0,3-6 0,0 0 0,-1 1 0,1-1 0,0 0 0,0 0 0,-1 0 0,1 0 0,0 0 0,0 1 0,-1-1 0,1 0 0,0 0 0,0 0 0,-1 0 0,1 0 0,0 0 0,-1 0 0,1 0 0,0 0 0,0 0 0,-1 0 0,1 0 0,0 0 0,0 0 0,-1-1 0,1 1 0,0 0 0,0 0 0,-1 0 0,1 0 0,0 0 0,0 0 0,-1-1 0,1 1 0,0 0 0,-8-13 0,0-13 0,5 8 34,1 0 1,1 0-1,0 0 0,1 0 0,1 0 0,1 0 0,1 0 0,0 1 0,9-27 1,-10 36-107,1 1 1,0 0 0,0-1 0,1 1 0,0 0 0,0 1 0,1-1 0,0 1 0,0 0-1,0 0 1,1 0 0,0 1 0,0 0 0,0 0 0,1 0 0,-1 1 0,1 0 0,0 0 0,0 1-1,1 0 1,-1 0 0,1 1 0,12-3 0,-2 3-6755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2.06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238 40 24575,'0'0'0,"1"0"0,-1 0 0,0 0 0,0 0 0,1 0 0,-1 0 0,0 0 0,1 0 0,-1 0 0,0 0 0,0 0 0,1 0 0,-1 0 0,0 0 0,1-1 0,-1 1 0,0 0 0,0 0 0,1 0 0,-1 0 0,0-1 0,0 1 0,0 0 0,1 0 0,-1 0 0,0-1 0,0 1 0,0 0 0,0 0 0,1-1 0,-1 1 0,0 0 0,0 0 0,0-1 0,0 1 0,0 0 0,0 0 0,0-1 0,0 1 0,0 0 0,0-1 0,0 1 0,0 0 0,0-1 0,0 1 0,0 0 0,0 0 0,0-1 0,0 1 0,0 0 0,0 0 0,0-1 0,-1 1 0,1 0 0,0 0 0,0-1 0,-12-13 0,7 11 0,0 1 0,-1 0 0,1 0 0,0 1 0,-1 0 0,1-1 0,-1 2 0,1-1 0,-1 1 0,1-1 0,-1 2 0,1-1 0,-1 1 0,1-1 0,-1 2 0,1-1 0,-1 0 0,-6 4 0,6-2 0,-1-1 0,1 1 0,0 1 0,1-1 0,-1 1 0,1 0 0,-1 0 0,1 1 0,1-1 0,-1 1 0,1 0 0,-1 0 0,1 1 0,-5 10 0,2-1 0,0 1 0,1 0 0,1 0 0,1 1 0,0 0 0,-1 20 0,4-31 0,1 0 0,0 0 0,0 0 0,1-1 0,0 1 0,0 0 0,0 0 0,1-1 0,3 10 0,-3-12 0,0 0 0,0 0 0,0 0 0,0 0 0,0 0 0,1 0 0,-1-1 0,1 0 0,0 1 0,-1-1 0,1 0 0,0 0 0,0 0 0,1-1 0,-1 1 0,0-1 0,4 2 0,0-2 0,0 1 0,0-2 0,0 1 0,0-1 0,0 0 0,0 0 0,0 0 0,0-1 0,0-1 0,0 1 0,-1-1 0,1 0 0,0 0 0,-1-1 0,0 0 0,10-6 0,-3 2 0,0-2 0,-1 1 0,1-2 0,-2 0 0,0 0 0,16-19 0,-21 21 0,1 0 0,-1-1 0,-1 0 0,6-12 0,-10 19 0,0 0 0,0 0 0,0-1 0,0 1 0,-1 0 0,1 0 0,-1-1 0,1 1 0,-1 0 0,0 0 0,0-1 0,0 1 0,0 0 0,0-1 0,-1 1 0,1 0 0,-1 0 0,1-1 0,-1 1 0,0 0 0,0 0 0,0 0 0,0 0 0,0 0 0,-2-3 0,2 5 0,1-1 0,0 1 0,0 0 0,-1-1 0,1 1 0,0 0 0,0 0 0,-1-1 0,1 1 0,0 0 0,-1 0 0,1-1 0,0 1 0,-1 0 0,1 0 0,0 0 0,-1 0 0,1-1 0,0 1 0,-1 0 0,1 0 0,-1 0 0,1 0 0,0 0 0,-1 0 0,1 0 0,-1 0 0,1 0 0,0 0 0,-1 0 0,1 0 0,-1 1 0,1-1 0,0 0 0,-1 0 0,1 0 0,0 0 0,-1 1 0,-7 16 0,3 24 0,4-27-97,1 0-1,1 0 1,0 0-1,1 0 1,1 0-1,0 0 1,0-1-1,2 1 1,0-1-1,0 0 1,1 0-1,0-1 0,13 18 1,-6-13-6729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2.5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220 221 24575,'0'-5'0,"1"1"0,0-1 0,1 1 0,-1-1 0,1 1 0,0 0 0,2-5 0,5-11 0,-4 3 0,5-34 0,-9 45 0,0-1 0,0 0 0,-1 0 0,0 0 0,-1 0 0,0 0 0,-2-12 0,2 17 0,1 1 0,-1-1 0,0 1 0,0 0 0,1-1 0,-1 1 0,0 0 0,0 0 0,0-1 0,0 1 0,0 0 0,-1 0 0,1 0 0,0 0 0,0 0 0,-1 1 0,1-1 0,0 0 0,-1 0 0,1 1 0,-1-1 0,1 1 0,-1 0 0,1-1 0,-1 1 0,0 0 0,1 0 0,-1 0 0,1 0 0,-1 0 0,1 0 0,-1 0 0,1 1 0,-1-1 0,1 0 0,-1 1 0,-2 1 0,-5 1 0,0 1 0,0 0 0,0 0 0,-14 10 0,12-6 0,0 1 0,0 0 0,0 1 0,1 0 0,1 0 0,-1 1 0,2 0 0,0 1 0,0 0 0,1 0 0,0 1 0,1 0 0,1 0 0,0 0 0,1 1 0,0 0 0,1 0 0,1 0 0,-2 20 0,3-4 0,2 1 0,0-1 0,2 0 0,1 0 0,2 0 0,1-1 0,1 1 0,14 31 0,9 15 0,25 70 0,-54-139-45,-1 1-1,1-1 1,-1 0-1,-1 1 1,1-1-1,-1 0 1,0 1-1,-1-1 1,0 1-1,0-1 1,-1 0-1,1 0 1,-2 0-1,1 0 1,-1 0-1,0 0 1,0 0-1,-1-1 1,0 0-1,0 0 1,0 0-1,-1 0 1,0 0-1,0-1 0,-1 0 1,1 0-1,-1-1 1,0 1-1,-9 4 1,-1-1-6781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2.7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 24575,'3'-3'0,"4"-1"0,5 0 0,2 1 0,3 1 0,1 1 0,0 0 0,1 1 0,0 0 0,0 0 0,0 0 0,-3 0-8191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3.1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64 24575,'0'-8'0,"1"-26"0,-1 33 0,0 0 0,0 0 0,1 0 0,-1 0 0,0 0 0,0 0 0,1 1 0,-1-1 0,1 0 0,-1 0 0,1 0 0,-1 0 0,1 0 0,-1 1 0,1-1 0,0 0 0,-1 0 0,1 1 0,0-1 0,0 1 0,-1-1 0,1 1 0,0-1 0,0 1 0,0-1 0,0 1 0,1-1 0,-1 1 0,0 0 0,0 0 0,-1 0 0,1 1 0,0-1 0,-1 0 0,1 1 0,0-1 0,-1 0 0,1 1 0,-1-1 0,1 0 0,0 1 0,-1-1 0,1 1 0,-1-1 0,1 1 0,-1 0 0,0-1 0,1 1 0,-1-1 0,1 1 0,-1 0 0,0-1 0,0 1 0,1 0 0,-1-1 0,0 1 0,0 0 0,0 0 0,0 0 0,4 28 0,-4-26 0,0 29 0,-1 0 0,-2-1 0,-1 1 0,-14 54 0,9-48 0,1 0 0,-3 60 0,11-93 0,0 0 0,0 0 0,1 1 0,-1-1 0,1 0 0,0 0 0,0 0 0,1 0 0,0 0 0,0 0 0,0 0 0,0-1 0,1 1 0,0-1 0,0 1 0,0-1 0,0 0 0,6 5 0,-4-5 0,0-1 0,-1 0 0,1 0 0,1 0 0,-1 0 0,0-1 0,0 0 0,1 0 0,-1-1 0,1 0 0,0 0 0,-1 0 0,1 0 0,0-1 0,0 0 0,9-1 0,15-5-1365,-3-2-5461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3.3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24575,'3'0'0,"5"3"0,3 1 0,6 0 0,4-1 0,4 0 0,5-2 0,2 0 0,3-4 0,1-1 0,-5 0-8191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3.89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158 0 24575,'-3'6'0,"-7"9"0,-8 11 0,-8 13 0,-2 12 0,1 11 0,5 6 0,6 8 0,8 3 0,10 1 0,13-1 0,17-5 0,18-8 0,19-10 0,-2-14-8191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4.3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24575,'6'3'0,"5"7"0,8 12 0,8 10 0,8 14 0,6 10 0,2 12 0,1 9 0,-8 8 0,-10 7 0,-15 4 0,-19 5 0,-27 0 0,-7-17-8191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7.1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54 24575,'228'1'0,"541"-17"0,-759 15 0,-3 1 0,-1 0 0,1-1 0,-1 1 0,0-1 0,1-1 0,-1 1 0,0-1 0,0 0 0,0-1 0,0 1 0,7-5 0,-13 7-24,0-1 0,1 1 0,-1 0 0,0 0 0,0 0 1,1-1-1,-1 1 0,0 0 0,0 0 0,0-1 0,0 1 0,1 0 0,-1 0 0,0-1 0,0 1 0,0 0 0,0 0 0,0-1 0,0 1 0,0 0 0,0-1 0,0 1 0,0 0 0,0-1 0,0 1 0,0 0 1,0 0-1,0-1 0,0 1 0,0 0 0,0-1 0,0 1 0,0 0 0,-1 0 0,1-1 0,0 1 0,0 0 0,0 0 0,0-1 0,-1 1 0,1 0 0,0 0 0,0 0 0,-1-1 0,1 1 0,0 0 0,0 0 1,-1 0-1,1 0 0,0 0 0,0-1 0,-1 1 0,1 0 0,0 0 0,-1 0 0,1 0 0,-11-4-6802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7.4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 40 24575,'-1'-3'0,"1"1"0,-1 0 0,0 0 0,0-1 0,0 1 0,0 0 0,0 0 0,0 0 0,0 0 0,-1 0 0,1 1 0,-1-1 0,0 0 0,1 1 0,-1-1 0,-3-1 0,0-1 0,36 28 0,51 30 0,-5-4 0,-74-48 0,8 5 0,-1 1 0,0 0 0,0 0 0,-1 1 0,12 14 0,-19-21 0,-1 0 0,0 0 0,1 0 0,-1 0 0,0 0 0,0 1 0,0-1 0,0 0 0,-1 1 0,1-1 0,-1 0 0,1 1 0,-1-1 0,0 1 0,0-1 0,0 1 0,0-1 0,0 0 0,-1 1 0,1-1 0,-1 1 0,1-1 0,-1 0 0,0 1 0,0-1 0,0 0 0,0 0 0,-1 0 0,1 0 0,0 0 0,-1 0 0,0 0 0,1 0 0,-1-1 0,-3 3 0,-10 8-172,-1-1-1,0 0 0,-1-1 0,0-1 1,-1-1-1,-28 9 0,43-16 17,-59 22-6670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8.4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 18 24575,'-21'0'0,"17"0"0,14 0 0,141 2 0,272-11 0,-367 3 0,-52 4 168,-5 1 5,-7 0-1797,8 1 1542,-15-1-6744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8.85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18 24575,'3'0'0,"4"0"0,8 0 0,6 0 0,10 0 0,8 0 0,11 0 0,12 0 0,8 0 0,4 0 0,3-3 0,-4-1 0,-6 0 0,-10 1 0,-11 1 0,-19 1 0,-15 0-8191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9.3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31 24575,'6'3'0,"5"1"0,8 0 0,9 0 0,9-2 0,11-1 0,10-3 0,10-2 0,6 0 0,3-3 0,1 1 0,-3 0 0,-6 2 0,-11 1 0,-12-1 0,-18-1 0,-13 1-8191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1:59.6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18 24575,'3'0'0,"4"0"0,4 0 0,7 0 0,6 0 0,8-3 0,8-1 0,10 0 0,9 1 0,3 1 0,4 1 0,3 3 0,0 2 0,-7 0 0,-7-1 0,-7-1 0,-14 0 0,-14-2-8191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0.1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24575,'642'17'-514,"-162"-1"179,-377-14 335,427-7 0,-515 4 0,-6 0 0,0 1 0,0-1 0,-1-1 0,1 1 0,0-1 0,10-4 0,-19 6 0,0 0 0,0 0 0,-1 0 0,1-1 0,0 1 0,0 0 0,0 0 0,0 0 0,-1 0 0,1 0 0,0 0 0,0 0 0,0 0 0,0 0 0,0 0 0,0 0 0,-1-1 0,1 1 0,0 0 0,0 0 0,0 0 0,0 0 0,0 0 0,0 0 0,0-1 0,0 1 0,0 0 0,0 0 0,-1 0 0,1 0 0,0-1 0,0 1 0,0 0 0,0 0 0,0 0 0,0 0 0,0-1 0,0 1 0,0 0 0,0 0 0,1 0 0,-1 0 0,0 0 0,0-1 0,0 1 0,0 0 0,0 0 0,0 0 0,0 0 0,0 0 0,0-1 0,0 1 0,1 0 0,-1 0 0,0 0 0,0 0 0,0 0 0,0 0 0,0 0 0,0 0 0,1-1 0,-1 1 0,0 0 0,0 0 0,0 0 0,1 0 0,-16-3 0,-14-1-1224,-3 2-4894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0.3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19 24575,'3'0'0,"4"0"0,7 0 0,8 0 0,6 0 0,7-3 0,8-1 0,8 0 0,5 1 0,6 1 0,1 1 0,0 0 0,-5 1 0,-7 0 0,-14 0 0,-14 0-8191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0.98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24575,'338'13'31,"-135"-3"-219,-22-3 45,912 18-502,-1067-25 645,0 1 0,0-2 0,0-1 0,0 0 0,45-12 0,-60 8 151,-15 1 0,-17-1-1661,-4 4-4528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1.2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24575,'3'0'0,"7"0"0,8 0 0,14 0 0,13 0 0,19 0 0,16 0 0,19 0 0,16 0 0,9 0 0,-17 0-8191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2.4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 24575,'-20'0'0,"13"0"0,13 0 0,154 12 0,-65-3 0,765 26 0,-855-35 0,1-1 0,1 1 0,-1 0 0,1 1 0,-1 0 0,10 2 0,-14-2 0,0 0 0,0-1 0,0 1 0,0 0 0,0 1 0,-1-1 0,1 0 0,0 0 0,-1 1 0,1-1 0,-1 1 0,0-1 0,1 1 0,-1 0 0,0-1 0,0 1 0,0 0 0,0 0 0,0 0 0,-1 0 0,2 2 0,4 24 0,-1 0 0,-1 1 0,0 38 0,0-18 0,34 541 0,-37 1 0,-48-129 0,44-434 0,-12 56-1365,12-66-5461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02.8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24575,'2'1'0,"-1"0"0,1 1 0,0-1 0,0 0 0,0 0 0,-1 1 0,1-1 0,-1 1 0,1 0 0,-1-1 0,0 1 0,1 0 0,-1 0 0,0 0 0,0 0 0,1 2 0,2 4 0,49 86 0,-43-73 0,1 1 0,1-2 0,1 0 0,1 0 0,18 19 0,-30-37 0,0 0 0,0 0 0,0 0 0,0-1 0,1 1 0,-1-1 0,1 1 0,-1-1 0,1 0 0,-1 0 0,1 0 0,0-1 0,0 1 0,-1-1 0,1 1 0,0-1 0,0 0 0,-1 0 0,1 0 0,0 0 0,0-1 0,0 1 0,-1-1 0,1 1 0,0-1 0,-1 0 0,1 0 0,-1 0 0,5-3 0,6-4 0,-1 0 0,1-1 0,-1-1 0,14-14 0,-4 4 0,-13 13 0,0-2 0,1 1 0,0 0 0,0 1 0,0 0 0,1 1 0,23-10 0,-33 15 10,0 1 0,0-1 0,0 1-1,0 0 1,0 0 0,0-1 0,0 1-1,0 0 1,0 0 0,0 0 0,0 0-1,0 1 1,0-1 0,0 0 0,0 0-1,0 0 1,0 1 0,0-1 0,0 1-1,0-1 1,0 1 0,0-1 0,0 1-1,0-1 1,0 1 0,0 0 0,-1-1-1,1 1 1,0 0 0,-1 0 0,1 0-1,0 0 1,-1-1 0,1 3 0,1 1-254,-1 0 0,0 1 0,0-1 0,0 1 1,0-1-1,-1 8 0,1 8-6582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16.1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24575,'52'32'0,"-7"-2"0,52 22-300,149 55 0,117 18-1060,395 100-1926,10-24 467,-206-54-74,2870 938 885,-3205-999 2215,502 169 6244,-636-230-3485,-86-24-2543,-8-3 87,-13-8 593,-25-10 203,21 11-1306,0 0 0,0-2 0,1 0 0,1-1 0,-1-1 0,-19-20 0,24 21-1365,1 3-5461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16.4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442 21 24575,'-4'-11'0,"2"3"0,2 8 0,1-1 0,-1 1 0,1 0 0,-1 0 0,0 0 0,1 0 0,-1 0 0,1 0 0,-1-1 0,1 1 0,-1 0 0,1 0 0,-1 0 0,1 1 0,-1-1 0,0 0 0,1 0 0,-1 0 0,1 0 0,-1 0 0,1 0 0,-1 1 0,0-1 0,1 0 0,11 4 0,1 0 0,-2 0 0,1 1 0,0 0 0,-1 1 0,0 1 0,-1 0 0,11 8 0,-20-14 0,0-1 0,-1 1 0,1 0 0,0-1 0,-1 1 0,1 0 0,0 0 0,-1 0 0,1-1 0,-1 1 0,1 0 0,-1 0 0,0 0 0,1 0 0,-1 0 0,0 0 0,0 0 0,0 0 0,0 0 0,0 0 0,0 0 0,0 0 0,0 2 0,-1-2 0,1 0 0,-1 1 0,0-1 0,0 0 0,0 0 0,0 0 0,0 0 0,0 0 0,0 0 0,0 0 0,0 0 0,0 0 0,0 0 0,-3 1 0,-6 2 0,0 0 0,0-1 0,-18 5 0,25-8 0,-299 45-576,263-41-213,-111 11-6037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1.0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1 390 24575,'3'-4'0,"1"0"0,-1 0 0,1 0 0,-1-1 0,3-5 0,2-4 0,-8 14 0,0 1 0,0-1 0,0 0 0,0 0 0,0 0 0,0 0 0,0 0 0,0 1 0,0-1 0,0 0 0,0 0 0,0 0 0,0 0 0,0 0 0,0 1 0,0-1 0,0 0 0,0 0 0,0 0 0,0 0 0,0 0 0,0 1 0,0-1 0,1 0 0,-1 0 0,0 0 0,0 0 0,0 0 0,0 0 0,0 0 0,0 1 0,0-1 0,1 0 0,-1 0 0,0 0 0,0 0 0,0 0 0,0 0 0,0 0 0,1 0 0,-1 0 0,0 0 0,0 0 0,0 0 0,0 0 0,0 0 0,1 0 0,-1 0 0,0 0 0,0 0 0,0 0 0,0 0 0,0 0 0,1 0 0,-1 0 0,0 0 0,0 0 0,0-1 0,0 1 0,0 0 0,0 0 0,1 0 0,-1 0 0,0 0 0,1 16 0,-1-15 0,1 359 0,-3-185 0,-22-675 0,21 466 0,-3-22 0,2 1 0,6-89 0,-1 138 0,0-1 0,0 1 0,0 0 0,1 0 0,0 0 0,0 0 0,1 0 0,-1 0 0,1 0 0,8-10 0,-9 13 0,1 0 0,0 0 0,0 0 0,1 1 0,-1-1 0,1 1 0,-1 0 0,1 0 0,0 0 0,-1 0 0,1 0 0,0 1 0,0 0 0,1 0 0,-1 0 0,0 0 0,7 1 0,0 0 0,-1 0 0,1 1 0,0 1 0,-1 0 0,1 0 0,-1 1 0,0 0 0,0 1 0,0 0 0,-1 1 0,1 0 0,-1 0 0,10 8 0,-8-5 0,1 1 0,-2 0 0,1 1 0,-1 1 0,0-1 0,-1 1 0,-1 1 0,0 0 0,9 16 0,-14-21 0,0 0 0,0 1 0,0 0 0,-1-1 0,0 1 0,0 0 0,-1 0 0,0 0 0,-1 0 0,1 1 0,-2-1 0,1 0 0,-1 0 0,0 0 0,-1 0 0,-4 14 0,2-13 0,-1 1 0,0-1 0,0 0 0,0 0 0,-1-1 0,-1 0 0,1 0 0,-1 0 0,-1-1 0,1 0 0,-1 0 0,-16 9 0,10-7 0,-1 0 0,1-1 0,-1-1 0,-1-1 0,1 0 0,-1-1 0,0-1 0,0 0 0,-1-1 0,1-1 0,-23 1 0,35-4 43,1 1 0,0 0-1,0-1 1,-1 0 0,1 0-1,0 0 1,-4-2 0,6 3-107,0 0 1,0-1 0,0 1 0,1-1 0,-1 0-1,0 1 1,0-1 0,1 0 0,-1 1 0,0-1-1,1 0 1,-1 0 0,1 1 0,-1-1-1,1 0 1,-1 0 0,1 0 0,0 0 0,-1 0-1,1 0 1,0 0 0,0 0 0,0 0 0,-1 0-1,1 0 1,1-2 0,2-11-6763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1.4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 4 24575,'1'0'0,"0"0"0,-1 0 0,1 1 0,0-1 0,-1 0 0,1 1 0,0-1 0,-1 0 0,1 1 0,-1-1 0,1 1 0,-1-1 0,1 1 0,-1-1 0,1 1 0,-1-1 0,0 1 0,1 0 0,-1-1 0,0 1 0,1 0 0,-1-1 0,0 1 0,0 0 0,0-1 0,1 1 0,-1 0 0,0-1 0,0 1 0,0 0 0,0-1 0,0 1 0,0 0 0,0 0 0,-1 1 0,-3 29 0,3-27 0,-3 16 0,-2 9 0,1 1 0,-1 38 0,6-60 0,0 1 0,0-1 0,1 0 0,0 0 0,0 0 0,1 0 0,0 0 0,1-1 0,0 1 0,0-1 0,0 1 0,1-1 0,7 10 0,-8-13 0,0 0 0,0-1 0,1 1 0,-1-1 0,1 0 0,-1 0 0,1-1 0,0 1 0,0-1 0,0 0 0,1 0 0,-1 0 0,0 0 0,1-1 0,7 2 0,-5-2 0,-1-1 0,0 0 0,1 0 0,-1 0 0,1-1 0,-1 0 0,0 0 0,0-1 0,0 0 0,10-4 0,-5 1 0,1-1 0,-1 0 0,0-1 0,-1-1 0,0 0 0,0 0 0,0-1 0,-1 0 0,0 0 0,13-21 0,-18 25 0,-1-1 0,0 1 0,0-1 0,-1 0 0,0 0 0,0 0 0,0 0 0,0 0 0,-1-1 0,0 1 0,-1 0 0,1-1 0,-1 1 0,-1 0 0,1-1 0,-1 1 0,0 0 0,0 0 0,-1-1 0,-3-8 0,2 8 0,-1 0 0,0 1 0,0-1 0,0 1 0,-1 0 0,0 0 0,0 0 0,0 1 0,-1-1 0,0 1 0,0 1 0,0-1 0,0 1 0,-1 0 0,0 0 0,-12-4 0,8 4-136,-2 0-1,1 1 1,0 0-1,-1 1 1,1 1-1,-1 0 1,1 0-1,-1 1 0,-15 2 1,4 3-6690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1.7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218 103 24575,'0'-69'0,"0"41"0,0 23 0,0 9 0,-2 66 86,-3 0-1,-3 0 0,-32 128 1,13-107-655,-3-2 0,-58 118 0,71-170-6257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2.0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287 223 24575,'6'-6'0,"-1"-1"0,0 0 0,-1 0 0,1 0 0,-1-1 0,0 1 0,-1-1 0,0 0 0,0 0 0,-1 0 0,0 0 0,0-1 0,-1 1 0,0 0 0,-1-1 0,1 1 0,-2-1 0,-1-13 0,2 19 0,-1 0 0,0 1 0,0-1 0,0 0 0,0 1 0,0-1 0,-1 1 0,1-1 0,-1 1 0,0 0 0,1-1 0,-1 1 0,0 0 0,0 0 0,-1 0 0,-3-2 0,2 1 0,-1 1 0,1 0 0,-1 0 0,0 0 0,0 1 0,0-1 0,0 1 0,-9-1 0,-1 2 0,0 0 0,0 0 0,-1 1 0,1 1 0,-19 5 0,31-6 0,-19 4 0,-30 12 0,47-15 0,-1 0 0,1 0 0,0 1 0,0 0 0,1 0 0,-1 0 0,1 1 0,-1-1 0,1 1 0,0 0 0,-5 6 0,9-9 0,-1 1 0,0-1 0,0 1 0,1 0 0,-1-1 0,1 1 0,0-1 0,-1 1 0,1 0 0,0-1 0,0 1 0,0 0 0,0-1 0,0 1 0,0 0 0,0-1 0,1 1 0,-1 0 0,1-1 0,-1 1 0,1-1 0,0 1 0,-1-1 0,1 1 0,0-1 0,0 1 0,0-1 0,0 0 0,0 1 0,1-1 0,-1 0 0,2 1 0,5 6 0,1-1 0,1 0 0,16 9 0,-17-10 0,32 17 0,47 19 0,-56-28 0,-1 1 0,0 1 0,45 33 0,-73-46 0,1-1 0,-1 1 0,0 0 0,0 1 0,0-1 0,-1 0 0,1 1 0,2 4 0,-5-7 0,1 0 0,-1 0 0,1 0 0,-1 1 0,0-1 0,1 0 0,-1 0 0,0 0 0,0 1 0,0-1 0,0 0 0,0 0 0,0 0 0,0 1 0,-1-1 0,1 0 0,0 0 0,-1 0 0,1 1 0,0-1 0,-1 0 0,0 0 0,1 0 0,-1 0 0,0 0 0,1 0 0,-1 0 0,0 0 0,0 0 0,0-1 0,0 1 0,-1 1 0,-6 3 0,0 0 0,0-1 0,-1 0 0,1 0 0,-1-1 0,0 0 0,0-1 0,0 0 0,-9 1 0,-12 1 0,-42-1 0,48-3-455,0-2 0,-27-4 0,10-2-6371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2.4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38 1 24575,'1'0'0,"8"0"0,-11 1 0,-15 9 0,13-5 0,1 0 0,0-1 0,0 1 0,1 0 0,-1 0 0,1 1 0,0-1 0,0 0 0,1 1 0,0-1 0,0 1 0,0 0 0,0-1 0,1 12 0,1 1 0,1 1 0,0-1 0,7 25 0,-6-29 0,1 0 0,1 0 0,0 0 0,1 0 0,1-1 0,13 21 0,-18-31 0,1 0 0,-1 1 0,1-1 0,-1 0 0,1 0 0,0 0 0,1 0 0,-1-1 0,0 1 0,1-1 0,-1 0 0,1 0 0,0 0 0,-1-1 0,1 1 0,0-1 0,0 0 0,0 0 0,0 0 0,1 0 0,-1-1 0,0 0 0,0 0 0,0 0 0,0 0 0,0-1 0,1 1 0,3-2 0,1-2 0,0 0 0,0 0 0,0-1 0,-1 0 0,0 0 0,0-1 0,0 0 0,0 0 0,-1-1 0,0 0 0,-1 0 0,7-10 0,-6 8 0,0-1 0,-1 0 0,0-1 0,0 1 0,-2-1 0,1 0 0,-1 0 0,-1-1 0,4-19 0,-6 27 10,-1 0-1,1-1 1,-1 1-1,0-1 1,0 1-1,-1 0 1,0-1-1,1 1 1,-1 0-1,-1-1 1,1 1-1,-1 0 0,1 0 1,-1 0-1,0 0 1,-1 0-1,-3-4 1,2 3 4,0 1 0,0 1 1,-1-1-1,1 0 0,-1 1 0,0 0 0,0 0 1,-1 1-1,1-1 0,0 1 0,-10-2 1,-5-1-259,0 2 0,-1 1 0,1 0 0,-1 2 1,1 0-1,-27 4 0,-14 3-6582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3.2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3 233 24575,'-1'-37'0,"0"24"0,1 0 0,0-1 0,0 1 0,1 0 0,4-17 0,-5 29 0,0 0 0,1 1 0,-1-1 0,0 0 0,0 1 0,0-1 0,1 0 0,-1 1 0,0-1 0,1 0 0,-1 1 0,1-1 0,-1 1 0,0-1 0,1 0 0,-1 1 0,1 0 0,0-1 0,-1 1 0,1-1 0,-1 1 0,1-1 0,0 1 0,-1 0 0,1 0 0,0-1 0,-1 1 0,1 0 0,0 0 0,-1 0 0,2 0 0,0 0 0,0 0 0,0 1 0,-1 0 0,1-1 0,0 1 0,-1 0 0,1 0 0,-1 0 0,1 0 0,-1 0 0,1 0 0,1 2 0,4 5 0,1 1 0,-1-1 0,7 12 0,86 172 0,-71-128 0,47 73 0,-75-135 0,0 0 0,1 0 0,-1 0 0,0 0 0,1-1 0,-1 1 0,1 0 0,0-1 0,-1 0 0,1 1 0,0-1 0,0 0 0,0 0 0,2 1 0,-3-2 0,-1 1 0,1-1 0,-1 0 0,1 0 0,-1 0 0,1 0 0,-1 0 0,1-1 0,-1 1 0,0 0 0,1 0 0,-1 0 0,1 0 0,-1 0 0,1-1 0,-1 1 0,0 0 0,1 0 0,-1-1 0,1 1 0,-1 0 0,0-1 0,1 1 0,-1-1 0,8-18 0,-3-31 0,1-56 0,-3 20 0,-1 59 0,1-32 0,22-109 0,-25 165 17,8-21 303,-7 23-375,-1 0 0,0 1 0,0-1 0,1 0 0,-1 1 0,0-1 0,1 1 1,-1-1-1,0 0 0,1 1 0,-1-1 0,1 1 0,-1-1 0,1 1 0,-1 0 0,1-1 0,0 1 1,-1-1-1,1 1 0,-1 0 0,1 0 0,0-1 0,-1 1 0,1 0 0,0 0 0,0 0 1,-1 0-1,1 0 0,0 0 0,0 0 0,8 4-6771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3.61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31 206 24575,'12'-3'0,"-11"2"0,-1 1 0,1 0 0,-1-1 0,1 1 0,-1 0 0,0 0 0,1-1 0,-1 1 0,1 0 0,-1 0 0,1 0 0,-1 0 0,1 0 0,-1 0 0,1 0 0,0 0 0,-1 0 0,1 0 0,-1 0 0,1 0 0,-1 0 0,1 0 0,-1 0 0,1 0 0,-1 0 0,1 1 0,-1-1 0,1 0 0,-1 0 0,0 1 0,1-1 0,-1 0 0,1 1 0,-1-1 0,0 0 0,1 1 0,-1-1 0,0 1 0,1-1 0,-1 1 0,0-1 0,0 1 0,1-1 0,-1 1 0,0-1 0,0 1 0,0-1 0,0 1 0,0-1 0,0 2 0,1 2 0,0 0 0,0 0 0,-1 1 0,1-1 0,-1 0 0,0 1 0,-1-1 0,1 0 0,-1 1 0,-1 5 0,-16 46 0,11-34 0,-3 19 0,8-31 0,0-1 0,0 1 0,-1-1 0,0 0 0,0 0 0,-9 15 0,20-56 0,15-23 0,3 0 0,3 2 0,38-55 0,-46 75 0,-6 9 0,-1 1 0,32-41 0,-45 62 0,0 1 0,0 0 0,0 0 0,0 0 0,0 0 0,0 0 0,1 0 0,-1 0 0,0 0 0,1 0 0,-1 0 0,0 1 0,1-1 0,-1 1 0,1-1 0,-1 1 0,1-1 0,2 1 0,-3 0 0,0 0 0,0 1 0,0-1 0,0 0 0,0 1 0,0-1 0,0 1 0,0-1 0,-1 1 0,1-1 0,0 1 0,0 0 0,0-1 0,0 1 0,-1 0 0,1 0 0,0 0 0,-1 0 0,2 1 0,1 5 0,0 1 0,0-1 0,0 1 0,-1-1 0,2 13 0,17 104 231,-10-51-1029,37 128 0,-40-176-6028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4.0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34 344 24575,'-11'-19'0,"7"14"0,1-1 0,0 1 0,0-1 0,1 0 0,0 1 0,-3-11 0,5 14 0,0 0 0,0 0 0,0 0 0,0 0 0,0 1 0,0-1 0,1 0 0,-1 0 0,0 0 0,1 1 0,0-1 0,-1 0 0,1 0 0,0 1 0,0-1 0,0 1 0,0-1 0,0 1 0,1-1 0,-1 1 0,0 0 0,1-1 0,-1 1 0,1 0 0,-1 0 0,1 0 0,2-1 0,14-6 0,1 1 0,0 0 0,0 1 0,0 2 0,0 0 0,31-3 0,-9 1 0,54-8 0,68-12 0,-156 24 0,0 1 0,0-2 0,0 1 0,-1-1 0,1 0 0,-1 0 0,10-7 0,-15 10 0,0-1 0,0 0 0,0 0 0,0 0 0,0 0 0,0 0 0,0 0 0,0 0 0,0 0 0,-1 0 0,1-1 0,0 1 0,-1 0 0,1 0 0,-1-1 0,1 1 0,-1 0 0,1-1 0,-1 1 0,0 0 0,0-1 0,0 1 0,0 0 0,0-1 0,0 1 0,0-1 0,0 1 0,-1 0 0,1-1 0,0 1 0,-1 0 0,1-1 0,-1 1 0,0 0 0,1 0 0,-1 0 0,0-1 0,0 1 0,0 0 0,1 0 0,-1 0 0,0 0 0,-1 0 0,1 1 0,-2-2 0,2 0 0,0 1 0,0 0 0,-1-1 0,1 1 0,-1 0 0,1 0 0,-1 0 0,0 0 0,1 0 0,-1 0 0,0 1 0,1-1 0,-1 1 0,0-1 0,0 1 0,0-1 0,0 1 0,0 0 0,1 0 0,-1 0 0,0 0 0,0 0 0,0 1 0,0-1 0,0 0 0,1 1 0,-3 0 0,2 1 0,-1-1 0,1 1 0,0-1 0,0 1 0,1 0 0,-1 0 0,0 0 0,1 0 0,-1 0 0,1 0 0,0 1 0,-1-1 0,1 0 0,0 1 0,0-1 0,1 1 0,-1-1 0,0 1 0,1 3 0,-2 11 0,1 0 0,0 0 0,2 0 0,0 0 0,1-1 0,1 1 0,0 0 0,1-1 0,1 0 0,0 0 0,2 0 0,-1-1 0,2 0 0,0 0 0,13 17 0,-18-28 0,0 0 0,0-1 0,0 1 0,0-1 0,1 0 0,-1 0 0,1 0 0,0-1 0,0 1 0,0-1 0,0 0 0,0 0 0,0 0 0,0-1 0,1 1 0,-1-1 0,1 0 0,-1-1 0,7 1 0,-6-1 0,0 0 0,-1-1 0,1 0 0,0 0 0,0 0 0,0-1 0,-1 0 0,1 0 0,-1 0 0,1 0 0,-1-1 0,0 1 0,0-1 0,0 0 0,0 0 0,0-1 0,4-5 0,1-1 0,-2-1 0,0 0 0,0 0 0,-1-1 0,0 1 0,-1-1 0,0 0 0,-1-1 0,0 1 0,-1-1 0,-1 0 0,2-21 0,-3 25 0,0 0 0,-1 0 0,0 0 0,-1 0 0,0 0 0,0 0 0,-1 0 0,0 1 0,-1-1 0,0 1 0,0-1 0,-1 1 0,0 0 0,0 0 0,-1 1 0,0-1 0,0 1 0,-1 0 0,-7-7 0,9 11-54,0 0-1,-1 0 0,1 0 1,-1 1-1,1 0 1,-1 0-1,0 0 0,0 0 1,0 1-1,0 0 1,0 0-1,0 0 0,0 1 1,0-1-1,-1 1 0,1 1 1,0-1-1,0 1 1,0-1-1,0 1 0,0 1 1,0-1-1,0 1 1,-8 4-1,-15 9-6771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4.2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19 24575,'-3'-3'0,"-1"-4"0,3-1 0,2 7 0,4 7 0,1 6 0,2 6 0,1 7 0,1 6 0,-1 2 0,-2 4 0,-2 0 0,-2 1 0,-2-3 0,0-2 0,-1-6-8191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4.9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75 77 24575,'0'-1'0,"0"0"0,0 1 0,0-1 0,0 1 0,0-1 0,-1 0 0,1 1 0,0-1 0,0 1 0,0-1 0,0 1 0,-1-1 0,1 1 0,0-1 0,0 1 0,-1-1 0,1 1 0,-1-1 0,1 1 0,0-1 0,-1 1 0,1 0 0,-1-1 0,0 1 0,1-1 0,0 1 0,-1 0 0,1 0 0,-1 0 0,1 0 0,-1 0 0,1 1 0,0-1 0,-1 0 0,1 0 0,-1 0 0,1 0 0,-1 0 0,1 1 0,0-1 0,-1 0 0,1 0 0,0 0 0,-1 1 0,1-1 0,0 0 0,-1 1 0,1-1 0,0 0 0,0 1 0,-1-1 0,1 0 0,0 1 0,0-1 0,0 1 0,-1-1 0,1 0 0,0 1 0,0 0 0,-9 23 0,1 2 0,1-1 0,1 1 0,-4 39 0,6-36 0,-2 7 0,2 2 0,1 62 0,9-76 0,1-20 0,3-12 0,-5 0 0,-1 1 0,0-1 0,0-1 0,-1 1 0,0 0 0,2-10 0,9-56 0,-12 58 0,14-128 0,-2 12 0,-10 111 0,-1 14 0,1 11 0,5 30 0,-2 0 0,4 48 0,-7-44 0,17 66 0,-21-102 0,0 0 0,1-1 0,-1 1 0,1-1 0,-1 1 0,1 0 0,0-1 0,0 0 0,0 1 0,0-1 0,0 1 0,0-1 0,1 2 0,-1-3 0,-1 0 0,0 0 0,1 0 0,-1 0 0,1 0 0,-1 0 0,0 0 0,1 0 0,-1 0 0,1 0 0,-1 0 0,0 0 0,1 0 0,-1 0 0,1 0 0,-1 0 0,0 0 0,1 0 0,-1-1 0,0 1 0,1 0 0,-1 0 0,0-1 0,1 1 0,-1 0 0,0 0 0,1-1 0,-1 1 0,0 0 0,0-1 0,1 1 0,-1-1 0,4-6 0,0 1 0,0-2 0,-1 1 0,4-10 0,-1 1 0,8-14 0,0 1 0,29-41 0,-37 61 0,1 0 0,0 1 0,1-1 0,-1 2 0,1-1 0,1 1 0,-1 0 0,1 1 0,1 0 0,-1 0 0,15-5 0,-21 9 0,1 1 0,-1 0 0,1 0 0,-1 0 0,1 0 0,0 1 0,-1-1 0,1 1 0,0 0 0,-1 0 0,1 1 0,0-1 0,-1 1 0,1-1 0,-1 1 0,1 0 0,-1 1 0,5 1 0,-4 0 0,0 0 0,1 0 0,-2 0 0,1 0 0,0 1 0,-1 0 0,1 0 0,-1 0 0,0 0 0,0 0 0,3 8 0,3 9 0,-1 0 0,-1 0 0,-1 1 0,5 36 0,-3 2 325,3 17-2015,-6-60-5136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5.3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74 29 24575,'11'-7'0,"-10"6"0,1 1 0,-1-1 0,0 1 0,0-1 0,0 0 0,0 1 0,0-1 0,0 0 0,0 0 0,0 0 0,0 0 0,0 1 0,0-2 0,0 1 0,-1 0 0,1 0 0,0 0 0,-1 0 0,1 0 0,0-2 0,-1 3 0,-1-1 0,1 1 0,-1 0 0,1 0 0,-1 0 0,1 0 0,-1 0 0,1 0 0,0 0 0,-1-1 0,1 2 0,-1-1 0,1 0 0,-1 0 0,1 0 0,-1 0 0,1 0 0,-1 0 0,1 0 0,-1 0 0,1 1 0,0-1 0,-1 0 0,1 0 0,-1 1 0,1-1 0,0 0 0,-1 1 0,1-1 0,-15 10 0,8-4 0,1 0 0,0 0 0,0 1 0,0 0 0,1 0 0,0 1 0,0-1 0,1 1 0,0 0 0,0 1 0,1-1 0,0 0 0,0 1 0,1 0 0,-2 16 0,2-10 0,1 0 0,0 0 0,1 1 0,1-1 0,0 0 0,2 0 0,-1 0 0,8 23 0,-7-32 0,-1-1 0,1 1 0,0-1 0,0 0 0,1 0 0,-1 0 0,1 0 0,0-1 0,9 8 0,-12-11 0,0 0 0,0 0 0,0 0 0,1 0 0,-1 0 0,0 0 0,1-1 0,-1 1 0,1 0 0,-1-1 0,0 1 0,1-1 0,0 1 0,-1-1 0,1 0 0,-1 0 0,1 0 0,-1 0 0,1 0 0,-1 0 0,1 0 0,-1 0 0,1-1 0,-1 1 0,1-1 0,-1 1 0,1-1 0,-1 1 0,1-1 0,-1 0 0,0 0 0,1 1 0,-1-1 0,0 0 0,0 0 0,0-1 0,0 1 0,0 0 0,0 0 0,0 0 0,0-1 0,0 1 0,0-2 0,1 0 0,0-1 0,0 1 0,-1-1 0,1 0 0,-1 1 0,0-1 0,0 0 0,-1 0 0,1 0 0,-1 0 0,0 0 0,0 0 0,0 1 0,0-1 0,-1 0 0,1 0 0,-1 0 0,0 0 0,0 1 0,-1-1 0,1 0 0,-1 1 0,-3-6 0,1 3 0,1 0 0,-1 1 0,-1-1 0,1 1 0,-1 1 0,0-1 0,0 0 0,0 1 0,-1 0 0,0 1 0,1-1 0,-13-4 0,17 8 0,1-1 0,-1 1 0,0 0 0,0 0 0,0-1 0,0 1 0,1 0 0,-1-1 0,0 1 0,1-1 0,-1 1 0,0-1 0,1 0 0,-1 1 0,0-1 0,1 1 0,-1-1 0,0-1 0,1 1 0,0 1 0,1 0 0,-1-1 0,0 1 0,0-1 0,1 1 0,-1 0 0,0-1 0,0 1 0,1 0 0,-1-1 0,1 1 0,-1 0 0,0 0 0,1-1 0,-1 1 0,0 0 0,1 0 0,-1 0 0,1 0 0,-1-1 0,1 1 0,-1 0 0,1 0 0,44-7 0,-35 6 0,154-23-1365,-106 13-5461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5.8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215 232 24575,'9'-8'0,"1"0"0,14-11 0,11-7 0,-22 14 0,46-46 0,-55 53 0,1 0 0,-1-1 0,0 1 0,0-1 0,-1 0 0,0 0 0,0-1 0,0 1 0,2-9 0,-5 14 0,1 0 0,-1 0 0,0 0 0,0 0 0,0 0 0,1 0 0,-1-1 0,0 1 0,0 0 0,-1 0 0,1 0 0,0 0 0,0 0 0,0 0 0,-1 0 0,1-1 0,-1 1 0,1 0 0,-1 0 0,1 0 0,-1 0 0,1 1 0,-1-1 0,-1-2 0,0 2 0,1 1 0,-1-1 0,1 0 0,-1 1 0,1-1 0,-1 1 0,0-1 0,1 1 0,-1 0 0,0 0 0,1 0 0,-1 0 0,0 0 0,-2 0 0,-6 2 0,1 0 0,0 0 0,0 1 0,-15 7 0,-5 4 0,0 2 0,1 2 0,1 0 0,1 2 0,0 0 0,2 2 0,-34 38 0,52-54 0,1 1 0,-1 1 0,1-1 0,1 1 0,-1 0 0,-5 14 0,9-19 0,1 0 0,-1-1 0,0 1 0,1 0 0,0 0 0,-1-1 0,1 1 0,0 0 0,1 0 0,-1-1 0,0 1 0,1 0 0,-1-1 0,1 1 0,0 0 0,0-1 0,0 1 0,0-1 0,1 1 0,-1-1 0,1 0 0,-1 1 0,1-1 0,0 0 0,3 4 0,3 0 0,0 0 0,0-1 0,0 0 0,0 0 0,1 0 0,0-1 0,16 5 0,73 14 0,-17-4 0,-75-18 0,-1 1 0,0 0 0,0 1 0,0-1 0,7 5 0,-12-7 0,1 1 0,0-1 0,-1 1 0,1-1 0,0 1 0,-1-1 0,1 1 0,-1-1 0,1 1 0,-1 0 0,1-1 0,-1 1 0,1 0 0,-1-1 0,0 1 0,1 0 0,-1-1 0,0 1 0,0 0 0,1 0 0,-1-1 0,0 1 0,0 0 0,0 0 0,0 0 0,0-1 0,0 1 0,0 0 0,0 0 0,0-1 0,-1 1 0,1 0 0,0 0 0,0-1 0,-1 1 0,1 0 0,0 0 0,-1-1 0,1 1 0,-1 0 0,1-1 0,-1 1 0,1-1 0,-1 1 0,1-1 0,-2 2 0,-5 3 0,0 0 0,0-1 0,0 0 0,-1 0 0,1 0 0,-1-1 0,0 0 0,-15 3 0,-69 10 0,88-15 0,-124 8-1365,93-8-5461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6.7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82 198 24575,'-7'-42'0,"5"36"0,1-1 0,0 0 0,0 1 0,0-1 0,1-9 0,0 10 0,1-1 0,1 1 0,-1-1 0,1 1 0,0 0 0,0 0 0,1 0 0,0 0 0,0 0 0,0 0 0,1 1 0,6-8 0,-8 11 0,-1 1 0,1-1 0,0 0 0,0 1 0,0-1 0,0 1 0,0 0 0,0-1 0,0 1 0,0 0 0,0 0 0,1 1 0,-1-1 0,0 0 0,1 1 0,-1-1 0,0 1 0,1 0 0,-1 0 0,1 0 0,-1 0 0,0 0 0,1 1 0,-1-1 0,1 1 0,-1-1 0,0 1 0,0 0 0,1 0 0,-1 0 0,0 0 0,0 0 0,0 1 0,0-1 0,0 0 0,3 4 0,1 1 0,-1 0 0,0 0 0,0 0 0,0 0 0,-1 1 0,0 0 0,0 0 0,0 0 0,-1 0 0,0 0 0,-1 1 0,0 0 0,0-1 0,0 1 0,-1 0 0,0 0 0,-1 0 0,0 11 0,-1-5 0,0 0 0,-1 0 0,0 0 0,-1-1 0,0 1 0,-1-1 0,-1 0 0,0 0 0,-13 22 0,6-16 0,-1-1 0,0-1 0,-1 0 0,-21 18 0,23-25 0,1 0 0,-2-1 0,1 0 0,-1-1 0,0 0 0,-27 10 0,57-23 0,1 0 0,0 1 0,0 1 0,25-1 0,-27 6-57,1 0 0,-1 1 0,0 1 0,0 1 0,-1 0 0,1 1-1,-1 1 1,24 14 0,-16-9-794,-8-5-5975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6.9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1 310 24575,'2'-48'0,"17"-87"0,-11 86 0,-7 40 0,7-30 0,-7 37 0,-1 0 0,1 0 0,0 0 0,0 0 0,0 1 0,0-1 0,0 0 0,0 0 0,0 0 0,1 1 0,-1-1 0,1 1 0,-1-1 0,4-2 0,-4 4 0,-1 0 0,1 0 0,0 0 0,0-1 0,-1 1 0,1 0 0,0 0 0,0 0 0,-1 0 0,1 0 0,0 0 0,-1 1 0,1-1 0,0 0 0,0 0 0,-1 0 0,1 1 0,0-1 0,-1 0 0,1 1 0,0-1 0,-1 0 0,1 1 0,-1-1 0,1 1 0,-1-1 0,1 1 0,-1 0 0,1-1 0,-1 1 0,1-1 0,-1 1 0,0 0 0,1-1 0,-1 1 0,1 1 0,11 29 0,-11-28 0,51 214 316,-16-56-1997,-28-133-5145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7.3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 1 24575,'0'0'0,"-1"0"0,0 1 0,0-1 0,1 0 0,-1 0 0,1 1 0,-1-1 0,0 1 0,1-1 0,-1 0 0,1 1 0,-1-1 0,1 1 0,-1-1 0,1 1 0,-1 0 0,1-1 0,-1 1 0,1-1 0,0 1 0,0 0 0,-1-1 0,1 1 0,0 0 0,0-1 0,-1 1 0,1 1 0,-3 24 0,2-23 0,-1 180 0,2-37 0,-4-123 0,1-11 0,7-23 0,62-250 0,-62 247 0,-2-9 0,-3 19 0,-2 13 0,-5 45-1365,7-36-5461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8.0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8 156 24575,'0'0'0,"-1"1"0,1-1 0,0 0 0,0 0 0,-1 0 0,1 0 0,0 0 0,0 0 0,-1 0 0,1 0 0,0 0 0,0 0 0,-1-1 0,1 1 0,0 0 0,0 0 0,-1 0 0,1 0 0,0 0 0,0 0 0,0 0 0,-1-1 0,1 1 0,0 0 0,0 0 0,0 0 0,0 0 0,-1-1 0,1 1 0,0 0 0,0 0 0,0 0 0,0-1 0,0 1 0,0 0 0,-1 0 0,1-1 0,0 1 0,0 0 0,0 0 0,0-1 0,0 1 0,0 0 0,0 0 0,0-1 0,0 1 0,0 0 0,0 0 0,0-1 0,1 1 0,-1 0 0,0 0 0,0 0 0,0-1 0,0 1 0,0 0 0,0 0 0,1-1 0,11-11 0,-9 12 0,0-1 0,1 0 0,-1 1 0,1-1 0,-1 1 0,1 0 0,-1 0 0,1 1 0,-1-1 0,0 1 0,1-1 0,-1 1 0,0 0 0,1 1 0,-1-1 0,0 0 0,4 3 0,7 4 0,-1 0 0,17 14 0,3 7 0,-1 2 0,-1 1 0,-2 1 0,31 46 0,-26-33 0,-31-43 0,23 27 0,-11-22 0,-14-8 0,-1 0 0,1 0 0,-1 0 0,1 0 0,-1 0 0,1-1 0,-1 1 0,1 0 0,-1 0 0,1 0 0,-1 0 0,1-1 0,-1 1 0,1 0 0,-1-1 0,0 1 0,1 0 0,-1 0 0,0-1 0,1 1 0,-1-1 0,0 1 0,1 0 0,-1-1 0,0 1 0,0-1 0,1 1 0,-1-2 0,4-10 0,0-1 0,-1 0 0,-1 0 0,0 0 0,0-18 0,1-2 0,4-29 0,32-204 0,-35 258 0,-2 17 0,-1 21 0,-13 106 90,6-84-1545,-1 24-5371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8.84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423 42 24575,'2'-4'0,"0"-1"0,0 1 0,1 0 0,0 0 0,0 0 0,0 1 0,0-1 0,0 1 0,5-4 0,-8 7 0,0 0 0,0 0 0,0 0 0,1 0 0,-1 0 0,0 0 0,0 0 0,0 0 0,1 0 0,-1 0 0,0 0 0,0 0 0,0 0 0,1 0 0,-1 0 0,0 0 0,0 0 0,0 0 0,0 1 0,1-1 0,-1 0 0,0 0 0,0 0 0,0 0 0,0 0 0,1 0 0,-1 0 0,0 1 0,0-1 0,0 0 0,0 0 0,0 0 0,0 0 0,0 1 0,1-1 0,-1 0 0,0 0 0,0 0 0,0 0 0,0 1 0,0-1 0,0 0 0,0 0 0,0 0 0,0 1 0,0-1 0,0 0 0,0 0 0,0 0 0,0 1 0,0-1 0,0 0 0,0 0 0,-1 0 0,1 0 0,0 1 0,0-1 0,0 0 0,0 0 0,-3 17 0,-97 253 0,44-132 0,-17 63-29,8 4-1,10 1 0,-51 373 0,105-568-1216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39.3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1 772 24575,'47'-2'0,"59"-9"0,-38 2 0,2036-222-5194,710-81-3146,-1986 211 8409,-285 18 3954,-479 71-2893,-44 5 1130,-38 4-998,-100 12 410,118-9-1694,-72 9-5029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48.6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97 53 24575,'-16'-5'0,"-1"-2"0,1 0 0,-26-16 0,41 23 0,1 0 0,0 0 0,0 0 0,0 0 0,-1 0 0,1 0 0,0 0 0,0 0 0,0 0 0,0 0 0,-1 0 0,1 0 0,0 0 0,0 0 0,0-1 0,0 1 0,-1 0 0,1 0 0,0 0 0,0 0 0,0 0 0,0 0 0,0-1 0,0 1 0,-1 0 0,1 0 0,0 0 0,0 0 0,0-1 0,0 1 0,0 0 0,0 0 0,0 0 0,0 0 0,0-1 0,0 1 0,0 0 0,0 0 0,0 0 0,0-1 0,0 1 0,0 0 0,0 0 0,0 0 0,0 0 0,0-1 0,0 1 0,0 0 0,0 0 0,1 0 0,-1 0 0,0-1 0,0 1 0,0 0 0,0 0 0,0 0 0,0 0 0,1 0 0,-1-1 0,0 1 0,0 0 0,0 0 0,17-3 0,11 3 0,-1 1 0,36 7 0,-45-6 0,981 143-4243,3 25-922,925 178 1066,-3 16 6402,-1862-351-2077,-25-5 897,0-1 0,0-2 0,41 1 0,-59-9 498,-19 3-1581,1 0 0,-1-1 0,0 1 1,0 0-1,1 0 0,-1 0 0,0 0 0,0 0 1,1 0-1,-1-1 0,0 1 0,0 0 0,0 0 0,0 0 1,1-1-1,-1 1 0,0 0 0,0 0 0,0-1 1,0 1-1,0 0 0,0 0 0,0-1 0,1 1 0,-1 0 1,0 0-1,0-1 0,0 1 0,0 0 0,0 0 1,0-1-1,0 1 0,-1-2 100,0 1 0,0 0 0,0-1-1,0 1 1,0 0 0,-1 0 0,1 0 0,0-1 0,-1 1 0,1 1-1,0-1 1,-1 0 0,1 0 0,-4-1 0,-29-11-912,-4 0-5206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49.1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5571 1 24575,'-9'1'0,"0"0"0,0 1 0,0 0 0,1 1 0,-1 0 0,1 0 0,-1 0 0,1 1 0,0 1 0,-7 5 0,1-2 0,-214 134 52,87-52-363,-198 113-1731,-389 167-1,47-86-776,-11-21 2287,-278 112 851,27 56-2404,526-190 2495,158-57 2862,256-181-3175,-9 5 769,1 1 1,-17 19 0,24-20 66,10-7 5,12-6-336,21-12-980,45-28 0,-54 28-6448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4.4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191 1009 24575,'1'-11'0,"1"0"0,0 0 0,1 0 0,0 0 0,1 0 0,7-16 0,-1 3 0,78-187 0,18-48 0,-104 253 0,55-161 0,-48 137 0,-2-1 0,0 0 0,2-47 0,-9 73 0,0 0 0,0 0 0,0 0 0,-1 0 0,0 0 0,0 0 0,0 0 0,0 0 0,-1 1 0,-4-10 0,6 13 0,-1 0 0,0 0 0,0 0 0,0 0 0,0 0 0,0 0 0,0 0 0,0 0 0,0 0 0,0 0 0,0 1 0,-1-1 0,1 0 0,0 1 0,0-1 0,-1 1 0,0-1 0,-1 1 0,1 0 0,0 0 0,0 0 0,0 0 0,-1 0 0,1 1 0,0-1 0,0 1 0,0-1 0,0 1 0,0 0 0,0 0 0,-4 2 0,-3 3 0,-1 0 0,2 1 0,-1 0 0,1 0 0,0 1 0,1 0 0,-11 14 0,-41 72 0,56-89 0,-39 71-34,4 3 0,3 0 0,-32 111 0,36-75-116,-30 220 1,31 128-151,32 0 164,-2-331-1084,-3-89-4880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4.7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1 306 24575,'0'-11'0,"0"1"0,1-1 0,0 1 0,1 0 0,0-1 0,1 1 0,0 0 0,6-12 0,-6 16 0,0 0 0,1 0 0,0 0 0,0 1 0,0-1 0,1 1 0,0 1 0,0-1 0,0 0 0,0 1 0,1 0 0,-1 1 0,13-7 0,5 0 0,2 1 0,-1 1 0,40-8 0,80-7 0,-83 15 0,5 1 0,-39 5 0,0-1 0,0-2 0,-1 0 0,28-10 0,-41 8 0,4 0 0,-17 7 0,1 0 0,-1 0 0,0 0 0,1 0 0,-1 1 0,1-1 0,-1 0 0,0 0 0,1 0 0,-1 1 0,0-1 0,1 0 0,-1 1 0,0-1 0,1 0 0,-1 1 0,0-1 0,0 0 0,1 1 0,-1-1 0,0 0 0,0 1 0,0-1 0,1 1 0,-1-1 0,0 0 0,0 1 0,0-1 0,0 1 0,0-1 0,0 1 0,0-1 0,0 0 0,0 1 0,0-1 0,0 1 0,0-1 0,-1 1 0,1 78 0,1 54 0,1-113 0,1 0 0,0 0 0,2 0 0,11 32 0,-12-40-455,1-1 0,12 20 0,-5-15-6371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4.8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 64 24575,'0'-6'0,"0"-5"0,0-4 0,-3 0 0,-4 4 0,-1 6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5.5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59 1 24575,'0'0'0,"1"-1"0,0 1 0,0 0 0,0 0 0,0 0 0,0 0 0,0 0 0,0 1 0,0-1 0,0 0 0,0 0 0,0 1 0,0-1 0,0 0 0,-1 1 0,1-1 0,0 1 0,0-1 0,0 1 0,-1-1 0,1 1 0,0 0 0,0-1 0,-1 1 0,1 0 0,-1-1 0,1 1 0,-1 0 0,1 0 0,-1 0 0,1 0 0,-1 0 0,0-1 0,1 1 0,-1 0 0,0 0 0,0 0 0,0 0 0,0 0 0,0 0 0,0 0 0,0 0 0,0 0 0,0 0 0,0 0 0,0 0 0,0 0 0,-1 0 0,0 1 0,-2 7 0,-1 1 0,0-1 0,0 0 0,-7 9 0,1 0 0,1 3 0,1-1 0,1 1 0,1 1 0,1-1 0,-4 26 0,8-39 0,0 0 0,1 0 0,-1 0 0,1 1 0,1-1 0,0 0 0,0 0 0,0 0 0,1 0 0,1 0 0,-1 0 0,1-1 0,0 1 0,1-1 0,0 1 0,0-1 0,6 7 0,-7-11 0,0 1 0,1-1 0,-1 0 0,1-1 0,-1 1 0,1-1 0,0 1 0,0-1 0,1 0 0,-1-1 0,0 1 0,0-1 0,1 0 0,-1 0 0,1 0 0,-1 0 0,1-1 0,-1 0 0,1 0 0,0 0 0,-1-1 0,1 1 0,-1-1 0,1 0 0,-1 0 0,0-1 0,1 1 0,4-3 0,-2 0 0,1 0 0,-1 0 0,0 0 0,0-1 0,-1 0 0,1 0 0,-1-1 0,0 0 0,0 0 0,-1 0 0,0-1 0,0 0 0,-1 0 0,7-13 0,-7 11 0,-1 0 0,0 0 0,-1-1 0,0 1 0,0-1 0,-1 1 0,0-1 0,-1 1 0,0-1 0,-1 0 0,0 1 0,0-1 0,-1 1 0,0-1 0,-4-10 0,3 12 0,-1 1 0,1-1 0,-1 1 0,0 0 0,-1 1 0,0-1 0,0 1 0,0 0 0,-1 0 0,0 0 0,0 1 0,0 0 0,-1 0 0,1 1 0,-1 0 0,0 0 0,-1 0 0,-10-3 0,12 4 0,7 1 0,12 1 0,35 2 0,-34-1 0,271-9 0,-267 7 0,1 1 0,0 1 0,0 1 0,-1 0 0,1 2 0,34 8 0,-47-9 0,0 0 0,-1 1 0,1-1 0,0 1 0,-1 0 0,0 1 0,0-1 0,0 1 0,0 0 0,0 0 0,-1 0 0,0 1 0,0 0 0,0 0 0,-1 0 0,1 0 0,-1 0 0,0 1 0,-1-1 0,1 1 0,-1 0 0,0 0 0,-1 0 0,2 9 0,-1-3 0,-1 0 0,0 0 0,-1-1 0,-1 1 0,0 0 0,-3 18 0,2-22 0,0-1 0,0 1 0,-1-1 0,0 0 0,0 0 0,-1 0 0,0 0 0,0 0 0,-1-1 0,-9 12 0,12-17 0,1 1 0,0-1 0,-1 0 0,1 0 0,-1 1 0,1-1 0,-1 0 0,1 0 0,-1-1 0,0 1 0,0 0 0,1 0 0,-1-1 0,0 1 0,0-1 0,0 0 0,0 1 0,0-1 0,0 0 0,1 0 0,-4-1 0,4 1 0,-1-1 0,1 1 0,-1-1 0,1 0 0,0 0 0,0 0 0,-1 0 0,1 0 0,0 0 0,0 0 0,0 0 0,0-1 0,0 1 0,0 0 0,0-1 0,0 1 0,1 0 0,-1-1 0,1 1 0,-1-1 0,1 1 0,-1-1 0,1 1 0,0-1 0,-1-3 0,1-4 0,0-1 0,0 0 0,1 0 0,0 0 0,0 0 0,1 0 0,1 1 0,-1-1 0,2 1 0,-1-1 0,1 1 0,1 0 0,-1 1 0,2-1 0,5-7 0,-1 3 0,0 0 0,0 1 0,2 0 0,-1 1 0,1 0 0,1 1 0,0 1 0,22-13 0,-31 20 0,0 0 0,0 0 0,0 0 0,1 0 0,-1 1 0,1 0 0,-1 0 0,1 0 0,-1 1 0,1-1 0,-1 1 0,1 0 0,4 1 0,-5 0 0,-1 0 0,0 0 0,1 0 0,-1 0 0,0 1 0,0 0 0,0-1 0,0 1 0,0 0 0,0 1 0,0-1 0,-1 0 0,1 1 0,-1-1 0,1 1 0,-1 0 0,2 4 0,2 4-91,0 1 0,0 0 0,-2 0 0,1 0 0,-2 0 0,1 1 0,-2 0 0,0 0 0,0 0 0,-1-1 0,-1 1 0,0 0 0,-1 0 0,-2 16 0,-2-8-6735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5.7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54 24575,'0'-3'0,"0"-4"0,0-4 0,-3 0 0,-5 1 0,-3 3 0,0 3-8191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6.6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453 147 24575,'-1'-29'0,"-8"-41"0,3 23 0,-4 195 0,-86 971-1380,47-760 630,-104 386 0,38-370 1389,112-367-672,1-4 209,0 1 1,0-1-1,1 1 1,-1-1-1,0 6 1,2-9-149,0 0 0,0-1 0,0 1 0,0 0 0,0-1 0,0 1 0,1 0 0,-1-1 1,0 1-1,0 0 0,0 0 0,1-1 0,-1 1 0,0 0 0,1-1 0,-1 1 0,0-1 1,1 1-1,-1-1 0,1 1 0,-1-1 0,1 1 0,-1-1 0,1 1 0,-1-1 1,1 1-1,0-1 0,-1 0 0,1 1 0,0-1 0,-1 0 0,1 0 0,0 1 0,-1-1 1,1 0-1,0 0 0,-1 0 0,1 0 0,1 0 0,10 1-6,-1-1-1,1-1 1,0 0-1,13-3 1,13-1-39,623-39-1404,-408 31 569,1205-61-5582,733 5 3922,-1016 50 3722,-1067 15-640,-33 0 678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7.3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1 402 24575,'159'-11'0,"13"-3"0,64-5-1031,910-70-6325,584-39 6644,14-1 784,-1682 124 165,-28 1 1039,-1 1 0,63 5-1,-95-2-1158,1 0 0,-1 0 0,1 0 0,-1 1 0,1-1 0,-1 0 1,0 1-1,1-1 0,-1 1 0,0 0 0,1-1 0,-1 1 0,0 0 0,2 1 0,-2-1-55,-1 0 0,0-1 0,1 1 0,-1-1 0,0 1 0,1 0-1,-1-1 1,0 1 0,0 0 0,0-1 0,1 1 0,-1 0 0,0-1 0,0 1 0,0 0 0,0 0 0,0-1 0,-1 1 0,1 0-1,0-1 1,0 2 0,-3 3 125,1 0 0,-1 0 0,1 0 0,-1-1-1,-1 1 1,-3 4 0,2-4-179,-19 28 45,2 1 0,1 1 0,1 1 0,2 1 0,2 0 0,1 1-1,2 1 1,2 0 0,-10 61 0,2 29-53,-3 167 0,22 133 0,1-255 0,1 707 0,-2-876 0,0 0 0,0 0 0,0 0 0,-1 0 0,0 0 0,-2 9 0,1-12 0,1 0 0,0 0 0,0 0 0,-1 1 0,1-1 0,-1-1 0,0 1 0,1 0 0,-1 0 0,0-1 0,0 1 0,0-1 0,0 1 0,0-1 0,-1 0 0,-2 1 0,-37 14-50,-2-2 0,0-2 0,-84 11 0,68-12-1115,-66 11-5661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8.3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63 24575,'-13'6'0,"13"-6"0,0 0 0,0 0 0,-1 0 0,1 0 0,0 0 0,0 0 0,0 0 0,0 0 0,-1 1 0,1-1 0,0 0 0,0 0 0,0 0 0,0 0 0,0 0 0,-1 0 0,1 1 0,0-1 0,0 0 0,0 0 0,0 0 0,0 0 0,0 1 0,0-1 0,0 0 0,0 0 0,0 0 0,0 1 0,0-1 0,0 0 0,0 0 0,0 0 0,0 0 0,0 1 0,0-1 0,0 0 0,0 0 0,0 0 0,0 1 0,0-1 0,0 0 0,0 0 0,0 0 0,0 0 0,0 1 0,0-1 0,1 0 0,-1 0 0,0 0 0,0 0 0,0 0 0,0 0 0,0 1 0,1-1 0,-1 0 0,0 0 0,0 0 0,0 0 0,0 0 0,1 0 0,-1 0 0,0 0 0,0 0 0,0 0 0,1 0 0,11 2 0,0-1 0,0-1 0,0 0 0,0 0 0,0-1 0,20-5 0,2 1 0,470-52 0,-477 52-1365,-8-1-5461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8.6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55 24575,'1024'-24'0,"-670"12"0,-334 12 0,-14 1 0,-1-1 0,1 0 0,-1 0 0,1 0 0,-1-1 0,0 1 0,1-2 0,-1 1 0,0 0 0,7-4 0,-11 5 6,-1 0 0,0 0 1,0 0-1,0-1 0,0 1 0,0 0 0,0 0 0,0 0 0,0 0 0,0 0 0,0 0 0,0-1 0,0 1 1,0 0-1,0 0 0,0 0 0,0 0 0,0 0 0,0 0 0,0-1 0,0 1 0,0 0 0,0 0 1,0 0-1,0 0 0,0 0 0,-1 0 0,1-1 0,0 1 0,0 0 0,0 0 0,0 0 0,0 0 0,0 0 1,0 0-1,0 0 0,-1 0 0,1 0 0,0 0 0,0 0 0,0-1 0,0 1 0,0 0 0,0 0 1,-1 0-1,1 0 0,0 0 0,0 0 0,0 0 0,0 0 0,0 0 0,0 0 0,-1 0 0,1 0 1,0 0-1,-9-2-1713,-8 0-5119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9.09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63 24575,'563'-22'0,"-280"7"0,-235 14 116,-2 0-610,0-2 1,62-12-1,-89 9-6332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2:59.3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69 34 24575,'-60'0'0,"51"0"0,41 0 0,495-4 342,-1-21-2049,-476 20-5119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0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13 24575,'2'-13'0,"1"23"0,3 24 0,18 567 0,-18-242 0,-5-338 26,7 99 282,-6-102-648,1-1 0,1 0 1,1 0-1,11 28 0,-5-23-6486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0.7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24575,'-3'0'0,"2"3"0,4 4 0,5 4 0,4 3 0,4 3 0,1 0 0,1 2 0,-2-3-8191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0.9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248 9 24575,'0'-3'0,"-3"-1"0,-1 3 0,-3 2 0,-4 4 0,-5 4 0,-7 7 0,-6 3 0,-3 2 0,-7 4 0,-5 1 0,4-5-8191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1.76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1173 187 24575,'8'-4'0,"10"-5"0,25-17 0,-39 23 0,-1 1 0,1-1 0,0 0 0,-1-1 0,0 1 0,1-1 0,-1 1 0,-1-1 0,1 0 0,0 0 0,-1 0 0,2-5 0,-3 7 0,-1 1 0,0-1 0,1 1 0,-1-1 0,0 1 0,0-1 0,0 1 0,0-1 0,0 1 0,0-1 0,-1 1 0,1-1 0,0 1 0,-1-1 0,1 1 0,-1 0 0,0-1 0,1 1 0,-1 0 0,0-1 0,0 1 0,0 0 0,0 0 0,0 0 0,0 0 0,0 0 0,0 0 0,0 0 0,0 0 0,-2-1 0,-3-1 0,0 0 0,0 0 0,0 0 0,0 1 0,-1 0 0,-5-1 0,-21-3 0,1 1 0,-1 1 0,0 3 0,0 0 0,-33 5 0,-166 28 0,225-31 0,-323 69 0,258-49 0,1 3 0,-101 49 0,158-67 0,0 2 0,1 0 0,-1 0 0,-20 19 0,33-26 0,0 0 0,-1 1 0,1-1 0,0 0 0,-1 1 0,1-1 0,0 1 0,0 0 0,1-1 0,-1 1 0,0 0 0,0 0 0,1-1 0,-1 1 0,1 0 0,0 0 0,-1 3 0,1-3 0,1-1 0,-1 1 0,0-1 0,1 1 0,-1-1 0,1 1 0,0-1 0,0 1 0,-1-1 0,1 0 0,0 1 0,0-1 0,0 0 0,0 0 0,0 1 0,3 0 0,3 3 0,0 0 0,1-1 0,-1 0 0,1-1 0,0 0 0,15 4 0,18 3 14,1-2 0,73 5 0,92-8-156,-174-5 72,241-5-1087,513-76 0,-540 32 848,-205 39 232,-1-3 0,0-1 0,66-33-1,-97 41 157,0 0-1,0 0 1,0-1 0,11-10-1,-20 15-53,1 1-1,0 0 1,-1-1 0,1 0-1,-1 1 1,0-1 0,0 0-1,1 1 1,-1-1 0,0 0-1,0 0 1,-1 0 0,1 0-1,0 0 1,-1 0 0,1 0 0,-1-1-1,0 1 1,0 0 0,0 0-1,0 0 1,0 0 0,0 0-1,0-1 1,-1 1 0,1 0-1,-1 0 1,1 0 0,-1 0-1,-1-2 1,0 0 71,-1 1 0,0 0 0,1-1 0,-1 1 1,0 0-1,0 1 0,-1-1 0,1 1 0,0-1 0,-7-2 0,-2-1 4,0 1 1,-18-6-1,-12 0 59,-1 1 0,0 3 0,-53-4 0,-138 5-361,211 6 179,-131 1-1870,13 3-4230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2.2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130 1 24575,'-4'9'0,"1"1"0,-1 0 0,1 0 0,-2 19 0,-1-2 0,-91 557 0,92-534 0,3 98 0,1-146 0,1-1 0,0 0 0,0 1 0,1-1 0,-1 0 0,0 1 0,0-1 0,1 0 0,-1 1 0,1-1 0,-1 0 0,1 1 0,-1-1 0,1 0 0,0 0 0,0 0 0,-1 0 0,1 1 0,0-1 0,0 0 0,0-1 0,0 1 0,0 0 0,1 0 0,-1 0 0,0-1 0,0 1 0,0 0 0,1-1 0,-1 1 0,0-1 0,1 0 0,-1 1 0,2-1 0,3 0 0,1 0 0,-1-1 0,0 0 0,1 0 0,-1-1 0,8-3 0,3 0 0,61-12 0,0 3 0,81-4 0,161 5 0,-190 10 0,266-4-52,28 0-1897,-327 3-4241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2.55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145 27 24575,'0'-1'0,"0"0"0,0-1 0,0 1 0,0 0 0,0 0 0,-1 0 0,1 0 0,0 0 0,-1 0 0,1 0 0,-1 0 0,1 0 0,-1 0 0,1 0 0,-1 1 0,0-1 0,1 0 0,-1 0 0,0 0 0,0 1 0,0-1 0,1 0 0,-1 1 0,0-1 0,0 1 0,0-1 0,0 1 0,0-1 0,0 1 0,0 0 0,0-1 0,0 1 0,-1 0 0,1 0 0,0 0 0,0 0 0,-1 0 0,-1 0 0,1 0 0,-1 0 0,1 1 0,0-1 0,-1 1 0,1-1 0,-1 1 0,1 0 0,0 0 0,0 0 0,0 0 0,-1 0 0,1 0 0,0 0 0,-3 4 0,0 1 0,1 0 0,0 0 0,0 1 0,0 0 0,1 0 0,0 0 0,0 0 0,1 0 0,-2 11 0,-2 12 0,-1 31 0,5-45 0,-12 361 0,7-107 0,4-214-1365,1-10-5461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3.7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327 364 24575,'6'-1'0,"-1"0"0,0 0 0,0 0 0,0 0 0,0-1 0,0 0 0,0 0 0,-1 0 0,1-1 0,-1 0 0,6-4 0,-3 2 0,0 0 0,-1-1 0,0 0 0,0 0 0,0 0 0,5-9 0,-9 13 0,-1 0 0,0 1 0,0-1 0,0 0 0,-1 1 0,1-1 0,0 0 0,-1 0 0,1 0 0,-1 0 0,0 0 0,1 0 0,-1 0 0,0 0 0,0 0 0,-1-2 0,1 2 0,-1 1 0,1 0 0,-1 0 0,1-1 0,-1 1 0,0 0 0,1 0 0,-1 0 0,0 0 0,0 0 0,0 0 0,0 0 0,0 0 0,0 1 0,0-1 0,0 0 0,0 0 0,-2 0 0,-2-1 0,0 1 0,-1-1 0,1 1 0,0 0 0,0 0 0,-1 1 0,1-1 0,0 1 0,-1 1 0,-8 0 0,-8 4 0,1 0 0,-1 1 0,1 1 0,0 1 0,1 1 0,0 1 0,0 1 0,1 0 0,0 2 0,1 0 0,1 1 0,0 1 0,1 0 0,0 1 0,-24 34 0,35-42 0,0 0 0,1 1 0,0-1 0,0 1 0,1 0 0,0 1 0,1-1 0,-3 18 0,5-24 0,-1-1 0,1 1 0,0 0 0,0-1 0,1 1 0,-1-1 0,0 1 0,1 0 0,0-1 0,-1 1 0,1-1 0,0 0 0,0 1 0,1-1 0,-1 0 0,0 1 0,1-1 0,-1 0 0,1 0 0,0 0 0,0 0 0,0-1 0,0 1 0,0 0 0,0-1 0,0 1 0,0-1 0,1 0 0,-1 0 0,0 0 0,1 0 0,-1 0 0,1 0 0,-1-1 0,1 1 0,4-1 0,3 1 0,0-1 0,0 0 0,0-1 0,0 0 0,0-1 0,0 0 0,-1 0 0,1-1 0,-1 0 0,1-1 0,-1 0 0,0-1 0,14-9 0,-6 3 0,0-2 0,-1 0 0,0 0 0,-1-1 0,21-27 0,-21 20 0,-1 0 0,-1-1 0,-1-1 0,-1 0 0,-1 0 0,-1-1 0,9-38 0,-7 10 0,-2 0 0,4-82 0,-13 226 0,5 1 0,4-1 0,21 91 0,-14-123-1365,0-11-5461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4.0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36 27 24575,'1'16'0,"1"1"0,0-1 0,10 31 0,3 19 0,-14-54 0,1 0 0,-2 0 0,0 20 0,-1-29 0,1 0 0,0 0 0,-1-1 0,0 1 0,1 0 0,-1 0 0,0-1 0,0 1 0,-1-1 0,1 1 0,-1-1 0,1 1 0,-1-1 0,0 0 0,0 0 0,0 0 0,0 0 0,0 0 0,0 0 0,0 0 0,-4 1 0,6-2 0,-1-1 0,0 0 0,1 1 0,-1-1 0,0 1 0,0-1 0,0 0 0,0 0 0,1 1 0,-1-1 0,0 0 0,0 0 0,0 0 0,0 0 0,0 0 0,0 0 0,1 0 0,-1 0 0,0 0 0,0-1 0,0 1 0,0 0 0,1-1 0,-1 1 0,0 0 0,0-1 0,0 1 0,1-1 0,-2 0 0,1 0 0,0-1 0,0 0 0,0 0 0,0 1 0,0-1 0,0 0 0,0 0 0,1 0 0,-1 0 0,0 0 0,1 0 0,0-2 0,-1-4 0,0 0 0,1 0 0,0 0 0,1 0 0,2-14 0,1 8-85,1-1 0,1 0-1,0 1 1,1 1 0,0-1-1,1 1 1,1 0 0,0 0-1,1 1 1,0 1 0,1 0-1,0 0 1,0 1 0,1 0-1,15-8 1,-2 4-6741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4.5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350 108 24575,'2'1'0,"1"-1"0,-1 0 0,0-1 0,0 1 0,1 0 0,-1-1 0,0 1 0,0-1 0,1 0 0,-1 1 0,0-1 0,0 0 0,0 0 0,0-1 0,0 1 0,3-3 0,-4 3 0,-1 0 0,1 0 0,-1-1 0,1 1 0,-1 0 0,0 0 0,1-1 0,-1 1 0,0 0 0,0-1 0,0 1 0,0 0 0,0 0 0,0-1 0,0 1 0,0 0 0,0-1 0,-1 1 0,1 0 0,0 0 0,-1-1 0,0 1 0,1 0 0,-1 0 0,1 0 0,-1 0 0,0 0 0,0 0 0,0 0 0,0 0 0,-1-1 0,-3-3 0,0 0 0,0 0 0,0 1 0,-1 0 0,0 0 0,0 0 0,0 1 0,0 0 0,-1 0 0,1 0 0,-1 1 0,1 0 0,-1 0 0,-9 0 0,3 0 0,1 0 0,-1 1 0,0 1 0,0 0 0,0 1 0,-24 5 0,27-3 0,1 0 0,-1 1 0,0 0 0,1 1 0,0 0 0,0 0 0,1 1 0,-1 0 0,1 1 0,0 0 0,1 0 0,0 1 0,0 0 0,1 0 0,-8 13 0,10-15 0,0 0 0,1 0 0,-1 0 0,2 1 0,-1-1 0,1 1 0,0 0 0,0 0 0,1 0 0,0 0 0,0 0 0,1 0 0,-1 0 0,2 0 0,-1 0 0,1 0 0,0 0 0,0 0 0,1 0 0,0 0 0,0 0 0,1-1 0,4 9 0,-4-10 0,0 0 0,1-1 0,-1 0 0,1 1 0,0-2 0,0 1 0,0 0 0,0-1 0,1 0 0,-1 1 0,1-2 0,0 1 0,5 2 0,-2-2 0,0-1 0,0 0 0,0 0 0,0-1 0,0 0 0,0 0 0,1-1 0,10 0 0,-8-1 0,0 0 0,0-1 0,0-1 0,0 1 0,0-2 0,-1 0 0,1 0 0,-1-1 0,0 0 0,0 0 0,-1-1 0,1-1 0,8-7 0,-11 7 0,-1 0 0,1 0 0,-1 0 0,-1-1 0,1 0 0,-1 0 0,-1-1 0,0 1 0,0-1 0,0 0 0,-1 0 0,-1 0 0,1-1 0,-2 1 0,1 0 0,0-13 0,-3 57 83,0-16-26,1 0 1,1 0-1,5 25 0,-5-37-168,0-1-1,1 0 0,0 0 0,0 0 0,1 0 0,0-1 1,0 1-1,0-1 0,1 0 0,-1 1 0,1-2 0,1 1 1,-1 0-1,9 7 0,11 3-6714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4.75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162 239 24575,'-15'-78'0,"12"53"0,-2 0 0,-15-47 0,19 68 0,-1 0 0,0 0 0,0 0 0,0 0 0,-1 0 0,-2-3 0,4 6 0,1 0 0,-1 1 0,0-1 0,1 1 0,-1-1 0,0 1 0,1-1 0,-1 1 0,0-1 0,1 1 0,-1 0 0,0-1 0,0 1 0,1 0 0,-1 0 0,0-1 0,0 1 0,0 0 0,0 0 0,1 0 0,-1 0 0,0 0 0,0 0 0,0 0 0,0 1 0,1-1 0,-1 0 0,0 0 0,0 1 0,1-1 0,-1 0 0,0 1 0,0-1 0,1 0 0,-1 1 0,0-1 0,1 1 0,-1 0 0,0 0 0,-3 3 0,1 0 0,-1 0 0,1 0 0,0 0 0,1 1 0,-1-1 0,1 1 0,0 0 0,-2 6 0,-12 50 0,14-50 0,-7 42 0,2 1 0,2 0 0,3 0 0,7 83 0,44 215 0,-43-311 0,0-5-1365,-2-9-5461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4.8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52 24575,'3'-3'0,"5"-4"0,6-1 0,8-2 0,5 0 0,9 2 0,-3 3-8191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5.0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85 150 24575,'-2'-9'0,"0"-1"0,0 1 0,-1 0 0,0 0 0,-1 0 0,0 0 0,0 0 0,-8-10 0,6 9 0,2 1 0,2 6 0,1 0 0,0 0 0,-1 0 0,0 0 0,0 0 0,0 0 0,0 0 0,0 1 0,0-1 0,-1 1 0,1 0 0,-5-3 0,7 5 0,0 0 0,-1 0 0,1 0 0,0 0 0,0 0 0,-1-1 0,1 1 0,0 0 0,0 0 0,0 0 0,-1 0 0,1 0 0,0 0 0,0 1 0,-1-1 0,1 0 0,0 0 0,0 0 0,0 0 0,-1 0 0,1 0 0,0 0 0,0 0 0,0 0 0,-1 1 0,1-1 0,0 0 0,0 0 0,0 0 0,0 0 0,-1 1 0,1-1 0,0 0 0,0 0 0,0 0 0,0 1 0,0-1 0,0 0 0,0 0 0,0 1 0,-2 13 0,6 16 0,42 150 0,-3-17 0,-9-7-1365,-27-123-5461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05.1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0 176 24575,'0'-6'0,"3"-12"0,5-8 0,6-7 0,11-3 0,13 4 0,1 7-8191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1.0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35 909 24575,'-3'4'0,"-1"-1"0,0 0 0,0 0 0,-1 0 0,-6 3 0,7-4 0,5-3 0,19-11 0,133-62-351,206-70 0,176-25-949,778-187-1794,-1226 335 2943,287-87-93,-370 106 265,2 0 16,-1 0-1,0 0 0,0 0 1,0 0-1,0-1 1,0 0-1,0 0 0,-1-1 1,1 1-1,4-6 1,-5-2-3159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1.3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78 21 24575,'-3'-2'0,"0"0"0,0 0 0,0 1 0,-1-1 0,1 1 0,0 0 0,-1 0 0,1 0 0,-1 0 0,-4 0 0,-28-3 0,36 3 0,33 2 0,110-2 0,174 6 0,-291-2 0,36 7 0,-54-8 0,0 0 0,-1 0 0,1 1 0,-1 0 0,1 0 0,-1 1 0,0 0 0,-1 0 0,7 6 0,-11-9 0,0 1 0,-1-1 0,1 1 0,-1 0 0,0 0 0,1-1 0,-1 1 0,0 0 0,0 0 0,0 0 0,0 0 0,-1 0 0,1 0 0,0 0 0,-1 1 0,0-1 0,1 0 0,-1 0 0,0 5 0,-1-3 0,1 0 0,-1 1 0,-1-1 0,1 0 0,0 0 0,-1 0 0,0 0 0,0 0 0,-4 5 0,-4 6 0,-1-2 0,-1 0 0,-25 22 0,-42 30-1365,42-37-5461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1.78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132 28 24575,'0'-21'0,"0"15"0,0 11 0,-26 436 0,6-190 0,-2 283-249,-24 309-248,37-769-744,0-15-4963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2.0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24575,'161'1'-89,"1982"24"-6257,-287 55 2836,-1292-54 3045,-499-23 416,311 9 2351,-357-12-1853,-7 1-81,0-1 0,0 0 0,0-1 0,0 0 1,-1-1-1,13-4 0,-23 6-328,0 0 0,-1 0 0,1 0 1,0-1-1,-1 1 0,1 0 0,0-1 1,-1 1-1,1 0 0,-1-1 0,1 1 0,-1-1 1,1 1-1,-1 0 0,1-1 0,-1 0 1,1 1-1,-1-1 0,0 1 0,1-1 0,-1 1 1,0-1-1,1 0 0,-5-11-4065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2.8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0 191 24575,'207'-8'0,"12"2"-1018,74-2-3055,811-12-397,1617-48 3599,-2646 65 615,326-17-509,-7-23 4628,-307 28-557,-87 18-1609,-6 3-753,-13 8-335,17-13-560,-7 6-14,1 0 0,0 1 0,1 0 0,-1 0 1,1 1-1,1 0 0,0 0 0,0 1 0,1-1 1,0 1-1,0 0 0,1 1 0,1-1 1,0 1-1,0 0 0,-2 18 0,1 14 91,2 0 1,6 84-1,-2-97-118,23 380-8,20 684 0,-44-1051 0,0-29 0,0 1 0,-1 0 0,-1 0 0,0-1 0,-5 20 0,5-30 0,0-1 0,-1 1 0,0-1 0,0 0 0,0 0 0,0 0 0,0 0 0,-1 0 0,1 0 0,-1-1 0,0 1 0,0-1 0,0 0 0,0 1 0,-4 1 0,-7 3 0,0 0 0,-21 6 0,20-8 0,-90 30-174,-179 35 0,-107-7-1903,204-37-3689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4.00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37 24575,'0'-4'0,"3"0"0,5 0 0,9 1 0,18 1 0,21 0 0,27 1 0,27 1 0,25 0 0,27-3-1128,24-1 1128,15 1 0,6 0-1744,-3 1 1744,-37 1-5319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5.79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547 393 24575,'0'-10'0,"0"-1"0,-1 1 0,0-1 0,0 1 0,-6-18 0,6 24 0,-1-1 0,0 1 0,0 1 0,-1-1 0,1 0 0,-1 1 0,1-1 0,-1 1 0,0 0 0,-1-1 0,1 2 0,-1-1 0,1 0 0,-1 1 0,0-1 0,-5-1 0,-4-2 0,0 1 0,-1 0 0,1 2 0,-1-1 0,0 2 0,0-1 0,0 2 0,0 0 0,-28 2 0,18 1 0,0 2 0,0 0 0,0 1 0,-45 17 0,55-16 0,1 0 0,0 0 0,1 2 0,0-1 0,-14 13 0,20-15 0,0 0 0,1 0 0,-1 0 0,1 1 0,1 0 0,-1 0 0,1 1 0,0-1 0,0 1 0,1 0 0,-4 11 0,6-16 0,0 1 0,1 0 0,-1-1 0,1 1 0,0-1 0,0 1 0,0 0 0,0-1 0,0 1 0,0-1 0,1 1 0,-1 0 0,1-1 0,0 1 0,0-1 0,0 1 0,0-1 0,0 0 0,3 4 0,-1-2 0,0-1 0,0 0 0,0 0 0,0-1 0,1 1 0,-1-1 0,1 1 0,-1-1 0,1 0 0,0 0 0,5 1 0,0 0 0,1 0 0,0-1 0,-1 0 0,1-1 0,0 0 0,0 0 0,0-1 0,0 0 0,18-3 0,-14-1 0,-1 0 0,0-1 0,0 0 0,-1-1 0,1-1 0,-1 0 0,0 0 0,-1-1 0,0 0 0,0-1 0,-1-1 0,0 1 0,-1-2 0,0 1 0,-1-1 0,9-14 0,7-18 0,-1-1 0,-3-1 0,19-58 0,-1 4 0,-29 85 0,-8 14 0,-1 0 0,0 0 0,0 0 0,1 0 0,-1 1 0,0-1 0,0 0 0,1 0 0,-1 0 0,0 1 0,0-1 0,1 0 0,-1 0 0,0 1 0,0-1 0,0 0 0,0 0 0,1 1 0,-1-1 0,0 0 0,0 0 0,0 1 0,0-1 0,0 0 0,0 1 0,0-1 0,0 0 0,0 1 0,0-1 0,2 37 0,-2-32 0,-3 125 273,1-58-1092,7 90 0,-1-134-6007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8.1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213 500 24575,'-2'-7'0,"-2"9"0,-3 12 0,3 10 0,1 37 0,2-35 0,-4 31 0,4-48 0,-3 17 0,-1 0 0,-12 34 0,17-59 0,0 0 0,-1 0 0,1-1 0,0 1 0,-1 0 0,1 0 0,-1 0 0,1 0 0,-1-1 0,1 1 0,-1 0 0,1-1 0,-1 1 0,0 0 0,0-1 0,0 2 0,0-2 0,1 0 0,0 0 0,-1 0 0,1 0 0,0 0 0,-1 0 0,1 0 0,-1-1 0,1 1 0,0 0 0,-1 0 0,1 0 0,0 0 0,-1 0 0,1 0 0,0-1 0,-1 1 0,1 0 0,0 0 0,0 0 0,-1-1 0,1 1 0,0 0 0,0 0 0,-1-1 0,1 1 0,0-1 0,-2-2 0,0-1 0,0 1 0,1 0 0,0-1 0,-1 0 0,0-6 0,-3-22 0,2 1 0,1-1 0,1 0 0,5-43 0,4 15 0,19-80 0,-17 101 0,2 1 0,31-69 0,-35 90 0,1 0 0,0 1 0,2 0 0,0 1 0,0 0 0,2 0 0,0 2 0,18-16 0,-25 24 0,0 0 0,1 1 0,0 0 0,0 0 0,0 1 0,0 0 0,11-3 0,-16 5 0,0 0 0,0 1 0,0 0 0,0-1 0,0 1 0,0 0 0,0 0 0,0 0 0,0 0 0,0 0 0,0 1 0,0-1 0,0 1 0,0-1 0,-1 1 0,1 0 0,0 0 0,0-1 0,0 1 0,-1 1 0,1-1 0,0 0 0,-1 0 0,1 0 0,-1 1 0,0-1 0,1 1 0,-1-1 0,0 1 0,0 0 0,0-1 0,0 1 0,1 3 0,0 2 0,0-1 0,0 1 0,-1 0 0,0 0 0,0 0 0,-1 0 0,1 0 0,-2 0 0,1 0 0,-1 0 0,0 0 0,0-1 0,-1 1 0,0 0 0,0-1 0,-7 13 0,0-1 0,-1 0 0,0-1 0,-1 0 0,-22 25 0,11-18 0,-2-1 0,0-1 0,-1-1 0,-36 23 0,17-17 0,-93 43 0,126-66 0,8-3 0,0 0 0,0 0 0,0 1 0,0-1 0,0 1 0,1-1 0,-1 1 0,0 0 0,-2 3 0,5-5 0,0 1 0,0-1 0,0 1 0,0-1 0,0 1 0,0-1 0,0 1 0,0-1 0,1 0 0,-1 1 0,0-1 0,0 1 0,0-1 0,1 0 0,-1 1 0,0-1 0,0 0 0,1 1 0,-1-1 0,0 0 0,1 1 0,-1-1 0,0 0 0,1 0 0,-1 1 0,1-1 0,-1 0 0,0 0 0,1 0 0,-1 0 0,1 1 0,-1-1 0,1 0 0,-1 0 0,1 0 0,-1 0 0,0 0 0,1 0 0,25 6 0,-22-5 0,21 6 0,0 1 0,-1 1 0,0 1 0,-1 1 0,0 1 0,-1 1 0,0 1 0,-1 1 0,-1 1 0,25 24 0,-12-12-1365,-20-19-5461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19.7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1 439 24575,'0'-2'0,"0"0"0,0 1 0,0-1 0,1 0 0,-1 1 0,1-1 0,-1 1 0,1-1 0,0 1 0,0-1 0,-1 1 0,1 0 0,0-1 0,0 1 0,0 0 0,1 0 0,-1-1 0,0 1 0,0 0 0,1 0 0,-1 0 0,0 1 0,1-1 0,-1 0 0,1 0 0,-1 1 0,1-1 0,-1 1 0,1-1 0,0 1 0,2 0 0,8-2 0,0 0 0,0 2 0,18 0 0,-6 0 0,-11-1 0,-1 0 0,1-1 0,-1-1 0,0 0 0,0-1 0,0 0 0,0-1 0,0 0 0,12-9 0,-18 10 0,1 0 0,-1 0 0,0-1 0,-1 0 0,1 0 0,-1 0 0,0-1 0,0 1 0,0-1 0,-1-1 0,0 1 0,0 0 0,-1-1 0,0 0 0,0 0 0,3-12 0,-5 16 0,-1 0 0,0 0 0,1 0 0,-1-1 0,0 1 0,0 0 0,-1 0 0,1 0 0,-1 0 0,0 0 0,1-1 0,-1 1 0,-1 1 0,1-1 0,0 0 0,-1 0 0,1 0 0,-1 1 0,0-1 0,0 1 0,-3-3 0,4 3 0,-1 0 0,0 1 0,0-1 0,0 1 0,0 0 0,-1 0 0,1 0 0,0 0 0,0 0 0,-1 0 0,1 1 0,-1-1 0,1 1 0,0 0 0,-1-1 0,1 1 0,-1 0 0,1 0 0,-1 1 0,1-1 0,0 0 0,-1 1 0,1 0 0,-1-1 0,1 1 0,0 0 0,-4 2 0,-3 3 0,0-1 0,1 2 0,0-1 0,0 1 0,1 0 0,-1 1 0,2 0 0,-1 0 0,1 0 0,-6 11 0,3-2 0,0 0 0,1 0 0,1 0 0,-9 32 0,15-43 0,-1-1 0,1 0 0,0 1 0,1-1 0,0 1 0,-1-1 0,2 1 0,-1-1 0,1 1 0,0-1 0,0 1 0,0-1 0,1 0 0,-1 1 0,5 7 0,-3-9 0,-1 0 0,1-1 0,0 1 0,1-1 0,-1 1 0,0-1 0,1 0 0,0 0 0,0-1 0,0 1 0,0-1 0,0 0 0,0 0 0,1 0 0,-1-1 0,0 1 0,1-1 0,8 1 0,1 0 0,1-1 0,0-1 0,0 0 0,-1-1 0,1-1 0,0 0 0,-1-1 0,0 0 0,1-1 0,17-8 0,-13 4 0,1-1 0,-2-1 0,1-1 0,-1 0 0,-1-2 0,25-21 0,-31 24 0,-2 0 0,1-1 0,-1 0 0,0-1 0,-1 0 0,-1 0 0,0-1 0,-1 1 0,0-2 0,0 1 0,-2-1 0,0 1 0,0-1 0,-1 0 0,-1 0 0,1-18 0,-4 27 0,1 1 0,-1-1 0,0 0 0,0 1 0,0-1 0,-1 1 0,-3-9 0,4 13 0,1-1 0,0 0 0,-1 0 0,1 1 0,0-1 0,-1 0 0,1 1 0,-1-1 0,1 0 0,-1 1 0,1-1 0,-1 1 0,1-1 0,-1 1 0,0-1 0,1 1 0,-1-1 0,0 1 0,1 0 0,-1-1 0,0 1 0,1 0 0,-1-1 0,0 1 0,0 0 0,0 0 0,1 0 0,-1 0 0,0 0 0,0 0 0,1 0 0,-1 0 0,0 0 0,0 0 0,0 0 0,1 1 0,-1-1 0,0 0 0,0 0 0,1 1 0,-1-1 0,0 1 0,1-1 0,-1 0 0,0 1 0,1 0 0,-1-1 0,1 1 0,-1-1 0,1 1 0,-1-1 0,1 1 0,-1 1 0,-1 0 0,1 0 0,0 0 0,0 1 0,0-1 0,0 0 0,0 1 0,0-1 0,1 0 0,-1 1 0,1-1 0,0 1 0,-1-1 0,1 1 0,0-1 0,1 1 0,-1-1 0,0 1 0,1-1 0,-1 1 0,1-1 0,0 0 0,1 3 0,3 8 0,1 0 0,13 21 0,-9-17 0,4 8 0,-2 1 0,13 36 0,-23-55 0,0 0 0,0 0 0,0 0 0,-1 0 0,0 0 0,0 1 0,-1-1 0,0 0 0,0 1 0,-1-1 0,0 0 0,0 0 0,-1 0 0,-3 11 0,3-15 0,1-1 0,0 1 0,-1-1 0,0 1 0,1-1 0,-1 0 0,0 0 0,0 0 0,0 0 0,0 0 0,-1-1 0,1 1 0,0-1 0,-1 1 0,1-1 0,-1 0 0,1 0 0,-6 2 0,7-3 0,-1 0 0,1 0 0,-1 0 0,1 0 0,-1 0 0,1 0 0,0 0 0,-1 0 0,1-1 0,-1 1 0,1 0 0,0-1 0,-1 1 0,1-1 0,0 0 0,0 1 0,-1-1 0,1 0 0,0 0 0,0 0 0,0 0 0,0 0 0,0 0 0,0 0 0,0 0 0,0 0 0,0 0 0,1-1 0,-1 1 0,0 0 0,1 0 0,-1-1 0,1 1 0,0-1 0,-1 1 0,1 0 0,0-3 0,-1-2 0,0 0 0,1-1 0,0 1 0,1 0 0,-1 0 0,1 0 0,0-1 0,1 1 0,-1 0 0,1 0 0,1 1 0,-1-1 0,1 0 0,0 1 0,0-1 0,0 1 0,1 0 0,0 0 0,5-5 0,9-8 0,0 0 0,1 1 0,27-19 0,-27 21 0,1 1 0,1 0 0,0 2 0,1 0 0,0 2 0,25-9 0,-46 18 0,1 1 0,-1-1 0,0 1 0,0 0 0,0 0 0,0 0 0,0 0 0,1 0 0,-1 0 0,0 0 0,0 0 0,0 0 0,0 0 0,1 1 0,-1-1 0,0 0 0,0 1 0,0-1 0,0 1 0,0-1 0,0 1 0,0 0 0,0 0 0,0-1 0,0 1 0,0 0 0,-1 0 0,1 0 0,0 0 0,0 0 0,-1 0 0,1 0 0,-1 0 0,1 0 0,-1 0 0,1 0 0,-1 0 0,0 0 0,1 0 0,-1 0 0,0 1 0,0 0 0,1 8 0,0 0 0,-1 0 0,0 0 0,-2 12 0,1-6 0,1-10 0,0-1 0,0 1 0,0-1 0,1 1 0,0-1 0,0 1 0,0-1 0,1 1 0,0-1 0,0 0 0,0 0 0,6 9 0,-6-11 0,0-1 0,0 0 0,0 1 0,1-1 0,-1 0 0,0 0 0,1 0 0,-1-1 0,1 1 0,0-1 0,0 1 0,0-1 0,0 0 0,0 0 0,0 0 0,0 0 0,0-1 0,0 1 0,0-1 0,0 0 0,0 0 0,0 0 0,0 0 0,6-2 0,-4 1 0,-1 0 0,1 0 0,0 0 0,-1-1 0,1 0 0,-1 0 0,1 0 0,-1 0 0,0-1 0,0 0 0,0 0 0,0 0 0,6-7 0,-4 4 0,-1-1 0,-1 0 0,1 1 0,-1-2 0,-1 1 0,1 0 0,3-14 0,-1-2 0,-1 0 0,-1-1 0,-1 0 0,0-41 0,-2 56 0,-1 6 0,0-1 0,1 1 0,-1-1 0,0 1 0,-1-1 0,1 1 0,-1-1 0,1 1 0,-1 0 0,0-1 0,0 1 0,-1 0 0,1-1 0,-1 1 0,-2-4 0,4 7 0,0 0 0,0-1 0,-1 1 0,1 0 0,0 0 0,0 0 0,-1-1 0,1 1 0,0 0 0,0 0 0,-1 0 0,1 0 0,0 0 0,-1 0 0,1-1 0,0 1 0,0 0 0,-1 0 0,1 0 0,0 0 0,-1 0 0,1 0 0,0 0 0,-1 0 0,1 0 0,0 0 0,-1 1 0,1-1 0,0 0 0,0 0 0,-1 0 0,1 0 0,0 0 0,-1 0 0,1 1 0,0-1 0,0 0 0,-1 0 0,1 1 0,-8 14 0,1 21 0,6-21 0,0 0 0,1 0 0,0 0 0,1 0 0,1-1 0,0 1 0,1 0 0,1-1 0,0 1 0,1-1 0,1 0 0,10 19 0,-14-30 0,0 0 0,1 0 0,-1 0 0,1-1 0,0 1 0,0 0 0,0-1 0,0 0 0,0 0 0,0 0 0,1 0 0,5 2 0,-8-4 0,1 1 0,-1-1 0,1 1 0,-1-1 0,1 0 0,-1 0 0,1 0 0,-1 0 0,1 0 0,-1 0 0,1 0 0,0 0 0,-1-1 0,0 1 0,1 0 0,-1-1 0,1 0 0,-1 1 0,1-1 0,-1 0 0,0 0 0,0 1 0,1-1 0,-1 0 0,0 0 0,0 0 0,0-1 0,0 1 0,0 0 0,0 0 0,0-1 0,0 1 0,0-2 0,6-13 0,-1 0 0,-1-1 0,-1 1 0,0-1 0,-1 0 0,2-33 0,-4 31 0,1-1 0,1 1 0,1 0 0,10-33 0,-14 51 0,0 1 0,0 0 0,0 0 0,0 0 0,0-1 0,0 1 0,0 0 0,0 0 0,0-1 0,1 1 0,-1 0 0,0 0 0,0 0 0,0-1 0,0 1 0,0 0 0,0 0 0,0 0 0,0 0 0,1-1 0,-1 1 0,0 0 0,0 0 0,0 0 0,0 0 0,1-1 0,-1 1 0,0 0 0,0 0 0,0 0 0,1 0 0,-1 0 0,0 0 0,0 0 0,0 0 0,1 0 0,-1 0 0,0 0 0,0 0 0,0 0 0,1 0 0,-1 0 0,0 0 0,1 0 0,2 11 0,0 19 0,-4-10 0,0-15 0,1 0 0,0 0 0,0-1 0,0 1 0,0 0 0,1 0 0,-1-1 0,1 1 0,2 5 0,-2-10 0,-1 1 0,0-1 0,1 0 0,-1 1 0,1-1 0,-1 0 0,1 1 0,-1-1 0,1 0 0,-1 1 0,1-1 0,0 0 0,-1 0 0,1 0 0,-1 0 0,1 1 0,-1-1 0,1 0 0,0 0 0,-1 0 0,1 0 0,-1 0 0,1 0 0,0-1 0,-1 1 0,1 0 0,-1 0 0,1 0 0,-1-1 0,1 1 0,0 0 0,-1 0 0,1-1 0,-1 1 0,1-1 0,23-15 0,-19 12 0,-5 4 0,8-6 0,-1 0 0,1 1 0,0 1 0,0-1 0,14-4 0,-20 8 0,0 1 0,0-1 0,0 1 0,-1-1 0,1 1 0,0 0 0,0 0 0,0 0 0,0 0 0,0 0 0,0 1 0,0-1 0,0 1 0,0-1 0,0 1 0,0-1 0,-1 1 0,1 0 0,0 0 0,-1 0 0,1 0 0,0 0 0,-1 1 0,1-1 0,-1 0 0,0 1 0,1-1 0,-1 1 0,0-1 0,0 1 0,0-1 0,0 1 0,1 2 0,10 31 0,-9-25 0,0 0 0,9 20 0,-11-29 0,0 1 0,-1-1 0,1 0 0,0 1 0,0-1 0,0 1 0,0-1 0,0 0 0,1 0 0,-1 0 0,0 0 0,0 0 0,1 0 0,-1 0 0,1 0 0,-1 0 0,1-1 0,-1 1 0,1-1 0,-1 1 0,1-1 0,0 1 0,-1-1 0,3 0 0,-1 0 0,0-1 0,-1 1 0,1-1 0,-1 0 0,1 0 0,-1 0 0,0 0 0,1 0 0,-1 0 0,0-1 0,4-2 0,24-25 0,-16 15 0,-8 9 0,0 0 0,0 0 0,0 0 0,0 1 0,1 0 0,0 0 0,7-3 0,-8 6 0,-1-1 0,1 1 0,0 0 0,-1 0 0,1 1 0,0 0 0,0 0 0,-1 0 0,1 0 0,7 3 0,-4-2 0,1-1 0,0 1 0,-1-1 0,1-1 0,-1 0 0,1 0 0,-1-1 0,15-5 0,7-4 0,33-16 0,-48 20 0,-6 2 0,-1 1 0,-1-2 0,1 1 0,15-13 0,-23 17 0,0-1 0,0 1 0,1 0 0,-1-1 0,0 1 0,0 0 0,0-1 0,0 1 0,0-1 0,-1 0 0,1 1 0,0-1 0,-1 0 0,1 1 0,-1-4 0,0 4 0,0 0 0,0 0 0,-1-1 0,1 1 0,-1 0 0,1 0 0,-1 0 0,1 0 0,-1 0 0,0 0 0,0 0 0,1 0 0,-1 0 0,0 0 0,0 0 0,0 0 0,0 0 0,0 1 0,0-1 0,0 0 0,0 1 0,0-1 0,0 1 0,-1-1 0,0 0 0,-5-1 0,0 0 0,0 0 0,0 1 0,-1 0 0,1 0 0,0 1 0,0-1 0,0 2 0,-1-1 0,1 1 0,-11 2 0,-1 2 0,1 0 0,-1 1 0,-18 9 0,26-10 0,-1 1 0,2 0 0,-1 0 0,1 1 0,0 1 0,0 0 0,-13 14 0,21-20 0,1 0 0,-1 0 0,0 0 0,0 0 0,1 0 0,-1 1 0,1-1 0,0 0 0,0 1 0,0-1 0,0 1 0,0 0 0,0-1 0,1 1 0,-1 0 0,1-1 0,0 1 0,0 0 0,0 0 0,0-1 0,0 1 0,1 0 0,-1-1 0,1 1 0,0 0 0,0-1 0,0 1 0,0-1 0,0 1 0,0-1 0,1 1 0,-1-1 0,1 0 0,-1 0 0,1 0 0,0 0 0,0 0 0,0 0 0,4 2 0,6 5 43,0-1-1,0 0 0,1-2 1,0 1-1,1-1 0,-1-1 1,24 6-1,103 16-1357,-127-25 926,75 10-6437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22.26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8 24575,'0'0'0,"0"-1"0,0 1 0,0 0 0,0 0 0,0 0 0,0-1 0,0 1 0,0 0 0,0 0 0,0-1 0,0 1 0,0 0 0,0 0 0,0-1 0,0 1 0,0 0 0,0 0 0,1 0 0,-1-1 0,0 1 0,0 0 0,0 0 0,0 0 0,0-1 0,0 1 0,1 0 0,-1 0 0,0 0 0,0 0 0,0-1 0,1 1 0,-1 0 0,0 0 0,0 0 0,0 0 0,1 0 0,-1 0 0,0 0 0,0 0 0,1 0 0,-1 0 0,0 0 0,0 0 0,0 0 0,1 0 0,-1 0 0,0 0 0,0 0 0,1 0 0,-1 0 0,0 0 0,0 0 0,1 0 0,-1 0 0,0 0 0,0 0 0,0 1 0,1-1 0,-1 0 0,0 0 0,0 0 0,12 12 0,-4 5 0,-1 1 0,-1-1 0,-1 1 0,4 26 0,4 12 0,-4-16 0,-6-26 0,0-1 0,1 0 0,0 0 0,1 0 0,9 18 0,-14-30 0,0-1 0,0 0 0,1 1 0,-1-1 0,0 1 0,1-1 0,-1 0 0,0 1 0,1-1 0,-1 0 0,0 1 0,1-1 0,-1 0 0,0 0 0,1 1 0,-1-1 0,1 0 0,-1 0 0,1 0 0,-1 1 0,1-1 0,-1 0 0,0 0 0,1 0 0,-1 0 0,1 0 0,-1 0 0,1 0 0,-1 0 0,1 0 0,-1 0 0,1 0 0,-1-1 0,1 1 0,-1 0 0,0 0 0,1 0 0,-1-1 0,1 1 0,-1 0 0,0 0 0,1-1 0,-1 1 0,1 0 0,-1-1 0,0 1 0,0 0 0,1-1 0,-1 1 0,0 0 0,0-1 0,1 1 0,-1-1 0,0 1 0,0-1 0,1 0 0,13-30 0,-13 27 0,13-34 0,2 1 0,23-39 0,-33 65 0,1 0 0,0 1 0,1 0 0,0 1 0,0-1 0,1 2 0,0-1 0,0 1 0,1 1 0,0-1 0,15-7 0,-22 14 0,1-1 0,-1 1 0,1-1 0,-1 1 0,1 0 0,-1 0 0,1 1 0,-1-1 0,1 1 0,0 0 0,-1 0 0,1 0 0,0 0 0,-1 1 0,1-1 0,0 1 0,5 2 0,-5-1 0,0 0 0,0 1 0,0-1 0,0 1 0,0 0 0,-1 0 0,1 0 0,-1 1 0,0-1 0,0 1 0,0 0 0,2 4 0,3 7 0,-1 0 0,0 0 0,-1 1 0,-1 0 0,-1 0 0,5 26 0,-9-40 0,0-1 0,0 0 0,0 1 0,0-1 0,0 0 0,0 0 0,1 1 0,-1-1 0,1 0 0,-1 0 0,1 1 0,-1-1 0,1 0 0,0 0 0,-1 0 0,1 0 0,0 0 0,0 0 0,0 0 0,0 0 0,0 0 0,0 0 0,0-1 0,0 1 0,0 0 0,0-1 0,0 1 0,1-1 0,-1 1 0,0-1 0,0 1 0,1-1 0,-1 0 0,0 0 0,1 1 0,-1-1 0,0 0 0,1 0 0,-1-1 0,0 1 0,1 0 0,-1 0 0,0-1 0,0 1 0,1 0 0,-1-1 0,0 1 0,0-1 0,2-1 0,6-3 0,0 0 0,0-1 0,-1 0 0,0 0 0,8-8 0,-3 2 0,42-36 0,-51 45 0,0 0 0,0 1 0,1-1 0,-1 1 0,1-1 0,0 2 0,-1-1 0,1 0 0,0 1 0,0 0 0,7-1 0,-11 2 0,1 0 0,0 1 0,-1-1 0,1 0 0,-1 1 0,1-1 0,0 1 0,-1 0 0,1-1 0,-1 1 0,0 0 0,1 0 0,-1 0 0,0 0 0,1 0 0,-1 0 0,0 0 0,0 1 0,0-1 0,0 0 0,0 1 0,0-1 0,0 0 0,0 3 0,3 4 0,0 1 0,-1-1 0,2 12 0,0-5 0,18 45-1365,-11-33-5461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22.77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17 133 24575,'-2'-2'0,"0"-1"0,0 0 0,0 0 0,1 0 0,0 0 0,-1 0 0,1 0 0,0 0 0,0 0 0,1 0 0,-1-1 0,1 1 0,0 0 0,-1-1 0,2 1 0,-1 0 0,0 0 0,0-1 0,1 1 0,0 0 0,0 0 0,0 0 0,0-1 0,0 1 0,1 0 0,-1 1 0,1-1 0,3-5 0,-4 6 0,1 0 0,-1 0 0,0 0 0,1 0 0,-1 0 0,1 0 0,0 1 0,0-1 0,-1 1 0,1-1 0,0 1 0,0 0 0,0-1 0,1 1 0,-1 0 0,0 1 0,0-1 0,1 0 0,-1 0 0,0 1 0,1 0 0,-1-1 0,0 1 0,1 0 0,-1 0 0,1 0 0,-1 0 0,0 1 0,1-1 0,-1 1 0,0-1 0,1 1 0,-1 0 0,0 0 0,0 0 0,0 0 0,0 0 0,0 1 0,0-1 0,3 3 0,0 1 0,0 1 0,0 0 0,-1 0 0,0 1 0,0-1 0,0 1 0,-1 0 0,1 0 0,-2 0 0,5 15 0,7 19 0,-13-39 0,0-1 0,-1 1 0,1-1 0,0 1 0,0-1 0,0 1 0,0-1 0,0 0 0,0 1 0,1-1 0,-1 0 0,0 0 0,1 0 0,-1 0 0,0 0 0,1 0 0,-1 0 0,1-1 0,0 1 0,2 0 0,-2 0 0,1-1 0,0 0 0,0 0 0,-1 0 0,1 0 0,0-1 0,-1 1 0,1-1 0,0 1 0,-1-1 0,1 0 0,2-1 0,8-5 0,-1 0 0,1-1 0,-1-1 0,11-10 0,-11 10 0,23-19 0,-3 2 0,39-23 0,-70 48 0,0 0 0,1 0 0,-1 0 0,1 0 0,0 0 0,-1 1 0,1-1 0,-1 1 0,1-1 0,0 1 0,0 0 0,-1 0 0,1-1 0,0 1 0,2 1 0,-3-1 0,0 1 0,0-1 0,0 1 0,0-1 0,-1 1 0,1 0 0,0-1 0,0 1 0,0 0 0,-1 0 0,1 0 0,0-1 0,-1 1 0,1 0 0,-1 0 0,1 0 0,-1 0 0,1 0 0,-1 0 0,0 0 0,1 0 0,-1 0 0,0 3 0,4 15-1365,0 1-5461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23.2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0 143 24575,'1'-8'0,"1"-1"0,-1 1 0,2 0 0,-1 0 0,1 0 0,0 0 0,1 0 0,0 0 0,0 1 0,1 0 0,-1 0 0,2 0 0,-1 0 0,1 1 0,0 0 0,11-9 0,-15 14 0,-1 0 0,1 0 0,0 0 0,0 0 0,0 1 0,0-1 0,1 0 0,-1 1 0,0 0 0,0-1 0,0 1 0,0 0 0,0 0 0,1 0 0,-1 1 0,0-1 0,0 0 0,0 1 0,0-1 0,0 1 0,0 0 0,0 0 0,0 0 0,0 0 0,0 0 0,0 0 0,0 0 0,-1 0 0,1 1 0,0-1 0,-1 1 0,2 1 0,6 8 0,-1 0 0,0 0 0,0 1 0,6 15 0,6 6 0,-17-28 0,0-1 0,0 0 0,1 0 0,-1 0 0,1 0 0,0-1 0,0 1 0,0-1 0,1 0 0,-1 0 0,1-1 0,-1 0 0,1 1 0,0-1 0,0-1 0,0 1 0,0-1 0,0 0 0,0 0 0,1 0 0,-1-1 0,0 0 0,0 0 0,1 0 0,-1-1 0,0 1 0,0-1 0,0 0 0,0-1 0,0 0 0,0 1 0,5-4 0,32-16 164,-27 13-128,0 1-1,23-9 1,-33 15-152,-1-1-1,1 1 0,0 0 0,-1 1 0,1-1 0,0 1 0,0 0 0,-1 0 0,1 1 1,0-1-1,0 1 0,-1 0 0,6 2 0,7 4-6709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24.67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3310 0 24575,'1'10'0,"0"0"0,1-1 0,0 1 0,1 0 0,4 11 0,7 28 0,-11-22 0,-1 0 0,-1 0 0,-1 0 0,-2 0 0,0-1 0,-2 1 0,-9 34 0,3-24 0,-2 0 0,-2-1 0,-1 0 0,-30 50 0,24-52-20,-2-2 0,-1 0-1,-1-2 1,-2 0-1,-48 41 1,31-37-47,-1-1 0,-1-2 0,-73 35-1,16-20-29,-1-5-1,-2-4 0,-158 32 1,-431 47-589,-7-59-1,-19-27 770,718-30-117,-12 1 47,1-1-1,-21-3 0,17-1-6135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24.94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286 13 24575,'-1'-11'0,"-3"9"0,-9 13 0,9-7 0,-89 79 0,56-51 0,0 1 0,-42 52 0,77-83 0,0 0 0,1 0 0,-1 0 0,1 1 0,-1-1 0,1 1 0,0-1 0,0 1 0,0-1 0,0 1 0,0 0 0,1-1 0,-1 1 0,1 0 0,0-1 0,0 1 0,0 0 0,0 0 0,1 4 0,0-3 0,1 1 0,0-1 0,0 0 0,0 0 0,1 0 0,-1 0 0,1-1 0,0 1 0,0-1 0,0 0 0,5 4 0,19 17-1365,1-1-5461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39.17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41 24575,'-8'-1'0,"8"1"0,0 0 0,0 0 0,0 0 0,0 0 0,0 0 0,0 0 0,0 0 0,0 0 0,0 0 0,0 0 0,0 0 0,0 0 0,0 0 0,0 0 0,0 0 0,0 0 0,0 1 0,0-1 0,0 0 0,0 0 0,0 0 0,0 0 0,0 0 0,0 0 0,0 0 0,0 0 0,0 0 0,0 0 0,0 0 0,0 0 0,0 0 0,0 0 0,0 0 0,0 0 0,0 1 0,0-1 0,0 0 0,0 0 0,0 0 0,0 0 0,0 0 0,0 0 0,0 0 0,0 0 0,0 0 0,0 0 0,-1 0 0,1 0 0,0 0 0,0 0 0,0 0 0,0 0 0,0 0 0,0 0 0,0 0 0,2 8 0,23 75 0,-25-82 0,0 0 0,0 0 0,1 0 0,-1 1 0,0-1 0,1 0 0,-1 0 0,1 0 0,-1 0 0,1 0 0,0 0 0,-1 0 0,1 0 0,0 0 0,0 0 0,-1-1 0,2 2 0,-1-2 0,-1 0 0,1 1 0,0-1 0,-1 0 0,1 0 0,0 0 0,-1 0 0,1 0 0,0 0 0,-1 0 0,1 0 0,-1 0 0,1 0 0,0-1 0,-1 1 0,1 0 0,-1 0 0,1 0 0,0-1 0,-1 1 0,1 0 0,0-1 0,5-4 0,-1 0 0,0 0 0,0 0 0,6-10 0,0 2 0,2-2 0,-2 2 0,1 0 0,0 1 0,1 0 0,1 1 0,16-11 0,-29 21 0,-1 1 0,1 0 0,0-1 0,-1 1 0,1 0 0,0-1 0,-1 1 0,1 0 0,0 0 0,-1 0 0,1 0 0,0 0 0,0 0 0,-1 0 0,1 0 0,0 0 0,0 0 0,-1 0 0,1 0 0,0 1 0,-1-1 0,1 0 0,0 0 0,-1 1 0,1-1 0,0 0 0,-1 1 0,1-1 0,-1 1 0,1-1 0,-1 1 0,1-1 0,-1 1 0,1-1 0,-1 1 0,1 0 0,-1-1 0,0 1 0,1 0 0,-1-1 0,1 2 0,1 5 0,0 0 0,0 0 0,2 12 0,1 2 0,1-3 0,-4-12 0,0 0 0,0-1 0,0 1 0,1 0 0,-1-1 0,1 1 0,1-1 0,-1 0 0,7 8 0,-9-13 0,0 1 0,0 0 0,1-1 0,-1 1 0,0-1 0,0 1 0,0-1 0,1 0 0,-1 0 0,0 1 0,0-1 0,1 0 0,-1 0 0,0 0 0,0 0 0,1 0 0,-1-1 0,0 1 0,0 0 0,0-1 0,1 1 0,-1 0 0,0-1 0,0 0 0,0 1 0,1-2 0,31-22 0,-24 17 0,2-2 25,1-1 78,1 1 0,22-12 0,-31 18-244,1 1-1,0 0 0,0 0 1,0 1-1,0 0 1,0 0-1,0 0 0,0 0 1,1 1-1,-1 0 1,10 0-1,4 4-6684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1.26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116 93 24575,'-96'0'0,"77"0"0,67 0 0,973-9-3436,-136 1 677,1348-29-591,-2224 36 3381,295-14 1564,-104-6 2834,-189 20-9130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1.7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415 333 24575,'12'-5'0,"0"-1"0,-1 0 0,0-1 0,0 0 0,-1 0 0,1-1 0,-2-1 0,1 0 0,-1 0 0,0 0 0,-1-1 0,-1-1 0,1 0 0,-1 1 0,-1-2 0,0 1 0,-1-1 0,8-24 0,-12 32 0,0 0 0,0 0 0,-1 0 0,1 0 0,-1 0 0,0 0 0,0 1 0,-1-1 0,1 0 0,-1 0 0,1 0 0,-1 0 0,0 0 0,-1 1 0,1-1 0,-1 0 0,-2-3 0,1 3 0,0 0 0,0 0 0,-1 1 0,1-1 0,-1 1 0,0 0 0,0 0 0,0 1 0,0-1 0,0 1 0,-10-4 0,-3 0 0,-1 1 0,0 1 0,0 1 0,0 0 0,-1 2 0,-20 0 0,5 1 0,1 2 0,-1 1 0,-35 8 0,50-6 0,0 0 0,0 0 0,1 2 0,0 0 0,0 2 0,-29 17 0,43-23 0,0 0 0,0 0 0,0 0 0,0 1 0,1-1 0,-1 1 0,1 0 0,0 0 0,0 0 0,0 0 0,1 1 0,-1-1 0,-2 10 0,4-10 0,0-1 0,1 1 0,0 0 0,-1-1 0,1 1 0,1 0 0,-1-1 0,0 1 0,1-1 0,0 1 0,0 0 0,0-1 0,0 1 0,1-1 0,-1 0 0,1 0 0,0 1 0,0-1 0,0 0 0,3 3 0,6 7 0,1-1 0,0-1 0,0 0 0,1 0 0,20 12 0,78 40 0,-55-32 0,-31-18 0,62 40 0,-80-48 0,1 1 0,-2-1 0,1 1 0,-1 1 0,0-1 0,0 1 0,0 0 0,7 15 0,-11-20 0,-1 1 0,0 0 0,0-1 0,0 1 0,-1 0 0,1 0 0,0 0 0,-1-1 0,0 1 0,0 0 0,0 0 0,0 0 0,0 0 0,-1 0 0,1-1 0,-2 6 0,0-3 0,0-1 0,-1 0 0,1 1 0,-1-1 0,1 0 0,-1-1 0,0 1 0,-1 0 0,-4 3 0,-5 3 0,0 0 0,0-1 0,-1-1 0,-29 13 0,23-12 0,-2 0 0,1-2 0,-1 0 0,0-1 0,-1-2 0,1 0 0,-40 1 0,59-5-97,0 0-1,0 0 1,0-1-1,0 1 1,0-1-1,0 0 1,0 0-1,0 0 1,1 0-1,-1 0 1,0-1-1,1 1 0,-6-4 1,-3-8-6729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2.0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297 131 24575,'3'-3'0,"-1"0"0,1 0 0,-1-1 0,0 1 0,0-1 0,0 1 0,0-1 0,-1 0 0,1 0 0,-1 0 0,0 0 0,0 1 0,-1-1 0,1-6 0,-1 8 0,0-1 0,0 0 0,0 1 0,-1-1 0,1 0 0,-1 0 0,1 1 0,-1-1 0,0 1 0,0-1 0,-1 1 0,1-1 0,0 1 0,-1 0 0,1 0 0,-1-1 0,0 1 0,0 0 0,0 0 0,0 1 0,0-1 0,-4-2 0,3 2 0,-1 0 0,0 0 0,0 0 0,0 1 0,-1 0 0,1 0 0,0 0 0,0 0 0,-1 0 0,1 1 0,0 0 0,-1 0 0,1 0 0,-1 1 0,1-1 0,0 1 0,0 0 0,-1 0 0,1 1 0,0-1 0,0 1 0,0 0 0,0 0 0,1 0 0,-1 0 0,-4 5 0,-4 2 0,0 1 0,1 0 0,1 1 0,0 0 0,0 0 0,-11 18 0,6-5 0,2 0 0,0 0 0,-16 44 0,25-55 0,-1 1 0,2 0 0,0-1 0,1 1 0,0 0 0,1 0 0,0 0 0,2 0 0,1 15 0,-2-26 0,0-1 0,1 1 0,-1-1 0,1 1 0,-1-1 0,1 0 0,0 0 0,0 1 0,0-1 0,0 0 0,0 0 0,1 0 0,-1 0 0,0 0 0,1 0 0,0 0 0,-1-1 0,1 1 0,0 0 0,0-1 0,0 0 0,0 1 0,0-1 0,1 0 0,-1 0 0,0 0 0,0 0 0,5 0 0,-2 0 0,-1-1 0,1 0 0,0-1 0,-1 1 0,1-1 0,0 0 0,-1 0 0,1 0 0,-1-1 0,0 1 0,1-1 0,-1 0 0,0 0 0,5-4 0,3-4 20,1 0 0,-2-1 0,0 0 0,0-1-1,-1-1 1,17-25 0,9-11-1524,-7 14-5322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2.51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24575,'3'0'0,"2"3"0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3.0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48 24575,'-1'-11'0,"1"8"0,0 0 0,0 0 0,0 0 0,0 0 0,0 1 0,0-1 0,1 0 0,0 0 0,1-4 0,-2 7 0,0-1 0,0 1 0,0 0 0,0 0 0,0 0 0,0 0 0,0 0 0,0 0 0,0 0 0,0-1 0,0 1 0,0 0 0,0 0 0,1 0 0,-1 0 0,0 0 0,0 0 0,0 0 0,0 0 0,0 0 0,0-1 0,0 1 0,0 0 0,0 0 0,1 0 0,-1 0 0,0 0 0,0 0 0,0 0 0,0 0 0,0 0 0,0 0 0,1 0 0,-1 0 0,0 0 0,0 0 0,0 0 0,0 0 0,0 0 0,0 0 0,0 0 0,1 0 0,-1 0 0,0 0 0,0 0 0,0 0 0,0 0 0,0 0 0,0 1 0,0-1 0,1 0 0,-1 0 0,0 0 0,0 0 0,4 10 0,0 13 0,3 63 0,-5-37 0,2 0 0,3-1 0,15 61 0,-20-103 31,-1-1 0,1 1 0,0-1 0,1 0 0,-1 0 0,1 0 0,0 0 0,0 0 1,1-1-1,7 9 0,-8-11-113,-1 0 1,1-1 0,0 1 0,-1-1-1,1 1 1,0-1 0,0 0-1,0 0 1,0 0 0,0-1 0,1 1-1,-1-1 1,0 1 0,0-1 0,0 0-1,0 0 1,1-1 0,-1 1 0,0-1-1,6-1 1,7-3-6745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3.53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30 1 24575,'-9'0'0,"-7"1"0,16 0 0,-1 0 0,1-1 0,-1 1 0,1 0 0,0 0 0,-1-1 0,1 1 0,0 0 0,-1 0 0,1 0 0,0-1 0,0 1 0,0 0 0,0 0 0,0 0 0,0 0 0,0-1 0,0 1 0,0 0 0,0 0 0,1 0 0,-1 1 0,7 20 0,0 1 0,1-1 0,0 0 0,2-1 0,1 0 0,1-1 0,0 0 0,19 21 0,-31-40 0,1 0 0,0 1 0,0-1 0,0 0 0,0 0 0,0 0 0,0 0 0,1 0 0,-1 0 0,0-1 0,0 1 0,1 0 0,-1 0 0,0-1 0,1 1 0,-1-1 0,0 0 0,1 1 0,-1-1 0,1 0 0,-1 0 0,3 0 0,-2 0 0,1-1 0,-1 1 0,0-1 0,0 0 0,0 0 0,0 0 0,0 0 0,0 0 0,-1-1 0,1 1 0,0-1 0,0 1 0,1-3 0,6-7 0,-1 0 0,0-1 0,11-23 0,-15 27 0,60-140 0,-60 142-1365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3.9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0 306 24575,'39'-2'0,"-1"-1"0,1-2 0,-1-2 0,0-1 0,-1-2 0,67-28 0,-101 37 0,1 0 0,-1-1 0,0 1 0,0-1 0,0 0 0,0 0 0,0 0 0,-1 0 0,1 0 0,0-1 0,-1 1 0,0-1 0,1 0 0,-1 1 0,-1-1 0,1 0 0,0 0 0,-1-1 0,3-3 0,-4 3 0,1 0 0,-1 0 0,0 0 0,0 1 0,0-1 0,-1 0 0,1 0 0,-1 0 0,0 1 0,0-1 0,0 0 0,-1 1 0,1-1 0,-1 1 0,0-1 0,0 1 0,-3-5 0,-2-2 0,0 0 0,-1 1 0,0 0 0,-1 0 0,0 0 0,0 1 0,0 1 0,-1 0 0,0 0 0,-14-6 0,19 11 0,0-1 0,0 1 0,0 1 0,0-1 0,0 1 0,0 0 0,-1 0 0,1 1 0,0-1 0,-1 1 0,1 0 0,0 1 0,-1-1 0,1 1 0,0 0 0,0 1 0,-1-1 0,1 1 0,0 0 0,0 0 0,1 1 0,-1-1 0,0 1 0,1 0 0,-6 5 0,0 2 0,0 0 0,0 1 0,1 0 0,1 0 0,0 1 0,0 0 0,1 1 0,1-1 0,0 1 0,1 1 0,-6 22 0,6-15 0,0 0 0,2 1 0,0-1 0,2 1 0,0 0 0,2-1 0,2 24 0,-1-33 0,0-1 0,0 1 0,1 0 0,1-1 0,0 1 0,0-1 0,1 0 0,1 0 0,-1-1 0,2 0 0,0 0 0,0 0 0,0-1 0,2 0 0,-1 0 0,1-1 0,0 0 0,0-1 0,1 0 0,0 0 0,1-1 0,-1-1 0,1 1 0,0-2 0,0 1 0,1-2 0,16 4 0,-13-4-97,0-1-1,0-1 1,0 0-1,0-1 1,0-1-1,0 0 1,0-1-1,-1 0 1,1-1-1,-1-1 1,1-1-1,-1 0 0,25-13 1,3-7-6729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5.4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31 80 24575,'-29'0'0,"27"0"0,8 0 0,51 0 0,455-17-836,-260 6 554,932-18 282,-1143 30 0,2-1 0,69-7 0,-99 3 81,-13 4-107,0 0 0,0 0-1,0-1 1,0 1 0,0 0 0,0 0-1,0 0 1,0 0 0,0-1 0,0 1-1,0 0 1,0 0 0,0 0 0,0 0-1,0-1 1,0 1 0,0 0 0,0 0-1,0 0 1,0-1 0,0 1 0,0 0-1,0 0 1,0 0 0,0 0 0,0 0-1,-1-1 1,1 1 0,0 0 0,0 0-1,0 0 1,0 0 0,0 0 0,0 0-1,-1-1 1,1 1 0,0 0 0,0 0-1,0 0 1,0 0 0,-1 0 0,1 0-1,0 0 1,0 0 0,0 0 0,-1 0-1,1 0 1,-13-6-5868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5.75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104 61 24575,'-6'-1'0,"1"0"0,-1-1 0,1 0 0,-1 0 0,1-1 0,0 1 0,-9-7 0,3 2 0,7 5 0,1 1 0,-1-1 0,1 1 0,0-1 0,0 0 0,0 0 0,1 0 0,-1 0 0,0-1 0,1 1 0,0-1 0,-3-3 0,6 6 0,0 0 0,1-1 0,-1 1 0,0 0 0,0 0 0,1 0 0,-1 0 0,0 0 0,1 0 0,-1 0 0,0 0 0,0 1 0,1-1 0,-1 0 0,2 2 0,32 9 0,0 2 0,-1 2 0,61 36 0,-62-32 0,19 11 0,59 42 0,-92-57 0,-1 0 0,0 1 0,-1 1 0,-1 0 0,28 39 0,-40-49 0,0-1 0,-1 1 0,1-1 0,-1 1 0,-1 0 0,1 0 0,-1 1 0,2 13 0,-4-16 0,1 0 0,-2 0 0,1 0 0,0 0 0,-1 0 0,0 0 0,0-1 0,0 1 0,-1 0 0,0-1 0,0 1 0,0-1 0,0 1 0,-5 6 0,-3 0-151,0-1-1,0 1 0,-1-1 0,-1-1 1,1 0-1,-1-1 0,-1 0 1,-20 9-1,-46 21-6674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8.0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1629 113 24575,'0'-4'0,"0"1"0,0-1 0,-1 0 0,1 0 0,-1 0 0,0 0 0,0 1 0,0-1 0,0 0 0,-1 1 0,0-1 0,0 1 0,0 0 0,-3-5 0,1 4 0,0 0 0,0 1 0,0 0 0,0 0 0,0 0 0,0 0 0,-1 1 0,1 0 0,-1 0 0,-9-3 0,-15-1 0,1 0 0,-1 2 0,0 2 0,-50 1 0,47 1 0,-154 1 0,-1 8 0,1 8 0,-280 63 0,448-76 0,-101 28 0,99-25 0,0 0 0,1 2 0,-32 18 0,46-24 0,0 0 0,1 0 0,-1 1 0,1 0 0,0 0 0,0 0 0,0 0 0,1 1 0,-1 0 0,-2 5 0,4-8 0,1 1 0,0-1 0,1 1 0,-1-1 0,0 1 0,1 0 0,-1-1 0,1 1 0,0-1 0,0 1 0,0 0 0,0-1 0,0 1 0,1 0 0,-1-1 0,1 1 0,0-1 0,0 1 0,-1-1 0,2 1 0,-1-1 0,0 0 0,3 5 0,4 1 0,0 0 0,0 0 0,1 0 0,0-1 0,0 0 0,1-1 0,0 0 0,0 0 0,1-1 0,12 4 0,31 13-147,1-3 0,0-2 0,64 10 0,181 16-441,495-7-408,-1-86 0,-456 10 564,-11-26-1,-313 63 429,0 0 26,0-1-1,-1 0 0,1 0 1,-1-2-1,0 1 0,-1-2 0,18-11 1,-29 18 0,0-1 1,0 0 0,0 1-1,0-1 1,0 0-1,-1 0 1,1 1-1,0-1 1,-1 0 0,1 0-1,-1 0 1,1 0-1,-1 0 1,1 0-1,-1 0 1,1 0 0,-1 0-1,0 0 1,0 0-1,1 0 1,-1 0-1,0 0 1,0 0 0,0 0-1,0 0 1,0 0-1,-1 0 1,1 0-1,0-1 1,-1 0 15,-1 0 0,1 0 0,-1 0-1,1 0 1,-1 0 0,0 1 0,1-1 0,-1 0 0,0 1 0,0 0 0,0-1-1,-4-1 1,-18-6 297,1 0 0,-1 2-1,-1 0 1,-48-6-1,-372-31-660,-7 32-256,436 12 567,-878 1-2417,709 4-1380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8.25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24575,'0'10'0,"3"11"0,1 4-8191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8.5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58 0 24575,'8'53'0,"-3"0"0,-2 0 0,-6 76 0,-34 227 0,9-127 0,26-209 0,1-7 0,-1 0 0,2 0 0,-1 1 0,4 18 0,-3-29 0,1 0 0,0 1 0,0-1 0,0 0 0,0 0 0,0 0 0,1 0 0,-1 0 0,1 0 0,0 0 0,0 0 0,0-1 0,0 1 0,1-1 0,-1 1 0,0-1 0,1 0 0,0 0 0,0 0 0,0 0 0,-1-1 0,6 3 0,11 2 0,0-1 0,1-1 0,0-1 0,0 0 0,0-2 0,36-1 0,-25 0 0,984-19-574,-205-1 159,-761 20 319,50-1 299,-88 1-390,0-2 0,0 1 0,0-1-1,-1-1 1,1 0 0,13-7 0,-6-1-5812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48.7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 62 24575,'0'-62'0,"-15"128"0,-13 132 0,-5 345 0,33-458-1365,0-12-5461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50.07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10 109 24575,'-1'-1'0,"0"-1"0,0 1 0,0 0 0,0-1 0,0 1 0,1-1 0,-1 0 0,0 1 0,1-1 0,-1 1 0,1-1 0,0 0 0,0 1 0,-1-1 0,1 0 0,0 1 0,0-1 0,1-3 0,-1 4 0,0 1 0,1-1 0,-1 0 0,0 1 0,0-1 0,1 0 0,-1 1 0,0-1 0,1 1 0,-1-1 0,1 0 0,-1 1 0,1-1 0,-1 1 0,1-1 0,-1 1 0,1 0 0,0-1 0,-1 1 0,1 0 0,-1-1 0,1 1 0,0 0 0,-1 0 0,1-1 0,0 1 0,0 0 0,-1 0 0,1 0 0,0 0 0,-1 0 0,1 0 0,0 0 0,0 0 0,-1 0 0,1 0 0,0 1 0,-1-1 0,1 0 0,0 0 0,-1 1 0,1-1 0,-1 0 0,1 1 0,0-1 0,0 1 0,4 2 0,0 1 0,0-1 0,-1 1 0,1 0 0,-1 0 0,0 1 0,0-1 0,0 1 0,-1 0 0,0 0 0,0 0 0,4 9 0,3 9 0,12 38 0,-22-60 0,17 59 0,-3 2 0,-2-1 0,5 104 0,-17-186 0,2 0 0,0 1 0,1-1 0,11-39 0,35-89 0,-42 132 0,7-26 0,24-59 0,-32 88 0,1-1 0,1 2 0,0-1 0,16-20 0,-22 32 0,-1 0 0,1 0 0,-1 1 0,1-1 0,-1 1 0,1-1 0,0 1 0,0 0 0,0 0 0,0 0 0,0 0 0,0 0 0,0 0 0,3-1 0,-4 2 0,0 0 0,0 1 0,0-1 0,0 0 0,0 0 0,0 1 0,0-1 0,0 1 0,0-1 0,0 1 0,0-1 0,-1 1 0,1-1 0,0 1 0,0 0 0,0-1 0,-1 1 0,1 0 0,0 0 0,-1 0 0,1-1 0,-1 1 0,1 0 0,-1 0 0,1 0 0,-1 0 0,0 0 0,1 0 0,-1 0 0,0 2 0,6 18 0,-2 0 0,-1 1 0,0-1 0,-1 29 0,-1-24 0,1 0 0,6 34 0,-7-58 0,-1-1 0,0 0 0,0 1 0,0-1 0,1 0 0,-1 0 0,1 1 0,-1-1 0,1 0 0,-1 0 0,1 0 0,0 0 0,-1 1 0,1-1 0,0 0 0,0 0 0,0-1 0,0 1 0,0 0 0,0 0 0,0 0 0,0-1 0,0 1 0,0 0 0,1-1 0,1 1 0,-1-1 0,-1 0 0,1 0 0,-1-1 0,1 1 0,-1-1 0,1 1 0,-1-1 0,0 0 0,1 0 0,-1 1 0,0-1 0,1 0 0,-1 0 0,0 0 0,0 0 0,0-1 0,0 1 0,0 0 0,0 0 0,0-1 0,0 1 0,0-2 0,9-15 0,-2 0 0,0 0 0,7-29 0,-11 33 0,0 0 0,1 1 0,1-1 0,0 1 0,0 0 0,1 1 0,1-1 0,10-11 0,-17 23 0,-1 0 0,1 0 0,0 0 0,0 0 0,0 0 0,0 0 0,0 0 0,0 0 0,0 0 0,0 1 0,0-1 0,0 1 0,0-1 0,1 0 0,-1 1 0,0 0 0,0-1 0,1 1 0,-1 0 0,0 0 0,0-1 0,1 1 0,-1 0 0,0 0 0,1 1 0,-1-1 0,0 0 0,0 0 0,1 1 0,-1-1 0,0 0 0,0 1 0,1-1 0,-1 1 0,0 0 0,0-1 0,0 1 0,0 0 0,0 0 0,0 0 0,0 0 0,0 0 0,0 0 0,0 0 0,-1 0 0,2 2 0,3 5 0,0 1 0,0-1 0,-1 1 0,5 17 0,18 68 0,-22-70 0,1 1 0,2-1 0,0 0 0,2-1 0,0 0 0,19 29 0,-27-49 0,0 0 0,0 0 0,0 0 0,1-1 0,-1 1 0,1-1 0,-1 1 0,1-1 0,0 0 0,0 0 0,0 0 0,0-1 0,0 1 0,1-1 0,-1 0 0,5 2 0,-5-3 0,-1 0 0,1 0 0,0 0 0,-1-1 0,1 1 0,0-1 0,-1 1 0,1-1 0,-1 0 0,1 0 0,-1 0 0,0 0 0,1 0 0,-1 0 0,0-1 0,0 1 0,0-1 0,0 0 0,0 0 0,0 0 0,0 1 0,2-5 0,3-4 0,0 0 0,-1-1 0,-1 0 0,0 0 0,0 0 0,-1 0 0,0-1 0,-1 1 0,0-1 0,1-15 0,0-18 0,-1-62 0,-3 91 0,0 7 0,0 2 0,1-1 0,-1 1 0,-1 0 0,0 0 0,0 0 0,0 0 0,-1 0 0,0 0 0,-3-7 0,5 13 0,0 1 0,-1-1 0,1 1 0,0-1 0,0 1 0,0-1 0,-1 1 0,1-1 0,0 1 0,-1-1 0,1 1 0,0 0 0,-1-1 0,1 1 0,-1 0 0,1-1 0,-1 1 0,1 0 0,-1 0 0,1-1 0,-1 1 0,1 0 0,-1 0 0,1 0 0,-1 0 0,1-1 0,-1 1 0,1 0 0,-1 0 0,1 0 0,-1 0 0,1 0 0,-1 0 0,1 1 0,-1-1 0,1 0 0,-1 0 0,1 0 0,-1 0 0,1 1 0,-1-1 0,1 0 0,-1 0 0,1 1 0,-1-1 0,1 0 0,0 1 0,-1-1 0,1 1 0,0-1 0,-1 0 0,1 1 0,0-1 0,-1 1 0,1 0 0,-17 29 0,11-11 0,0 1 0,1 0 0,1 1 0,1-1 0,1 1 0,0 0 0,2-1 0,2 26 0,-2-43 0,0-1 0,1 0 0,-1 1 0,0-1 0,1 0 0,-1 1 0,1-1 0,0 0 0,0 0 0,0 0 0,0 1 0,0-1 0,0 0 0,1 0 0,-1-1 0,0 1 0,1 0 0,0 0 0,-1-1 0,1 1 0,0-1 0,0 1 0,0-1 0,0 0 0,0 0 0,3 1 0,-2-1 0,0-1 0,0 1 0,0-1 0,0 0 0,-1 0 0,1 0 0,0 0 0,0-1 0,0 1 0,0-1 0,0 0 0,0 0 0,0 0 0,0 0 0,-1 0 0,1 0 0,0-1 0,-1 1 0,1-1 0,1-2 0,6-4 0,-1 0 0,0-1 0,-1 0 0,0 0 0,0-1 0,-1 0 0,0 0 0,10-22 0,-17 31 0,1 0 0,-1-1 0,0 1 0,1 0 0,0 0 0,-1 0 0,1 0 0,0 0 0,-1 0 0,1 0 0,0 0 0,0 0 0,0 0 0,0 0 0,0 1 0,0-1 0,0 0 0,0 0 0,0 1 0,0-1 0,0 1 0,0-1 0,0 1 0,1 0 0,-1-1 0,0 1 0,3 0 0,-2 0 0,0 1 0,0 0 0,0 0 0,0 0 0,0 0 0,0 0 0,0 0 0,0 1 0,0-1 0,-1 1 0,1-1 0,-1 1 0,1 0 0,2 3 0,8 11 0,1 2 0,21 20 0,-30-34 0,-1-1 0,1 1 0,0-1 0,0 0 0,0 0 0,0-1 0,1 1 0,-1-1 0,1 0 0,0 0 0,7 2 0,-11-4 0,1 0 0,-1 0 0,1 0 0,-1 0 0,0 0 0,1-1 0,-1 1 0,0 0 0,1-1 0,-1 1 0,0-1 0,0 1 0,1-1 0,-1 0 0,0 1 0,0-1 0,0 0 0,0 0 0,0 0 0,0 0 0,0 0 0,0 0 0,0 0 0,0 0 0,-1 0 0,1 0 0,0-1 0,-1 1 0,1 0 0,-1-1 0,1 1 0,0-3 0,0 2 0,-1 0 0,2 0 0,-1 0 0,0 0 0,0 0 0,1 0 0,-1 0 0,1 0 0,2-2 0,-4 3 0,1 1 0,-1 0 0,1 0 0,-1 0 0,1-1 0,0 1 0,-1 0 0,1 0 0,-1 0 0,1 0 0,-1 0 0,1 0 0,-1 0 0,1 0 0,0 0 0,-1 0 0,1 0 0,-1 1 0,1-1 0,-1 0 0,1 0 0,-1 1 0,1-1 0,-1 0 0,1 0 0,-1 1 0,1-1 0,-1 0 0,0 1 0,1-1 0,-1 1 0,0-1 0,1 1 0,13 18 0,-11-14 0,47 59-1365,-38-51-5461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50.2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78 43 24575,'-3'-3'0,"-8"-5"0,-4-3 0,-4 0 0,3 5 0,2 3-8191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3:50.5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1 24575,'-1'0'0,"1"0"0,0 0 0,-1 0 0,1 0 0,0 0 0,-1 0 0,1 0 0,0 0 0,0 1 0,-1-1 0,1 0 0,0 0 0,-1 0 0,1 0 0,0 0 0,0 1 0,-1-1 0,1 0 0,0 0 0,0 1 0,0-1 0,-1 0 0,1 0 0,0 1 0,0-1 0,0 0 0,0 0 0,0 1 0,0-1 0,-1 0 0,1 1 0,0-1 0,0 0 0,0 1 0,2 15 0,8 13 0,-10-29 0,51 137 0,-50-134 0,0 0 0,0 0 0,0 0 0,1 0 0,0 0 0,-1 0 0,1 0 0,0 0 0,5 4 0,-6-7 0,0 1 0,0-1 0,0 1 0,0-1 0,0 1 0,0-1 0,0 0 0,1 1 0,-1-1 0,0 0 0,0 0 0,0 0 0,0 0 0,1 0 0,-1 0 0,0 0 0,0 0 0,0 0 0,0-1 0,1 1 0,-1-1 0,0 1 0,0 0 0,0-1 0,0 0 0,0 1 0,0-1 0,0 0 0,0 1 0,0-1 0,1-1 0,11-10 0,0-1 0,-1 0 0,-1-1 0,12-18 0,-7 11 0,24-26 0,-35 42 0,0 0 0,0 0 0,1 1 0,0-1 0,0 1 0,0 1 0,1-1 0,-1 1 0,11-4 0,-14 7 13,-1-1 1,1 1-1,0 0 0,-1 0 0,1 0 0,0 0 0,-1 0 0,1 0 1,-1 1-1,1 0 0,0-1 0,-1 1 0,1 0 0,-1 0 1,0 0-1,1 0 0,-1 1 0,0-1 0,1 1 0,-1-1 1,0 1-1,0 0 0,-1 0 0,4 3 0,4 5-240,-1 2 0,0-1 0,10 19 0,-10-17-559,7 13-6040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2.0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0 814 24575,'6'-2'0,"0"1"0,0-1 0,-1 0 0,1-1 0,-1 1 0,0-1 0,1 0 0,-1-1 0,0 1 0,8-9 0,-10 10 0,18-17 0,25-26 0,-7 5 0,-37 39 0,-1-1 0,1 1 0,-1 0 0,1-1 0,0 1 0,0 0 0,-1 0 0,1 0 0,3 0 0,-5 0 0,1 1 0,0 0 0,-1 0 0,1 0 0,-1 0 0,1 0 0,0 0 0,-1 0 0,1 0 0,0 0 0,-1 0 0,1 0 0,0 1 0,-1-1 0,1 0 0,-1 0 0,1 1 0,-1-1 0,1 0 0,-1 1 0,2-1 0,-1 2 0,0 0 0,1 0 0,-1 0 0,0 0 0,0 0 0,0 1 0,0-1 0,-1 0 0,1 0 0,-1 1 0,1-1 0,-1 0 0,0 1 0,0-1 0,0 3 0,1 5 0,-1 4 0,1 0 0,0 1 0,1-2 0,0 1 0,5 14 0,-6-24 0,1-1 0,-1 0 0,0 0 0,1 0 0,0 0 0,0 0 0,-1-1 0,2 1 0,-1 0 0,0-1 0,0 0 0,1 1 0,0-1 0,-1 0 0,1 0 0,0 0 0,0-1 0,0 1 0,0-1 0,0 1 0,0-1 0,1 0 0,-1 0 0,0-1 0,0 1 0,8 0 0,-3-1 0,0-1 0,0 0 0,0 0 0,0 0 0,-1-1 0,1 0 0,0-1 0,0 0 0,8-4 0,12-8 0,26-18 0,103-80-218,160-147 0,53-43-91,-277 238-932,-17 13-4964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2.90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24575,'22'770'0,"-1"-532"237,11 276-1839,-32-478-5224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3.2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13 0 24575,'-11'2'0,"9"2"0,13 9 0,-7-9 0,29 31 0,-15-15 0,2 0 0,30 23 0,-42-37 0,0 0 0,1-1 0,0-1 0,0 1 0,0-2 0,0 1 0,0-1 0,1 0 0,-1-1 0,17 2 0,-20-4 0,1 1 0,0-1 0,0 0 0,-1-1 0,1 0 0,0 0 0,-1 0 0,1-1 0,0 0 0,-1 0 0,0 0 0,0-1 0,0 0 0,7-5 0,-4 1 0,0 0 0,0-1 0,-1 0 0,0-1 0,0 0 0,-1 0 0,8-13 0,-3 4 342,-20 29-2049,-3 4-5119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7.8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4 24575,'0'-3'0,"0"2"0,0 5 0,0 4 0,0 4 0,-3 6 0,-1 7 0,-4 5 0,1 6 0,1 4 0,-2 4 0,1 1 0,1 2 0,3 0 0,0-3 0,2-2 0,1-2 0,0-8-8191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8.2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1 185 24575,'0'-6'0,"0"0"0,0 0 0,1 1 0,0-1 0,0 0 0,0 0 0,0 0 0,5-8 0,-5 11 0,1 0 0,0 0 0,1 0 0,-1 0 0,0 1 0,1-1 0,0 1 0,-1-1 0,1 1 0,0 0 0,0 0 0,0 0 0,0 1 0,1-1 0,5-1 0,15-5 0,0 1 0,0 2 0,26-4 0,79-3 0,-87 9 0,825-34-447,4 35-114,-701 2 538,-145 0 23,-18-1 0,0 0 0,0 1 0,0 0 0,0 0 0,0 1 0,0 0 0,0 0 0,0 1 0,0 0 0,0 0 0,7 3 0,-13-3 15,1-1 0,-1 0-1,0 1 1,0-1 0,0 1-1,0-1 1,0 1 0,0-1-1,0 1 1,0 0 0,0-1-1,-1 1 1,1 0-1,-1 0 1,1 0 0,-1-1-1,0 1 1,0 0 0,1 0-1,-2 0 1,1 0 0,0 0-1,0 1 1,-2 9 170,0 0 1,-6 18 0,2-6-64,-3 45-122,3 0 0,4 107 0,3-145 0,-4 5-1365,-1-25-5461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8.66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61 147 24575,'0'0'0,"-36"-2"0,35 2 0,0 0 0,0 0 0,0 0 0,0 0 0,0 0 0,0-1 0,0 1 0,0 0 0,0-1 0,0 1 0,0-1 0,0 1 0,0-1 0,0 1 0,0-1 0,0 0 0,0 1 0,1-1 0,-1 0 0,0 0 0,0 1 0,1-1 0,-1 0 0,1 0 0,-1 0 0,0 0 0,0-2 0,2 2 0,0 0 0,0-1 0,-1 1 0,1 0 0,0 0 0,0 0 0,0 0 0,0 0 0,0 0 0,1 0 0,-1 0 0,0 0 0,0 0 0,1 1 0,-1-1 0,0 1 0,1-1 0,-1 1 0,1-1 0,-1 1 0,3-1 0,-2 1 0,42-12 0,1 3 0,90-8 0,-84 12 0,561-34-234,5 29-226,143-5 125,-750 14 439,-8 1-279,-5 0-948,-6 0-4845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09.2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24575,'3'0'0,"-1"1"0,0 0 0,1-1 0,-1 1 0,0 0 0,0 0 0,0 0 0,1 0 0,-1 1 0,0-1 0,0 0 0,-1 1 0,1 0 0,0-1 0,2 4 0,23 29 0,-27-33 0,23 33 0,-6-7 0,34 39 0,-50-65 0,0 1 0,0-1 0,0 0 0,0 0 0,1 0 0,-1 0 0,1 0 0,-1 0 0,0 0 0,1 0 0,0 0 0,-1-1 0,1 1 0,-1-1 0,1 1 0,0-1 0,1 1 0,-1-1 0,-1-1 0,1 1 0,-1 0 0,0-1 0,1 1 0,-1 0 0,0-1 0,0 0 0,1 1 0,-1-1 0,0 0 0,0 1 0,0-1 0,0 0 0,0 0 0,0 0 0,1-1 0,4-6 0,-1 0 0,0 0 0,-1-1 0,1 1 0,2-12 0,4-3 0,-8 17 22,1-3-195,0 1-1,0 0 1,1 1 0,1-1-1,-1 1 1,1 0-1,8-8 1,-1 7-6653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3.50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24575,'4'1'0,"-1"0"0,1 0 0,-1 1 0,0-1 0,0 1 0,0 0 0,1 0 0,-2 0 0,1 0 0,0 1 0,0-1 0,-1 1 0,0-1 0,3 4 0,2 1 0,77 82 0,-22-22 0,82 67 0,200 107 0,-336-236 31,30 22 270,-36-25-414,0 0 0,0 0 0,0 1 0,-1-1-1,1 0 1,-1 1 0,1-1 0,-1 1 0,0 0 0,0-1 0,0 1-1,0 0 1,0-1 0,0 4 0,0 8-6713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3.81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140 0 24575,'94'88'0,"-88"-84"0,-1 1 0,-1 0 0,1 0 0,-1 0 0,1 0 0,-2 1 0,6 9 0,-8-13 0,0-1 0,0 1 0,-1 0 0,1 0 0,-1 0 0,1 0 0,-1 0 0,0 0 0,0 0 0,0 0 0,0-1 0,0 1 0,0 0 0,0 0 0,-1 0 0,1 0 0,-1 0 0,1 0 0,-1 0 0,0-1 0,0 1 0,0 0 0,0-1 0,0 1 0,0 0 0,0-1 0,0 1 0,-1-1 0,1 0 0,-3 2 0,-5 4 46,0 0 1,-1-1-1,0-1 0,0 1 0,0-2 0,-21 8 1,-70 12-822,70-17-139,-9 2-5912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8.8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142 185 24575,'0'0'0,"0"0"0,-1 0 0,1 0 0,-1 0 0,1 0 0,-1 0 0,1-1 0,-1 1 0,1 0 0,-1 0 0,1 0 0,-1 0 0,1-1 0,0 1 0,-1 0 0,1 0 0,-1-1 0,1 1 0,0 0 0,-1-1 0,1 1 0,0 0 0,-1-1 0,1 1 0,0-1 0,0 1 0,-1 0 0,1-1 0,0 1 0,0-1 0,0 1 0,0-1 0,0 1 0,-1-1 0,1 1 0,0-1 0,0 1 0,0-1 0,0 1 0,0-1 0,1 1 0,-1-1 0,0 1 0,0 0 0,0-1 0,0 1 0,0-1 0,1 1 0,-1-1 0,0 1 0,1-1 0,12-23 0,-1 12 0,-1 0 0,2 1 0,-1 0 0,2 0 0,-1 2 0,2 0 0,-1 0 0,1 1 0,0 1 0,20-7 0,-11 7 0,1 0 0,-1 2 0,1 1 0,0 0 0,0 2 0,31 2 0,-47 0 0,0 1 0,0 0 0,-1 1 0,1 0 0,-1 0 0,1 1 0,-1 0 0,0 0 0,0 1 0,0 0 0,-1 1 0,0 0 0,10 7 0,-12-8 0,-1 0 0,0 0 0,0 0 0,-1 0 0,1 1 0,-1 0 0,0-1 0,0 1 0,-1 0 0,1 0 0,-1 1 0,0-1 0,-1 0 0,1 1 0,-1-1 0,0 1 0,-1 0 0,1-1 0,-1 1 0,0-1 0,0 1 0,-2 6 0,0-4 0,0 0 0,-1-1 0,0 1 0,0-1 0,-1 0 0,0 1 0,0-1 0,-1-1 0,0 1 0,0-1 0,0 0 0,-1 0 0,0 0 0,-8 5 0,-6 4 0,1-2 0,-2 0 0,-34 16 0,16-11 0,-1-3 0,0 0 0,-70 13 0,143-29 0,0 0 0,42 6 0,-59-3 0,0 1 0,0 0 0,-1 2 0,1-1 0,-1 2 0,0 0 0,0 1 0,18 12 0,-28-16 0,0 0 0,0 0 0,0 1 0,-1 0 0,0 0 0,0 0 0,0 0 0,0 1 0,-1-1 0,1 1 0,-1 0 0,0 0 0,-1 0 0,1 1 0,-1-1 0,0 1 0,-1-1 0,1 1 0,-1-1 0,0 1 0,0 0 0,-1 0 0,0 0 0,0-1 0,0 1 0,-2 9 0,1-9 0,-1-1 0,1 1 0,-1-1 0,-1 0 0,1 0 0,-1 1 0,1-2 0,-2 1 0,1 0 0,0 0 0,-1-1 0,-4 4 0,1-1 0,0-1 0,-1 0 0,0-1 0,0 0 0,0 0 0,-16 6 0,6-5 0,0 0 0,0-1 0,-1-1 0,0-1 0,0 0 0,-32 0 0,22-5-124,1 0 0,0-1 0,0-2 0,0-1 0,1-2 0,0 0-1,0-2 1,1 0 0,0-2 0,-43-27 0,45 23-6702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9.27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161 79 24575,'1'0'0,"0"-1"0,0 1 0,0 0 0,0-1 0,0 1 0,-1 0 0,1-1 0,0 1 0,0-1 0,-1 0 0,1 1 0,0-1 0,-1 0 0,1 1 0,-1-1 0,1 0 0,-1 1 0,1-1 0,-1 0 0,1-1 0,-1-5 0,-9 8 0,-1 4 0,0 0 0,1 1 0,0 0 0,0 1 0,1 0 0,-1 0 0,2 1 0,-1 0 0,1 1 0,0-1 0,1 1 0,-7 13 0,4-7 0,1 1 0,1 0 0,0 0 0,2 1 0,0 0 0,-6 35 0,10-44 0,0 1 0,1-1 0,0 0 0,1 1 0,-1-1 0,2 1 0,-1-1 0,1 0 0,1 0 0,-1 0 0,1 0 0,1 0 0,0 0 0,5 9 0,-5-12 0,0 1 0,1-1 0,-1 0 0,1 0 0,0 0 0,0-1 0,1 0 0,-1 0 0,1 0 0,0 0 0,0-1 0,0 0 0,0-1 0,0 1 0,1-1 0,0 0 0,-1-1 0,9 2 0,-2-2 0,0-1 0,0-1 0,0 1 0,-1-2 0,1 0 0,0 0 0,-1-1 0,1-1 0,-1 0 0,0-1 0,-1 0 0,1-1 0,-1 0 0,0-1 0,0 0 0,-1-1 0,0 0 0,13-13 0,-13 11 0,0-1 0,-1 0 0,0 0 0,0-1 0,-1-1 0,-1 1 0,0-1 0,-1-1 0,0 1 0,-1-1 0,0 0 0,-2 0 0,1 0 0,-2 0 0,2-29 0,-4 35 17,0 0 0,-1 0 0,0 0 1,-1 0-1,0 0 0,0 1 0,0-1 0,-1 0 0,0 1 0,-1 0 0,0 0 0,0 0 0,0 0 0,-1 1 0,0-1 0,0 1 0,-1 0 0,0 1 1,-11-9-1,9 8-124,0 1 0,-1 0 1,0 0-1,1 1 0,-2 0 1,1 1-1,0 0 0,-1 0 1,0 1-1,1 0 0,-1 1 1,0 0-1,0 1 0,0 0 1,-16 2-1,1 3-6719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9.5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55 16 24575,'0'-3'0,"-3"-5"0,-1 4 0,0 4 0,1 6 0,-3 7 0,1 9 0,0 9 0,-2 9 0,1 7 0,1 5 0,1-1 0,2 1 0,4-2 0,1-4 0,4-6 0,1-10-8191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29.78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0 24575,'144'127'0,"-12"-12"0,-127-110 0,0-1 0,0 1 0,-1 1 0,0-1 0,0 0 0,-1 1 0,1 0 0,3 9 0,-6-13 0,-1 0 0,1 0 0,-1 0 0,0 1 0,0-1 0,1 0 0,-1 0 0,-1 0 0,1 0 0,0 1 0,0-1 0,-1 0 0,1 0 0,-1 0 0,0 0 0,0 0 0,0 0 0,0 0 0,0 0 0,0 0 0,0 0 0,0-1 0,-1 1 0,1 0 0,-1-1 0,1 1 0,-1-1 0,0 0 0,-2 2 0,-7 4 0,0 0 0,0-2 0,0 1 0,0-1 0,-1-1 0,0 0 0,-22 4 0,-5-1 0,-43 1 0,-34-7-1365,67-5-5461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30.01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 29 24575,'-4'-3'0,"0"0"0,0-1 0,-1 1 0,0 1 0,1-1 0,-7-2 0,9 4 0,0 0 0,1 1 0,-1-1 0,0 0 0,1 1 0,-1 0 0,0-1 0,0 1 0,0 0 0,1 0 0,-1 0 0,0 0 0,0 0 0,0 0 0,1 0 0,-1 0 0,0 1 0,0-1 0,1 1 0,-1 0 0,-1 0 0,2 0 0,0 1 0,0-1 0,0 0 0,0 1 0,1-1 0,-1 0 0,1 1 0,-1-1 0,1 1 0,-1-1 0,1 1 0,0-1 0,0 1 0,0-1 0,0 1 0,0-1 0,0 1 0,0 0 0,1 1 0,7 36 0,-4-26 0,16 90-682,11 161-1,-28-217-6143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30.32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75 108 24575,'-16'-7'0,"-20"-12"0,34 18 0,1 0 0,-1 0 0,0-1 0,1 1 0,-1-1 0,1 1 0,-1-1 0,1 0 0,0 1 0,0-1 0,-1 0 0,1 0 0,1 0 0,-1 0 0,-1-2 0,2 3 0,0 0 0,0 0 0,0 0 0,0 0 0,0-1 0,0 1 0,0 0 0,1 0 0,-1 0 0,0 0 0,1 0 0,-1 0 0,1 0 0,-1 0 0,1 0 0,-1 0 0,1 0 0,-1 1 0,1-1 0,0 0 0,0 0 0,-1 0 0,1 1 0,0-1 0,0 0 0,0 1 0,0-1 0,0 1 0,1-1 0,32-12 0,-12 8 0,0 2 0,0 0 0,1 1 0,0 1 0,-1 1 0,1 2 0,-1 0 0,1 1 0,-1 1 0,0 1 0,28 10 0,-22-4 0,1 0 0,-2 2 0,0 1 0,0 1 0,-1 1 0,-1 2 0,43 38 0,-51-40 0,-1 1 0,-1 1 0,-1 0 0,0 1 0,-2 1 0,0-1 0,-1 2 0,-1 0 0,10 29 0,-17-40 0,-1 0 0,1 0 0,-2 0 0,0 1 0,0-1 0,-1 0 0,0 1 0,0-1 0,-5 21 0,3-23 0,-1 0 0,0 0 0,0 0 0,-1 0 0,0 0 0,-1-1 0,1 1 0,-1-1 0,-1 0 0,1-1 0,-1 1 0,0-1 0,-10 7 0,0-2 31,0 0 0,-1-1 0,0-1 0,-1-1 0,1-1 0,-2 0 0,1-1 0,-1-1 1,0 0-1,-25 1 0,-11 0-600,1-3 0,-74-6 0,28-4-6257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30.71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24575,'0'0'0,"0"0"0,0 0 0,0 1 0,-1-1 0,1 0 0,0 1 0,0-1 0,0 0 0,0 1 0,0-1 0,0 0 0,0 1 0,0-1 0,0 0 0,0 1 0,0-1 0,0 0 0,0 1 0,0-1 0,1 0 0,-1 1 0,0-1 0,0 0 0,0 0 0,0 1 0,0-1 0,1 0 0,-1 1 0,0-1 0,0 0 0,1 0 0,-1 0 0,0 1 0,0-1 0,1 0 0,-1 0 0,0 0 0,1 0 0,-1 1 0,0-1 0,0 0 0,1 0 0,-1 0 0,0 0 0,1 0 0,-1 0 0,21 8 0,9-1 0,0-2 0,32 2 0,-61-7 0,641 33-1823,-533-31 1718,2280 3-3658,-1899-29 2309,-320 11 408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38.07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664 230 24575,'0'0'0,"1"0"0,-1 0 0,0 0 0,1 0 0,-1 0 0,1 0 0,-1 1 0,0-1 0,1 0 0,-1 0 0,0 0 0,0 0 0,1 1 0,-1-1 0,0 0 0,1 0 0,-1 0 0,0 1 0,0-1 0,1 0 0,-1 1 0,0-1 0,0 0 0,0 0 0,1 1 0,-1-1 0,0 0 0,0 1 0,0-1 0,0 0 0,0 1 0,0-1 0,0 1 0,0-1 0,0 0 0,0 1 0,0-1 0,0 0 0,0 1 0,0-1 0,0 0 0,0 1 0,0-1 0,0 0 0,0 1 0,0-1 0,-1 0 0,1 1 0,0-1 0,0 0 0,0 1 0,-1-1 0,1 0 0,-12 20 0,0-7 0,0-1 0,-1 0 0,-1-1 0,0 0 0,0-1 0,-1 0 0,0-2 0,0 1 0,-25 7 0,21-8 0,-1-1 0,-1-2 0,1 0 0,-1-1 0,0-1 0,0-1 0,-32-1 0,46-1 0,0 0 0,0-1 0,0 0 0,0 0 0,1-1 0,-1 1 0,0-2 0,1 1 0,0-1 0,-7-3 0,10 4 0,0 0 0,1-1 0,-1 1 0,1-1 0,-1 0 0,1 1 0,0-1 0,0 0 0,0 0 0,1 0 0,-1-1 0,1 1 0,-1 0 0,1 0 0,0-1 0,0 1 0,1-1 0,-1 1 0,1-1 0,0 1 0,0-5 0,0-3 0,1 1 0,0-1 0,1 0 0,1 1 0,-1 0 0,2-1 0,-1 1 0,1 0 0,1 1 0,0-1 0,0 1 0,1 0 0,0 0 0,9-10 0,-1 3 0,1 1 0,0 0 0,1 1 0,1 0 0,0 2 0,23-14 0,-26 18 0,0 1 0,1 0 0,0 1 0,0 0 0,28-5 0,-39 9 0,1 2 0,0-1 0,0 0 0,0 1 0,-1 0 0,1 0 0,0 1 0,0-1 0,0 1 0,-1 0 0,1 0 0,0 0 0,-1 1 0,1 0 0,-1 0 0,0 0 0,0 0 0,1 1 0,-1 0 0,-1 0 0,1 0 0,0 0 0,5 6 0,-2 1 0,-1 1 0,0-1 0,0 1 0,-1 0 0,-1 1 0,0-1 0,0 1 0,-1 0 0,-1 0 0,3 23 0,-3-1 0,-2-1 0,-5 60 0,-1-50 0,-1 0 0,-3-1 0,-1 0 0,-2 0 0,-2-2 0,-1 0 0,-42 72 0,41-84 0,-2-1 0,0-1 0,-2-1 0,-1 0 0,0-2 0,-2 0 0,-1-2 0,-1 0 0,0-2 0,-2-1 0,-31 15 0,48-27 0,-1-1 0,0 0 0,0-1 0,0-1 0,-1 0 0,-16 3 0,25-6 0,0 0 0,1 1 0,-1-1 0,0-1 0,0 1 0,1 0 0,-1-1 0,0 0 0,1 0 0,-1 0 0,1 0 0,-1 0 0,1-1 0,0 0 0,-1 1 0,1-1 0,0 0 0,0-1 0,0 1 0,0-1 0,1 1 0,-1-1 0,1 0 0,0 0 0,-4-6 0,1 0 0,2 0 0,-1-1 0,1 1 0,0-1 0,1 1 0,1-1 0,-1 0 0,1 0 0,1-19 0,1 15 0,0-1 0,1 1 0,1 0 0,0-1 0,1 1 0,6-15 0,-8 24 0,0 1 0,0 0 0,0-1 0,1 1 0,-1 0 0,1 0 0,0 1 0,0-1 0,1 1 0,-1-1 0,1 1 0,-1 0 0,8-4 0,-8 6 0,0-1 0,1 1 0,-1 0 0,1 0 0,-1 0 0,1 0 0,0 1 0,-1-1 0,1 1 0,0 0 0,-1 0 0,1 1 0,-1-1 0,1 1 0,0-1 0,-1 1 0,1 0 0,4 3 0,3 1 0,0 1 0,0 0 0,-1 1 0,0 0 0,0 1 0,-1 0 0,0 1 0,-1 0 0,13 16 0,7 13 0,24 44 0,-51-81 0,10 18-341,0 0 0,-1 1-1,9 25 1,-14-27-6485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38.7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 0 24575,'-3'0'0,"2"0"0,-2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39.65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24575,'3'0'0,"0"1"0,0 0 0,-1 0 0,1 1 0,-1-1 0,1 0 0,-1 1 0,5 3 0,4 2 0,76 48 0,135 112 0,39 25 0,-234-176 0,-12-8 0,-1 1 0,17 13 0,-31-21 0,1-1 0,0 1 0,-1 0 0,1-1 0,0 1 0,-1 0 0,1-1 0,-1 1 0,1 0 0,-1 0 0,0-1 0,1 1 0,-1 0 0,0 0 0,1 0 0,-1 0 0,0-1 0,0 1 0,0 0 0,0 0 0,0 0 0,0 0 0,0 0 0,0 0 0,0-1 0,0 1 0,0 0 0,-1 0 0,1 0 0,0 0 0,-1-1 0,1 1 0,0 0 0,-1 0 0,1-1 0,-1 1 0,0 1 0,-3 2 0,0 0 0,0 0 0,0 0 0,-9 6 0,2-2 0,-267 263 0,26 24 0,230-269 0,-41 38 0,68-73-1365,1-1-5461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40.7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34 201 24575,'-1'0'0,"0"0"0,-1 0 0,1 0 0,0 0 0,-1 0 0,1-1 0,0 1 0,-1 0 0,1-1 0,0 1 0,0-1 0,-1 1 0,1-1 0,0 0 0,0 1 0,0-1 0,0 0 0,0 0 0,0 0 0,0 0 0,0 0 0,0 0 0,0 0 0,1 0 0,-1 0 0,0 0 0,1-1 0,-1 1 0,1 0 0,-1 0 0,1-1 0,0 1 0,-1 0 0,1-1 0,0 1 0,0 0 0,0-1 0,0 1 0,0 0 0,0-3 0,1-1 0,0-1 0,0 1 0,0 0 0,0-1 0,1 1 0,0 0 0,0 0 0,4-8 0,0 5 0,-1 0 0,1 0 0,0 1 0,1-1 0,0 2 0,0-1 0,0 1 0,13-9 0,-17 13 0,-1 1 0,0 0 0,1-1 0,-1 1 0,1 0 0,0 0 0,-1 0 0,1 0 0,0 1 0,-1-1 0,1 1 0,0-1 0,0 1 0,0 0 0,-1 0 0,1 0 0,0 1 0,0-1 0,-1 1 0,1-1 0,0 1 0,-1 0 0,1 0 0,0 0 0,-1 0 0,1 1 0,-1-1 0,0 1 0,0 0 0,1-1 0,-1 1 0,0 0 0,2 3 0,2 3 0,-1 0 0,0 0 0,-1 1 0,0-1 0,-1 1 0,1 0 0,-2 0 0,1 0 0,-1 0 0,0 1 0,0 17 0,-1-4 0,-1 0 0,-1 0 0,-7 41 0,4-47 0,0 0 0,0 0 0,-2-1 0,-13 30 0,12-38 0,4-14 0,4-18 0,5-4 0,2 0 0,2 0 0,0 1 0,2 0 0,1 1 0,1 0 0,1 1 0,1 1 0,1 1 0,1 0 0,42-40 0,-53 57 0,-1 0 0,1 1 0,0 0 0,0 1 0,0-1 0,15-5 0,-20 9 0,0 0 0,0 1 0,0-1 0,0 1 0,0-1 0,0 1 0,0 0 0,0 0 0,0 0 0,0 0 0,0 0 0,0 0 0,0 0 0,0 1 0,0-1 0,0 1 0,0-1 0,0 1 0,0 0 0,0 0 0,0 0 0,0 0 0,-1 0 0,1 0 0,0 1 0,-1-1 0,1 0 0,-1 1 0,1-1 0,-1 1 0,0 0 0,0-1 0,2 3 0,1 5 0,-1-1 0,1 0 0,-1 1 0,-1 0 0,0 0 0,0 0 0,-1 0 0,1 11 0,-3 78 0,-1-56 0,1-26 0,1-11 0,-1 0 0,1-1 0,0 1 0,0-1 0,0 1 0,1-1 0,0 1 0,2 7 0,-3-12 0,0 1 0,0-1 0,1 0 0,-1 1 0,0-1 0,1 0 0,-1 1 0,0-1 0,1 0 0,-1 1 0,0-1 0,1 0 0,-1 0 0,0 1 0,1-1 0,-1 0 0,1 0 0,-1 0 0,1 0 0,-1 1 0,0-1 0,1 0 0,-1 0 0,1 0 0,-1 0 0,1 0 0,-1 0 0,1 0 0,-1 0 0,1-1 0,-1 1 0,0 0 0,1 0 0,-1 0 0,1 0 0,-1 0 0,1-1 0,-1 1 0,0 0 0,1 0 0,-1-1 0,0 1 0,1 0 0,-1-1 0,0 1 0,1 0 0,-1-1 0,0 1 0,0-1 0,1 1 0,-1 0 0,0-1 0,18-23 0,-18 23 0,45-77 0,-32 52 0,1 1 0,1 0 0,2 1 0,32-38 0,-48 61 0,0 0 0,0 0 0,-1 0 0,1 1 0,0-1 0,0 0 0,0 0 0,0 1 0,0-1 0,0 0 0,0 1 0,0-1 0,0 1 0,1-1 0,-1 1 0,0 0 0,0-1 0,0 1 0,0 0 0,1 0 0,-1 0 0,0 0 0,0 0 0,1 0 0,-1 0 0,0 0 0,0 1 0,0-1 0,0 0 0,1 1 0,-1-1 0,0 1 0,0-1 0,0 1 0,0 0 0,0-1 0,0 1 0,0 0 0,0 0 0,0 0 0,-1 0 0,1-1 0,0 1 0,0 0 0,0 2 0,4 6 0,1 0 0,-2 0 0,1 1 0,4 14 0,-2-5 0,2 4 100,-4-10-309,0-1 0,1 1-1,0-1 1,1 0 0,1 0-1,11 14 1,-10-18-6617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2.68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238 14 24575,'-3'-13'0,"-4"17"0,-8 22 0,-14 51 0,-36 146 0,6 87 0,29-103-248,9 2 0,12 400 0,11-584 248,7 88 0,-7-100 0,1 1 0,0-1 0,0 0 0,2 0 0,11 25 0,-12-32 18,0 0-1,1 0 1,-1-1-1,1 0 1,0 0-1,0 0 1,1 0-1,0-1 1,0 0-1,0 0 1,0 0-1,0-1 1,1 0-1,-1 0 1,1-1-1,0 0 1,0 0-1,8 1 1,16 2 115,-1-2 1,61-1 0,-70-2-124,683-50-2569,-502 30 1832,1839-143-3783,-1881 152 4586,-36 2-547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3.2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 40 24575,'0'0'0,"0"0"0,-1 0 0,1-1 0,0 1 0,0 0 0,0 0 0,0-1 0,0 1 0,0 0 0,-1 0 0,1-1 0,0 1 0,0 0 0,0-1 0,0 1 0,0 0 0,0 0 0,0-1 0,0 1 0,0 0 0,0-1 0,0 1 0,1 0 0,-1 0 0,0-1 0,0 1 0,0 0 0,0-1 0,0 1 0,0 0 0,1 0 0,-1-1 0,0 1 0,0 0 0,0 0 0,1 0 0,-1-1 0,0 1 0,0 0 0,1 0 0,-1 0 0,0 0 0,0 0 0,1-1 0,-1 1 0,0 0 0,1 0 0,-1 0 0,0 0 0,0 0 0,1 0 0,-1 0 0,0 0 0,1 0 0,-1 0 0,0 0 0,1 0 0,24-3 0,-22 3 0,257 2 0,-158 3 0,1842 8-4205,-1390-32 3527,193-4-33,-711 22 1237,-23 0-197,-1 0 0,0 1 0,0 0 0,1 1 0,-1 0-1,0 1 1,24 7 0,-35-9-296,0 1 0,1-1 0,-1 1 0,0 0 0,0-1 0,0 1 0,0 0 0,0 0 0,0 0 0,0 0 0,0 0 0,0 0 0,0 0 0,-1 0 0,1 0 0,0 0 0,-1 1-1,1-1 1,-1 0 0,1 0 0,-1 1 0,0-1 0,1 0 0,-1 0 0,0 1 0,0-1 0,0 0 0,0 1 0,0-1 0,0 1 0,0-1 0,-1 0 0,1 0 0,0 1 0,-1 0 0,-3 8 177,1-1 1,-1-1-1,-1 1 1,-5 9-1,-2 4-12,-4 24-198,1 0 0,3 1 0,-10 85 0,12-70 0,-83 543-332,43 5 0,49-583 332,1 9 0,-2 0 0,-1 0 0,-9 41 0,9-66 0,0 0 0,0-1 0,-1 1 0,-1-1 0,1 0 0,-2 0 0,1-1 0,-1 0 0,-1 0 0,0 0 0,0 0 0,-1-1 0,0-1 0,-16 13 0,-4-3-251,-2-1 0,0-1 0,0-2 0,-56 17 0,-36 7-6021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8.27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779 34 24575,'6'0'0,"1"0"0,-1-1 0,0 0 0,10-3 0,-14 4 0,1-1 0,-1 0 0,0 0 0,1 0 0,-1 0 0,0 0 0,0-1 0,0 1 0,0 0 0,0-1 0,0 0 0,0 0 0,0 1 0,1-3 0,-3 4 0,0 0 0,0-1 0,0 1 0,0 0 0,0 0 0,0 0 0,0 0 0,0 0 0,0 0 0,0-1 0,0 1 0,0 0 0,0 0 0,0 0 0,0 0 0,0 0 0,0 0 0,0-1 0,0 1 0,0 0 0,0 0 0,0 0 0,0 0 0,0 0 0,0 0 0,0-1 0,0 1 0,0 0 0,0 0 0,0 0 0,0 0 0,0 0 0,0 0 0,0 0 0,-1 0 0,1-1 0,0 1 0,0 0 0,0 0 0,0 0 0,0 0 0,0 0 0,0 0 0,-1 0 0,1 0 0,-10-2 0,-11 4 0,-8 4 0,1 2 0,0 1 0,0 1 0,-31 17 0,-101 64 0,87-44 0,-82 69 0,118-85 0,2 3 0,1 0 0,-51 68 0,76-89 0,0 0 0,1 0 0,0 1 0,2 0 0,-1 0 0,2 0 0,0 1 0,-3 17 0,7-27 0,0 0 0,0 0 0,1 0 0,0 0 0,0 0 0,0-1 0,1 1 0,-1 0 0,1 0 0,1 0 0,-1 0 0,1-1 0,-1 1 0,1 0 0,0-1 0,1 0 0,-1 1 0,1-1 0,0 0 0,0 0 0,0-1 0,1 1 0,-1-1 0,1 1 0,0-1 0,0 0 0,0 0 0,0-1 0,5 3 0,6 2 0,1-1 0,-1 0 0,1-1 0,0-1 0,0-1 0,1 0 0,32 1 0,-9-3 0,1-3 0,46-7 0,-30 0-682,95-30-1,-59 7-6143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8.69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93 412 24575,'0'-2'0,"0"0"0,1 0 0,0 0 0,-1 0 0,1 0 0,0 0 0,0 0 0,0 0 0,0 0 0,0 1 0,0-1 0,1 0 0,-1 1 0,3-3 0,26-21 0,-24 20 0,-2 3 0,-1-1 0,0 1 0,1 0 0,-1 0 0,8-3 0,-11 5 0,1 0 0,-1 0 0,1 0 0,0 0 0,-1-1 0,1 1 0,-1 0 0,1 0 0,-1 0 0,1 0 0,0 1 0,-1-1 0,1 0 0,-1 0 0,1 0 0,-1 0 0,1 1 0,-1-1 0,1 0 0,-1 0 0,1 1 0,-1-1 0,1 0 0,-1 1 0,1-1 0,-1 1 0,1-1 0,-1 0 0,0 1 0,1-1 0,-1 1 0,0-1 0,1 1 0,-1-1 0,0 1 0,0-1 0,0 1 0,1 0 0,-1-1 0,0 1 0,0-1 0,0 1 0,0-1 0,0 1 0,0 0 0,0-1 0,0 1 0,0-1 0,-1 2 0,1 4 0,0 0 0,-1 0 0,0 0 0,0 0 0,-1 0 0,0 0 0,-3 8 0,-24 43 0,17-34 0,-44 80 0,-23 48 0,77-145 0,11-19 0,14-24 0,280-512 0,-292 530 0,1-5 0,2 1 0,0 0 0,22-24 0,-35 46 0,0 0 0,0 0 0,0 0 0,0 0 0,0 0 0,0 0 0,0 0 0,0 0 0,0 0 0,1 0 0,-1 1 0,0-1 0,0 1 0,1-1 0,-1 1 0,2-1 0,-2 1 0,-1 0 0,1 0 0,-1 1 0,1-1 0,0 0 0,-1 0 0,1 0 0,-1 1 0,1-1 0,-1 0 0,1 1 0,-1-1 0,1 0 0,-1 1 0,1-1 0,-1 1 0,1-1 0,-1 1 0,0-1 0,1 1 0,-1-1 0,0 1 0,0-1 0,1 1 0,-1 0 0,2 6 0,0 0 0,-1-1 0,0 1 0,0 0 0,0 10 0,-12 406 318,-2-108-2001,13-284-5143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9.02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67 574 24575,'-15'-22'0,"-18"-38"0,30 53 0,0 0 0,0 0 0,1 0 0,0 0 0,0-1 0,1 1 0,-1-1 0,2 1 0,-1-1 0,1-8 0,1 13 0,0 0 0,-1 0 0,1 0 0,1 0 0,-1 1 0,0-1 0,1 0 0,-1 1 0,1-1 0,0 1 0,0-1 0,0 1 0,0 0 0,0 0 0,0 0 0,1 0 0,-1 0 0,1 1 0,-1-1 0,1 1 0,0-1 0,0 1 0,5-2 0,7-2 0,1 1 0,0 0 0,20-1 0,-21 3 0,72-11 0,127-22 0,-153 22 0,85-29 0,-129 36 0,-1-1 0,0 0 0,0-1 0,-1-1 0,0 0 0,19-16 0,-30 21 0,0 1 0,-1-1 0,1 0 0,-1 0 0,0 0 0,0 0 0,0-1 0,-1 1 0,1-1 0,-1 0 0,2-6 0,-3 7 0,-1 0 0,1 0 0,-1 0 0,0 0 0,0 0 0,0 0 0,0 0 0,-1 0 0,0 1 0,0-1 0,0 0 0,0 0 0,0 0 0,-1 1 0,0-1 0,-3-5 0,4 7 0,-1-1 0,0 1 0,0-1 0,0 1 0,0 0 0,0 0 0,-5-4 0,6 6 0,1-1 0,-1 1 0,1 0 0,-1-1 0,1 1 0,-1 0 0,1 0 0,-1-1 0,1 1 0,-1 0 0,1 0 0,-1 0 0,0 0 0,1 0 0,-1 0 0,1 0 0,-1 0 0,0 0 0,1 0 0,-1 0 0,1 0 0,-1 0 0,0 1 0,1-1 0,-1 0 0,1 0 0,-1 1 0,1-1 0,-1 0 0,1 1 0,-1-1 0,1 0 0,0 1 0,-1-1 0,1 1 0,-1-1 0,1 1 0,0-1 0,-1 1 0,1-1 0,0 1 0,0-1 0,-1 1 0,1-1 0,0 1 0,0-1 0,0 2 0,-4 12 0,1 0 0,1 0 0,0 1 0,1-1 0,1 21 0,-1 12 0,-4 46 146,-1 12-901,-20 113-1,21-192-6070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9.28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86 333 24575,'-24'-84'0,"-5"-13"0,20 76 0,-10-33 0,18 50 0,0 0 0,0-1 0,0 1 0,1 0 0,-1-1 0,1 1 0,0 0 0,1 0 0,-1-1 0,1-3 0,0 6 0,0 1 0,-1-1 0,1 1 0,0-1 0,0 1 0,0 0 0,0 0 0,0-1 0,0 1 0,0 0 0,0 0 0,0 0 0,0 0 0,1 0 0,-1 0 0,0 0 0,1 1 0,-1-1 0,1 0 0,-1 1 0,1-1 0,-1 1 0,1-1 0,-1 1 0,1 0 0,0 0 0,-1 0 0,4 0 0,3 0 0,1 1 0,-1 0 0,0 0 0,10 3 0,0 1 0,1 1 0,-1 1 0,0 0 0,0 1 0,-1 1 0,0 1 0,-1 1 0,0 0 0,-1 1 0,0 0 0,-1 1 0,22 25 0,-33-33 0,0-1 0,0 0 0,0 1 0,-1 0 0,1 0 0,-1 0 0,0 0 0,-1 0 0,1 0 0,-1 0 0,0 0 0,0 1 0,-1-1 0,1 0 0,-1 1 0,-1 7 0,0-6 0,-1 0 0,0-1 0,0 1 0,-1 0 0,0-1 0,0 0 0,0 1 0,-1-1 0,0-1 0,0 1 0,-6 6 0,-5 3 0,-1 0 0,-1-2 0,0 1 0,0-2 0,-2 0 0,1-2 0,-24 11 0,0-4-1365,6-5-5461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4:59.84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72 124 24575,'-14'164'0,"3"-73"0,3 3 0,-13 124 0,15-199 0,6-19 0,0 0 0,0 0 0,0 0 0,-1 0 0,1 0 0,0 0 0,0 0 0,0 0 0,0 0 0,-1 0 0,1 0 0,0 0 0,0 0 0,0 0 0,0 0 0,-1 0 0,1 0 0,0 0 0,0 0 0,0 0 0,0 0 0,-1 0 0,1 0 0,0 0 0,0 0 0,0 0 0,0-1 0,0 1 0,0 0 0,-1 0 0,1 0 0,0 0 0,0 0 0,0 0 0,0-1 0,0 1 0,0 0 0,0 0 0,0 0 0,0 0 0,0-1 0,0 1 0,0 0 0,0 0 0,-1 0 0,1 0 0,0-1 0,1 1 0,-3-5 0,1 0 0,0 0 0,0 0 0,0 0 0,0-8 0,5-36 0,2 0 0,1 0 0,23-73 0,-25 105 0,8-37 0,3 0 0,2 2 0,2 0 0,34-60 0,-50 105 0,0 0 0,1 0 0,0 1 0,0 0 0,7-7 0,-11 12 0,0 0 0,0 0 0,0 0 0,0 0 0,1 0 0,-1 0 0,0 1 0,0-1 0,0 0 0,1 1 0,-1-1 0,0 1 0,1-1 0,-1 1 0,1 0 0,-1 0 0,0-1 0,1 1 0,-1 0 0,1 0 0,-1 0 0,0 1 0,1-1 0,-1 0 0,1 0 0,-1 1 0,0-1 0,1 1 0,-1-1 0,0 1 0,0 0 0,1 0 0,-1-1 0,0 1 0,0 0 0,2 2 0,1 1 0,0 1 0,-1 0 0,1 1 0,-1-1 0,0 1 0,0-1 0,-1 1 0,4 11 0,10 55 0,-13-56 0,15 110 0,5 21 0,-16-130 0,-7-17 0,0 0 0,0 0 0,0 0 0,0 0 0,0 0 0,0 0 0,1 0 0,-1 0 0,0 1 0,0-1 0,0 0 0,0 0 0,1 0 0,-1 0 0,0 0 0,0 0 0,0 0 0,0 0 0,1 0 0,-1 0 0,0 0 0,0 0 0,0 0 0,0 0 0,1 0 0,-1-1 0,0 1 0,0 0 0,0 0 0,0 0 0,1 0 0,-1 0 0,0 0 0,0 0 0,0 0 0,0 0 0,0-1 0,0 1 0,1 0 0,-1 0 0,0 0 0,0 0 0,0-1 0,13-29 0,-13 30 0,15-47 0,25-69 0,-32 97 0,0 1 0,2 0 0,21-32 0,-29 47 0,0 0 0,0 1 0,1-1 0,-1 1 0,0-1 0,1 1 0,-1 0 0,1 0 0,0 0 0,0 0 0,0 1 0,0-1 0,0 1 0,0 0 0,0 0 0,4-1 0,-5 2 0,0 0 0,0 0 0,0 0 0,1 1 0,-1-1 0,0 1 0,0-1 0,0 1 0,0 0 0,0 0 0,0 0 0,0 0 0,0 0 0,-1 0 0,1 1 0,0-1 0,-1 1 0,1-1 0,-1 1 0,1-1 0,-1 1 0,0 0 0,0 0 0,1 0 0,0 3 0,5 9 0,0 0 0,-1 0 0,-1 1 0,0 0 0,4 23 0,7 82 0,-13-99 0,5 68-682,-2 124-1,-9-161-6143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5:00.14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207 71 24575,'-43'7'0,"-105"16"0,132-23 0,29-5 0,123-17 0,-127 21 0,577-49-2258,5 33-1102,-537 16 3177,1199-4-2779,-1 25-701,-515-7 4098,-582-11 3365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5:06.0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1 907 24575,'1'-9'0,"0"-1"0,0 1 0,2-1 0,-1 1 0,1 0 0,0-1 0,1 1 0,0 1 0,0-1 0,1 1 0,8-12 0,-12 20 0,-1 0 0,0 0 0,0-1 0,0 1 0,0 0 0,0 0 0,1 0 0,-1-1 0,0 1 0,0 0 0,0 0 0,0 0 0,1 0 0,-1-1 0,0 1 0,0 0 0,1 0 0,-1 0 0,0 0 0,0 0 0,1 0 0,-1 0 0,0 0 0,0 0 0,1 0 0,-1 0 0,0 0 0,0 0 0,1 0 0,-1 0 0,0 0 0,0 0 0,1 0 0,-1 0 0,0 0 0,0 0 0,0 0 0,1 1 0,-1-1 0,0 0 0,0 0 0,1 0 0,-1 0 0,0 0 0,0 1 0,0-1 0,0 0 0,1 0 0,-1 0 0,0 1 0,0-1 0,0 0 0,0 0 0,0 1 0,0-1 0,7 17 0,-6-15 0,13 54 0,-2 0 0,5 66 0,-10-60 0,-1-19 0,19 119 0,-25-161 0,0 0 0,0 0 0,0 0 0,0-1 0,1 1 0,-1 0 0,0 0 0,1 0 0,-1 0 0,1 0 0,-1 0 0,1 0 0,-1-1 0,1 1 0,0 0 0,-1-1 0,1 1 0,0 0 0,0 0 0,0-1 0,0 0 0,0 1 0,-1-1 0,1 0 0,0 0 0,-1 0 0,1 0 0,0 0 0,0 0 0,-1 0 0,1 0 0,0-1 0,-1 1 0,1 0 0,0 0 0,-1-1 0,1 1 0,0 0 0,-1-1 0,2 0 0,4-3 0,-1-1 0,1 0 0,-1 0 0,7-8 0,-5 5 0,5-5-2,423-426-1355,-230 264 213,8 9-1,359-213 0,-379 270-2253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5:07.28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117 619 24575,'7'-2'0,"-14"-4"0,-13-3 0,0 2 0,-31-18 0,44 21 0,6 4 0,0-1 0,1 1 0,-1-1 0,0 1 0,0 0 0,0-1 0,0 1 0,0 0 0,0-1 0,0 1 0,0 0 0,0 0 0,0 0 0,0 0 0,-1 0 0,2 0 0,-1 0 0,1 1 0,0-1 0,0 0 0,0 0 0,-1 1 0,1-1 0,0 0 0,0 1 0,0-1 0,0 0 0,0 0 0,0 1 0,0-1 0,0 0 0,0 1 0,0-1 0,0 0 0,0 1 0,0-1 0,0 0 0,0 1 0,0-1 0,0 0 0,0 0 0,0 1 0,0-1 0,0 0 0,0 1 0,1-1 0,16 31 0,-14-25 0,17 28 0,-8-13 0,1 0 0,0-1 0,23 26 0,-31-42 0,-1 0 0,1-1 0,-1 0 0,1 0 0,0 0 0,0 0 0,0-1 0,0 0 0,1 0 0,-1 0 0,1-1 0,-1 0 0,1 0 0,-1 0 0,1-1 0,-1 0 0,1 0 0,10-1 0,8-3 0,0 0 0,0-2 0,24-9 0,-39 13 0,426-175-1075,-298 116 891,925-384-2781,-883 375-1002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5:08.7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14 428 24575,'-8'-15'0,"3"13"0,4 9 0,9 25 0,25 59 0,-3-7 0,-23-59 0,-6-17 0,0-1 0,1 0 0,1 1 0,-1-1 0,1 0 0,0 0 0,8 11 0,-10-17 0,0 0 0,0 0 0,0 0 0,0-1 0,1 1 0,-1 0 0,0-1 0,0 1 0,0-1 0,1 1 0,-1-1 0,0 1 0,1-1 0,-1 0 0,0 0 0,1 0 0,-1 0 0,0 0 0,1 0 0,-1 0 0,0 0 0,1 0 0,-1-1 0,2 1 0,34-16 0,-30 13 0,246-131 51,-107 54-383,646-321-3713,-596 309 180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5:11.19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244 20 24575,'1'0'0,"0"-1"0,0 1 0,0 0 0,-1-1 0,1 1 0,0-1 0,0 0 0,0 1 0,0-1 0,-1 0 0,1 1 0,0-1 0,-1 0 0,1 0 0,0 1 0,-1-1 0,1-2 0,-1 3 0,0 0 0,0 0 0,0 1 0,-1-1 0,1 0 0,0 0 0,0 0 0,0 0 0,0 0 0,-1 0 0,1 0 0,0 0 0,0 0 0,0 0 0,-1 0 0,1-1 0,0 1 0,0 0 0,0 0 0,-1 0 0,1 0 0,0 0 0,0 0 0,0 0 0,0 0 0,-1-1 0,1 1 0,0 0 0,0 0 0,0 0 0,0 0 0,0 0 0,0-1 0,-1 1 0,1 0 0,0 0 0,0 0 0,0-1 0,0 1 0,0 0 0,0 0 0,0 0 0,0-1 0,0 1 0,0 0 0,0 0 0,0 0 0,0-1 0,0 1 0,0 0 0,0 0 0,0 0 0,0 0 0,0-1 0,0 1 0,0 0 0,1 0 0,-1 0 0,0-1 0,-65 38 0,19-10 0,26-16 0,-6 2 0,0 2 0,-37 27 0,63-42 0,-1 1 0,1-1 0,-1 1 0,0-1 0,1 1 0,-1 0 0,1-1 0,0 1 0,-1 0 0,1-1 0,0 1 0,-1 0 0,1-1 0,0 1 0,0 0 0,-1 0 0,1-1 0,0 1 0,0 0 0,0 0 0,0 0 0,0-1 0,0 1 0,0 0 0,1 1 0,-1 0 0,1 0 0,0 0 0,0 0 0,0 0 0,0 0 0,0 0 0,1-1 0,-1 1 0,2 2 0,6 4 0,-1-1 0,17 12 0,-21-17 0,44 32 132,137 90-1629,-164-111-5329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3:55:11.4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 24575,'146'14'0,"622"-8"-707,-480-7 548,-148 0 159,173 2 0,-294-1-107,-10-1-5,-1 1 1,1 0 0,0 1-1,0 0 1,0 0 0,-1 1-1,1 0 1,-1 0 0,16 7-1,-16-1-5992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31.5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2829 482 24575,'2'0'0,"0"0"0,1-1 0,-1 0 0,0 1 0,0-1 0,0 0 0,0 0 0,-1 0 0,1-1 0,0 1 0,0 0 0,-1-1 0,1 1 0,0-1 0,-1 1 0,2-3 0,20-28 0,-21 27 0,1 0 0,0-1 0,-1 1 0,0 0 0,-1-1 0,1 1 0,-1-1 0,0 1 0,0-1 0,-1 0 0,1 1 0,-1-1 0,0 0 0,-1 1 0,0-1 0,0 0 0,0 1 0,0-1 0,-1 1 0,0-1 0,0 1 0,-1 0 0,1 0 0,-1 0 0,0 0 0,0 0 0,-1 1 0,-4-5 0,-4-4 0,-2 1 0,0 0 0,0 1 0,-1 0 0,0 1 0,-1 1 0,-28-13 0,-16-2-53,-1 2-1,-1 2 0,-78-12 1,-197-18-345,220 38 372,0 4 1,-1 5-1,1 6 1,-1 5-1,-208 41 1,250-31 28,1 5 1,1 2 0,-128 63 0,146-57-2,1 2 1,2 2 0,2 2-1,1 3 1,-55 56-1,67-56-2,2 1 0,1 2 0,2 2 0,3 1 0,1 1 0,2 2 0,3 0 0,-31 89 0,44-101 0,1 2 0,1-1 0,3 1 0,1 1 0,2-1 0,1 1 0,3-1 0,1 1 0,1-1 0,3 1 0,1-1 0,23 70 0,-12-62 0,1 0 0,3-2 0,2-1 0,49 70 0,-32-61 0,1-2 0,3-2 0,56 47 0,-20-29 0,4-4 0,2-3 0,3-5 0,136 63 0,-144-80 0,2-5 0,1-3 0,2-4 0,131 23 0,-149-39 0,-1-4 0,1-2 0,0-3 0,0-4 0,-1-2 0,102-22 0,-74 4-163,-1-5 0,-1-4 0,176-87 0,-169 64 0,-3-4 0,-3-4 0,103-89 0,-144 104 134,-1-2 0,76-97 0,-95 101-9,-1-1 1,-3-1-1,-2-2 0,23-54 0,-36 68 11,-2-1 0,-2 0 0,-1-1-1,-2 0 1,-1 0 0,2-63 0,-9 69 18,-2 0-1,0 1 1,-2-1-1,-2 1 0,-1 0 1,-1 0-1,-1 1 1,-26-55-1,19 55 128,-1 0 0,-2 1-1,-1 1 1,-1 1 0,-2 0 0,0 2 0,-2 1-1,0 1 1,-2 1 0,-38-25 0,8 12 141,-2 3 0,0 2 0,-2 3 0,-88-27 0,129 48-259,-1 1 0,1 0 0,-1 2 0,0 1 0,0 0 0,-37 3 0,24 0-1365,19-1-5461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0.42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56 24575,'7'-5'0,"0"-1"0,0 1 0,0 1 0,1-1 0,0 1 0,0 0 0,0 1 0,0 0 0,1 1 0,-1-1 0,14-1 0,10 0 0,58 1 0,-63 3 0,78 3 146,144 23 0,-17 0-1803,-202-24-5169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0.6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11 24575,'0'4'0,"3"0"0,4 0 0,4-1 0,3-1 0,9 0 0,6-1 0,5-4 0,6-1 0,5-1 0,5 2 0,2-3 0,3 1 0,-9 0-8191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2.50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24575,'3'0'0,"0"1"0,1-1 0,-1 1 0,0 0 0,0 0 0,1 1 0,-1-1 0,0 1 0,0-1 0,0 1 0,-1 0 0,1 0 0,0 0 0,4 5 0,2 2 0,-1 0 0,12 18 0,-9-8 0,0 1 0,-1-1 0,-1 2 0,-1-1 0,-1 1 0,-1 0 0,-1 1 0,-1 0 0,2 22 0,-2 13 0,-2 0 0,-8 74 0,0-77 0,-18 71 0,3-24 0,18-80-1365,1-5-5461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2.8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24575,'26'6'0,"-4"-1"0,140 4 0,-73-6 0,175 8 317,103 7-1999,-334-16-5144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3.45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27 143 24575,'-7'-13'0,"4"7"0,0 1 0,0 0 0,1-1 0,-1 0 0,-2-11 0,5 15 0,0 0 0,0 1 0,0-1 0,0 0 0,0 0 0,0 0 0,0 1 0,1-1 0,-1 0 0,1 0 0,-1 1 0,1-1 0,0 0 0,0 1 0,0-1 0,0 0 0,0 1 0,0-1 0,0 1 0,0 0 0,0-1 0,1 1 0,-1 0 0,3-2 0,2 0 0,-1-1 0,1 1 0,-1 1 0,1-1 0,0 1 0,0 0 0,0 1 0,0-1 0,8 0 0,60-3 0,-58 5 0,411 9 0,-143 1 0,-148-12 0,170-22 0,-295 22 0,33-2 0,-43 4 0,0 0 0,0 0 0,-1 0 0,1 0 0,0 0 0,0 0 0,0 0 0,0 0 0,0 1 0,0-1 0,-1 0 0,1 0 0,0 1 0,0-1 0,0 1 0,-1-1 0,1 1 0,0-1 0,-1 1 0,1-1 0,0 1 0,-1 0 0,1-1 0,-1 1 0,1 0 0,-1-1 0,1 1 0,-1 0 0,1 0 0,-1 0 0,0-1 0,1 1 0,-1 0 0,0 0 0,0 0 0,0 0 0,0 0 0,0 1 0,-10 66 0,6-47 0,1-1 0,-1 32 0,9 28 0,4 0 0,20 84 0,-12-78 0,8 124 0,-24-180 0,-1-1 0,-1 1 0,-1 0 0,-2-1 0,-1 1 0,-15 49 0,19-77 0,0 0 0,0 0 0,0 0 0,0 0 0,0 0 0,0 0 0,-1 0 0,1-1 0,-1 1 0,1-1 0,-1 1 0,0-1 0,1 1 0,-1-1 0,0 0 0,0 0 0,0 0 0,0 0 0,0 0 0,0 0 0,-1 0 0,-2 0 0,-4 0 0,-1 1 0,1-2 0,-1 1 0,-10-2 0,3 1 0,-206-13-1365,136 5-5461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4.32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24575,'3'3'0,"1"5"0,3 6 0,1 7 0,1 7 0,0 8 0,1 3 0,2 5 0,-1 1 0,-3 3 0,-2-2 0,-2-2 0,-2-1 0,-2-10-8191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4.89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0 149 24575,'0'-6'0,"1"0"0,-1 0 0,1 0 0,0 0 0,0 0 0,1 0 0,0 0 0,0 1 0,0-1 0,0 1 0,1-1 0,0 1 0,0 0 0,1 0 0,-1 0 0,1 1 0,0-1 0,8-6 0,-6 7 0,0-1 0,1 1 0,0 0 0,0 0 0,0 1 0,0 0 0,1 1 0,-1-1 0,1 1 0,0 1 0,-1-1 0,1 1 0,13 0 0,-3 2 0,-1 0 0,1 1 0,-1 1 0,0 1 0,0 0 0,0 1 0,23 11 0,-28-11 0,-1 0 0,0 1 0,0 1 0,0 0 0,-1 0 0,0 1 0,0 0 0,0 1 0,-2 0 0,15 19 0,-19-23 0,-1 0 0,0 0 0,-1 1 0,1-1 0,-1 1 0,0-1 0,-1 1 0,1-1 0,-1 1 0,0 0 0,0 0 0,-1 0 0,0 0 0,0 0 0,-1 8 0,-1-6 0,0 0 0,0 0 0,-1-1 0,0 1 0,-1-1 0,1 0 0,-1 0 0,-1 0 0,1 0 0,-7 7 0,-4 2 0,-1-1 0,0-1 0,-1 0 0,0-1 0,-1-1 0,-1 0 0,-29 13 0,21-13 0,-1-1 0,0-1 0,0-2 0,-44 8 0,309-13 0,-199 1 0,0 2 0,-1 1 0,1 1 0,43 17 0,-62-17 0,-1 1 0,1 0 0,-1 1 0,25 19 0,-32-20 0,0 0 0,-1 0 0,0 1 0,0 1 0,-1-1 0,-1 2 0,12 18 0,1 3-1365,-12-22-5461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45.9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 1 24575,'-3'4'0,"0"0"0,0 0 0,1 0 0,0 1 0,-1-1 0,2 1 0,-1-1 0,0 1 0,0 6 0,-7 45 0,8-54 0,-1 25 86,0 0-1,2 1 0,6 50 1,-3-59-330,1 0 0,0-1 0,2 0 0,0 0 1,0 0-1,14 24 0,-12-30-6582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7.63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335 1 24575,'0'3'0,"-1"1"0,0 0 0,0-1 0,0 1 0,0-1 0,-1 0 0,-2 6 0,-4 9 0,-114 274 0,-8 22 0,126-301 26,-46 120-1417,40-112-5435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8.13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110 155 24575,'-9'0'0,"0"0"0,0 1 0,0 0 0,0 0 0,1 1 0,-1 0 0,0 1 0,1 0 0,0 0 0,-15 8 0,56-42 0,4-5 0,-21 20 0,0 1 0,0 0 0,2 1 0,-1 1 0,2 1 0,25-13 0,-43 24 0,0 1 0,0-1 0,0 1 0,0-1 0,0 1 0,1 0 0,-1-1 0,0 1 0,0 0 0,0 0 0,0 0 0,0 0 0,1 0 0,-1 0 0,0 0 0,0 0 0,0 0 0,0 1 0,1-1 0,-1 0 0,1 1 0,-1 0 0,0 0 0,0 0 0,-1 0 0,1-1 0,-1 1 0,1 0 0,-1 0 0,1 0 0,-1 0 0,1 0 0,-1 0 0,0 0 0,1 0 0,-1 0 0,0 0 0,0 1 0,0-1 0,0 2 0,-1 6 0,0 0 0,-1 0 0,1 1 0,-5 9 0,5-15 0,-66 194 191,34-104-1747,12-34-5270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4.09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221 50 24575,'-1'-2'0,"1"0"0,-1 0 0,0-1 0,1 1 0,-1 0 0,0 0 0,0 0 0,-1 0 0,1 0 0,0 0 0,-1 0 0,1 1 0,-1-1 0,1 0 0,-1 1 0,0-1 0,0 1 0,0 0 0,0 0 0,0-1 0,0 1 0,0 0 0,0 1 0,-3-2 0,1 0 0,1 1 0,0 0 0,-1 0 0,1 0 0,-1 1 0,1-1 0,-1 1 0,1 0 0,-1-1 0,0 2 0,1-1 0,-1 0 0,1 1 0,-1 0 0,-5 1 0,5 1 0,-1 0 0,1 1 0,0-1 0,0 1 0,1 0 0,-1 0 0,1 0 0,0 0 0,0 1 0,0-1 0,0 1 0,-1 5 0,-4 9 0,-11 35 0,5 6-273,2 1 0,3 0 0,2 0 0,3 119 0,5-159-6553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4.44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125 243 24575,'-13'-24'0,"-32"-43"0,30 46 0,0 0 0,-13-29 0,27 48 0,-1-1 0,1 1 0,0-1 0,1 0 0,-1 1 0,0-1 0,1 0 0,-1 1 0,1-7 0,0 8 0,0 0 0,1 0 0,-1 0 0,0 0 0,1 0 0,-1 0 0,1 0 0,-1 0 0,1 0 0,-1 0 0,1 1 0,-1-1 0,1 0 0,0 0 0,0 0 0,-1 1 0,1-1 0,0 1 0,0-1 0,0 0 0,0 1 0,0-1 0,0 1 0,0 0 0,0-1 0,0 1 0,0 0 0,2-1 0,11-1 0,0 0 0,1 0 0,-1 2 0,1 0 0,-1 0 0,1 2 0,17 3 0,1 2 0,63 22 0,-71-20 0,0 2 0,-1 0 0,0 2 0,29 20 0,-46-28 0,0 0 0,0 0 0,-1 1 0,0-1 0,0 1 0,0 1 0,-1-1 0,0 1 0,0 0 0,0 1 0,-1-1 0,0 1 0,-1-1 0,0 1 0,0 0 0,-1 0 0,3 15 0,-4-18 0,-1-1 0,0 1 0,0 0 0,-1-1 0,1 1 0,-1-1 0,0 0 0,0 1 0,-1-1 0,1 0 0,-1 0 0,0 0 0,0 0 0,0 0 0,-5 6 0,2-5 0,0 1 0,0-1 0,-1 0 0,0-1 0,0 1 0,0-1 0,0 0 0,-12 5 0,-6 0 0,0-1 0,0-1 0,-1-1 0,-35 4 0,-13-3-1365,46-5-5461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4.94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197 55 24575,'-3'0'0,"0"0"0,1-1 0,-1 1 0,0 1 0,1-1 0,-1 0 0,0 1 0,0-1 0,1 1 0,-1 0 0,1 0 0,-1 0 0,1 0 0,-1 0 0,1 1 0,0-1 0,-1 1 0,1 0 0,0-1 0,0 1 0,0 0 0,0 0 0,1 0 0,-1 1 0,1-1 0,-1 0 0,1 1 0,0-1 0,-1 1 0,1-1 0,0 1 0,1-1 0,-1 1 0,0 0 0,1-1 0,0 1 0,-1 4 0,-3 37 0,3 73 0,2-79 0,-1-1 0,-2 0 0,-8 41 0,9-72 0,-5 24 0,-12 36 0,15-58 0,0 0 0,0 0 0,-1 0 0,0-1 0,-1 0 0,1 0 0,-1 0 0,0 0 0,-10 8 0,14-14 0,0 0 0,0 0 0,1 0 0,-1 0 0,0-1 0,0 1 0,0 0 0,0-1 0,0 1 0,-1-1 0,1 1 0,0-1 0,0 1 0,0-1 0,0 0 0,0 0 0,-1 1 0,1-1 0,-1 0 0,1-1 0,1 1 0,-1 0 0,0-1 0,1 1 0,-1 0 0,1-1 0,-1 1 0,1-1 0,-1 1 0,1-1 0,0 1 0,-1-1 0,1 0 0,0 1 0,-1-1 0,1 1 0,0-1 0,-1 0 0,1 1 0,0-1 0,0 0 0,0 1 0,0-2 0,-1-4 0,1 0 0,0 0 0,0 0 0,1 0 0,2-12 0,22-74 0,4 1 0,5 1 0,62-119 0,-88 192 0,24-42 0,-30 55 0,1 0 0,0 0 0,0 0 0,0 1 0,0-1 0,1 1 0,0-1 0,-1 1 0,1 1 0,7-5 0,-10 6 0,0 1 0,0 0 0,0 0 0,0-1 0,-1 1 0,1 0 0,0 0 0,0 0 0,0 0 0,0 0 0,0 0 0,0 0 0,0 0 0,-1 1 0,1-1 0,0 0 0,0 0 0,0 1 0,0-1 0,-1 1 0,1-1 0,0 0 0,0 1 0,-1-1 0,1 1 0,0 0 0,-1-1 0,1 1 0,-1 0 0,1-1 0,-1 1 0,1 0 0,-1 0 0,1-1 0,-1 1 0,1 0 0,-1 0 0,0 0 0,1 0 0,1 7 0,0-1 0,0 0 0,2 13 0,-3-13 0,37 303 0,-33-261 0,3 93-1365,-8-121-5461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5.12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18 24575,'-3'0'0,"-4"-3"0,2-1 0,5 1 0,9 0 0,9 0 0,11 2 0,9 0 0,9 1 0,-5 0-8191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5.48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23 108 24575,'-1'0'0,"0"0"0,0 0 0,0 0 0,0 0 0,1 0 0,-1 0 0,0 0 0,0-1 0,0 1 0,0-1 0,0 1 0,0 0 0,1-1 0,-1 1 0,0-1 0,0 0 0,1 1 0,-1-1 0,0 1 0,1-1 0,-1 0 0,1 0 0,-1 1 0,1-1 0,-1 0 0,1 0 0,-1 0 0,1 0 0,0 1 0,-1-1 0,1 0 0,0 0 0,0 0 0,0 0 0,0 0 0,0 0 0,0 0 0,0 0 0,0 0 0,0 0 0,0 0 0,0 1 0,1-1 0,-1 0 0,0 0 0,1 0 0,-1 0 0,1 0 0,-1 1 0,1-1 0,-1 0 0,1 0 0,-1 1 0,1-1 0,0 0 0,-1 1 0,2-2 0,6-2 0,1-1 0,-1 2 0,1-1 0,0 1 0,0 0 0,0 1 0,1 0 0,11-1 0,80-2 0,-77 5 0,13 0 0,-23 1 0,1-1 0,-1 0 0,1-1 0,-1 0 0,1-2 0,18-4 0,-33 7 0,1 0 0,-1 0 0,0 0 0,1 0 0,-1 0 0,0 0 0,1-1 0,-1 1 0,0 0 0,0 0 0,1 0 0,-1 0 0,0 0 0,0 0 0,1 0 0,-1-1 0,0 1 0,0 0 0,1 0 0,-1 0 0,0-1 0,0 1 0,0 0 0,1 0 0,-1-1 0,0 1 0,0 0 0,0 0 0,0-1 0,0 1 0,1 0 0,-1-1 0,0 1 0,0 0 0,0 0 0,0-1 0,0 1 0,0 0 0,0-1 0,0 1 0,0-1 0,-14-6 0,-21-1 0,33 8 0,-1 0 0,1 0 0,-1 1 0,0-1 0,1 1 0,-1-1 0,1 1 0,-1 0 0,1 0 0,-1 0 0,1 0 0,0 0 0,-1 0 0,1 1 0,0-1 0,0 1 0,0 0 0,0-1 0,0 1 0,0 0 0,1 0 0,-1 0 0,1 1 0,-1-1 0,1 0 0,0 1 0,0-1 0,0 0 0,0 1 0,0-1 0,0 1 0,0 2 0,-1 10 0,0 1 0,0-1 0,2 0 0,1 23 0,-1-17 0,11 193 291,-2-74-1947,-7-103-5170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6.22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9 127 24575,'-4'-3'0,"0"-4"0,3-5 0,6-2 0,3-3 0,12 3 0,7-1 0,9 3 0,10 3 0,8 1 0,6 1 0,2 2 0,-9 1-8191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6.58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20 24575,'3'-3'0,"4"-2"0,7 1 0,8 1 0,6 1 0,7 0 0,8 2 0,5-1 0,1 1 0,-8 0-8191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26.90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19 24575,'0'-3'0,"4"-1"0,3 1 0,7-1 0,10 2 0,11 1 0,12 0 0,10 1 0,-5 0-8191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9.18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0 113 24575,'4'-1'0,"0"0"0,-1-1 0,1 0 0,-1 0 0,1 0 0,-1 0 0,1-1 0,-1 1 0,0-1 0,0 1 0,3-5 0,7-5 0,-1 3 0,1 1 0,-1 1 0,1 0 0,1 1 0,-1 0 0,1 1 0,0 0 0,1 2 0,-1-1 0,18 0 0,21-1 0,79 2 0,-85 4 0,350 1-1365,-334-2-5461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5:39.43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 1 24575,'-3'0'0,"2"0"0,4 3 0,6 4 0,3 4 0,6 7 0,4 6 0,6 8 0,3 12 0,1 7 0,-4 7 0,-10 4 0,-15 3 0,-17 0 0,-24-8 0,-28-7 0,-3-13-8191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18.11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57 309 24575,'1'0'0,"0"0"0,0 1 0,0-1 0,0 1 0,-1-1 0,1 1 0,0-1 0,0 1 0,-1-1 0,1 1 0,0-1 0,-1 1 0,1 0 0,0 0 0,-1-1 0,1 1 0,-1 0 0,1 0 0,-1 0 0,0-1 0,1 3 0,8 20 0,-9-22 0,10 36 0,-2 1 0,-2 0 0,-2 0 0,-1 0 0,-3 71 0,-37 193 0,26-230 0,6-40 0,2-8 0,0 0 0,-2 0 0,-12 35 0,17-59 0,0 0 0,0 0 0,0-1 0,-1 1 0,1 0 0,0 0 0,0-1 0,0 1 0,0 0 0,0 0 0,0 0 0,-1-1 0,1 1 0,0 0 0,0 0 0,0 0 0,-1 0 0,1-1 0,0 1 0,0 0 0,-1 0 0,1 0 0,0 0 0,0 0 0,0 0 0,-1 0 0,1 0 0,0 0 0,0 0 0,-1 0 0,1 0 0,0 0 0,0 0 0,-1 0 0,1 0 0,0 0 0,0 0 0,-1 0 0,1 0 0,0 0 0,0 0 0,-1 0 0,1 1 0,0-1 0,0 0 0,0 0 0,-1 0 0,1 0 0,0 1 0,0-1 0,0 0 0,0 0 0,-1 0 0,1 1 0,0-1 0,0 0 0,0 0 0,0 0 0,0 1 0,0-1 0,0 1 0,-7-25 0,7 23 0,-7-61 0,2 0 0,5-107 0,1 116 0,4-127 0,34-222 0,-36 380 0,1 1 0,1-1 0,1 1 0,1 0 0,1 0 0,11-19 0,-16 35 0,-1 0 0,2 0 0,-1 1 0,1 0 0,-1-1 0,1 1 0,0 1 0,1-1 0,-1 0 0,1 1 0,-1 0 0,8-3 0,-8 4 0,1 1 0,-1 0 0,1 0 0,0 0 0,-1 0 0,1 1 0,0 0 0,-1 0 0,1 0 0,0 0 0,0 1 0,-1 0 0,1 0 0,-1 0 0,1 0 0,7 5 0,3 1 0,0 1 0,0 0 0,-1 1 0,0 1 0,-1 0 0,0 1 0,0 1 0,-1 0 0,11 14 0,-5-3 0,-1 1 0,-1 0 0,-1 2 0,16 38 0,-23-45 0,0 1 0,-2 0 0,0 0 0,-1 1 0,-1-1 0,-1 1 0,-1 0 0,-1 0 0,-2 26 0,-1-31 0,0 0 0,-1 0 0,-1 0 0,0 0 0,-1-1 0,-1 0 0,0 0 0,-1 0 0,-1-1 0,0 0 0,-1 0 0,-16 18 0,9-14 0,-2 0 0,0-1 0,0-2 0,-2 0 0,0 0 0,-1-2 0,0-1 0,0 0 0,-2-2 0,1 0 0,-1-2 0,-28 7 0,47-14 0,1 0 0,-1-1 0,0 1 0,1-1 0,-1 0 0,0 0 0,1 0 0,-1 0 0,0-1 0,1 0 0,-6-1 0,8 1 0,-1 0 0,1 0 0,-1 0 0,0 0 0,1 0 0,0 0 0,-1 0 0,1-1 0,0 1 0,-1 0 0,1-1 0,0 1 0,0-1 0,0 1 0,0-1 0,1 0 0,-1 1 0,0-1 0,1 0 0,-1 0 0,1 0 0,0 1 0,-1-5 0,1-5 0,0-1 0,1 1 0,0-1 0,1 1 0,0 0 0,1-1 0,0 1 0,0 0 0,2 0 0,-1 1 0,1-1 0,1 1 0,0 0 0,0 1 0,1-1 0,0 1 0,1 1 0,0-1 0,10-7 0,-14 13 0,0-1 0,1 1 0,-1 1 0,1-1 0,0 1 0,0 0 0,0 0 0,0 0 0,0 1 0,0-1 0,1 1 0,-1 0 0,0 1 0,1 0 0,7 0 0,-6 1 0,0 0 0,0 1 0,0 0 0,0 0 0,0 0 0,-1 1 0,1 0 0,-1 1 0,0 0 0,8 5 0,4 6 0,0 1 0,-2 1 0,0 0 0,-1 1 0,-1 1 0,13 22 0,42 84 0,-54-93 0,1-1 0,2 0 0,1-1 0,2-1 0,24 27 0,-26-39-1365,-4-5-5461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18.50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161 50 24575,'1'-2'0,"-1"-1"0,0 0 0,-1 0 0,1 1 0,0-1 0,-1 0 0,1 1 0,-1-1 0,0 0 0,0 1 0,0-1 0,-2-2 0,3 5 0,-1-1 0,1 1 0,-1-1 0,1 1 0,-1 0 0,1-1 0,-1 1 0,1 0 0,-1-1 0,1 1 0,-1 0 0,1 0 0,-1-1 0,0 1 0,1 0 0,-1 0 0,0 0 0,1 0 0,-1 0 0,-1 0 0,1 0 0,-1 0 0,0 1 0,0-1 0,1 1 0,-1 0 0,0-1 0,1 1 0,-1 0 0,1 0 0,-3 2 0,-7 6 0,1 0 0,0 1 0,1 0 0,0 0 0,1 1 0,0 0 0,0 1 0,1 0 0,1 0 0,0 0 0,1 1 0,0 0 0,-5 20 0,8-22 0,0 0 0,0 0 0,1 0 0,1 0 0,0 1 0,0-1 0,3 18 0,-1-22 0,0 1 0,0-1 0,0 0 0,1 0 0,0 0 0,0 0 0,1 0 0,0 0 0,0-1 0,1 0 0,8 10 0,-8-12 0,-1 1 0,1-1 0,0 0 0,0-1 0,1 1 0,-1-1 0,1 0 0,-1 0 0,1-1 0,0 0 0,0 0 0,0 0 0,0 0 0,0-1 0,1 0 0,-1-1 0,0 1 0,0-1 0,1 0 0,-1-1 0,0 0 0,8-1 0,-7 0 0,1-1 0,-1 1 0,0-2 0,0 1 0,0-1 0,0 1 0,0-2 0,-1 1 0,0-1 0,0 0 0,0-1 0,0 1 0,-1-1 0,0 0 0,0 0 0,-1-1 0,6-9 0,-2-3 0,-1 0 0,0 0 0,-1-1 0,-1 0 0,-1-1 0,-1 1 0,-1-1 0,0 1 0,-2-1 0,0 1 0,-5-34 0,4 50 0,0 0 0,1 0 0,-2 0 0,1 0 0,0 0 0,-1 0 0,0 0 0,0 1 0,0-1 0,0 0 0,0 1 0,-1 0 0,-3-4 0,4 5 0,1 1 0,-1 0 0,0 0 0,0-1 0,0 1 0,-1 1 0,1-1 0,0 0 0,0 0 0,0 1 0,-1-1 0,1 1 0,0 0 0,-1 0 0,1 0 0,0 0 0,0 0 0,-1 0 0,1 0 0,0 1 0,-1-1 0,1 1 0,0 0 0,0 0 0,-3 1 0,-4 2 43,0 1 0,0 0-1,0 0 1,0 1 0,1 1-1,0-1 1,-10 11 0,15-14-121,1 0 0,-1 0 1,0 0-1,1 0 1,-1 0-1,1 1 1,0-1-1,0 1 0,1 0 1,-1 0-1,1-1 1,0 1-1,-1 0 1,2 0-1,-1 0 0,0 0 1,1 0-1,0 0 1,0 0-1,0 0 1,1 6-1,5 5-6748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18.99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16 107 24575,'-3'-32'0,"-10"-43"0,34 187 0,33 208 0,-45-253 0,34 308 0,-22-425 0,1-8 0,25-62 0,-39 101 0,2 1 0,0 0 0,1 1 0,16-20 0,-24 33 0,0 0 0,1 1 0,0-1 0,0 1 0,0-1 0,0 1 0,0 1 0,0-1 0,1 0 0,-1 1 0,1 0 0,7-2 0,-8 3 0,-1 1 0,0 0 0,0-1 0,1 1 0,-1 0 0,0 1 0,0-1 0,0 1 0,1-1 0,-1 1 0,0 0 0,0 0 0,0 0 0,0 1 0,0-1 0,0 1 0,0-1 0,-1 1 0,1 0 0,3 4 0,8 7 0,-1 1 0,-1 1 0,-1 0 0,0 0 0,0 1 0,-2 1 0,0 0 0,-1 0 0,-1 1 0,0-1 0,-1 2 0,-1-1 0,4 36 0,-8-48 0,-1 0 0,1 0 0,-2 0 0,1 0 0,-1 0 0,0 0 0,0 0 0,0 0 0,-1 0 0,0 0 0,0-1 0,-1 1 0,1-1 0,-1 1 0,-1-1 0,-3 6 0,2-6 0,-1 1 0,1-1 0,-1 0 0,1-1 0,-1 1 0,0-1 0,-1 0 0,1-1 0,-1 0 0,0 0 0,0 0 0,0-1 0,-7 2 0,-4 0-114,1-1 1,-1 0-1,1-1 0,-1-1 0,0-1 1,0-1-1,1 0 0,-1-2 0,1 1 1,-1-2-1,-30-11 0,21 3-6712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19.73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1261 0 24575,'-4'1'0,"0"-1"0,1 1 0,-1 0 0,1 0 0,-1 1 0,1-1 0,0 1 0,-1-1 0,1 1 0,0 0 0,0 1 0,0-1 0,-4 5 0,-34 37 0,25-22 0,0 1 0,-11 26 0,-7 10 0,-88 123 0,-61 102 0,59-64-274,10 6-1,-126 349 0,164-341 275,-49 265 0,89-305 0,-17 368 0,50-443-7,6-1 1,5 0-1,6-1 0,42 176 0,-38-232 50,3-1-1,2 0 1,3-2-1,3-1 1,2-1 0,2-2-1,3-1 1,2-2-1,2-1 1,2-3-1,68 60 1,-78-78 107,5 5-51,44 31-1,-79-64-93,21 13 330,-22-14-412,0 1-1,0-1 1,0 0-1,0 1 1,0-1-1,0 0 1,0 0-1,0 0 1,0 0-1,0 0 1,0 0-1,0 0 1,1 0-1,-1 0 1,0 0-1,0 0 1,0-1-1,0 1 1,0 0-1,0-1 0,1 0 1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20.13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58 24575,'0'2'0,"0"-1"0,1 1 0,-1-1 0,1 1 0,-1-1 0,1 1 0,0-1 0,-1 0 0,1 1 0,0-1 0,0 0 0,0 1 0,0-1 0,0 0 0,1 0 0,-1 0 0,2 1 0,26 18 0,-21-16 0,14 9 0,0-2 0,1 0 0,1-2 0,0 0 0,0-2 0,0-1 0,1 0 0,0-2 0,0-1 0,0-1 0,1-1 0,27-3 0,-46 2 0,0 0 0,0-1 0,-1 0 0,1 0 0,0-1 0,-1 0 0,1 0 0,-1-1 0,0 0 0,0 0 0,0 0 0,0 0 0,0-1 0,-1 0 0,1-1 0,-1 1 0,0-1 0,-1 0 0,1 0 0,-1 0 0,0-1 0,0 1 0,-1-1 0,1 0 0,-1 0 0,-1-1 0,1 1 0,-1 0 0,0-1 0,0 0 0,-1 1 0,0-1 0,0 0 0,-1 0 0,0-8 0,0 14 0,0 0 0,0 0 0,0 0 0,0 0 0,0 0 0,0 0 0,0 0 0,0 0 0,0 0 0,-1 0 0,1 0 0,-1 0 0,1 0 0,0 0 0,-1 0 0,1 0 0,-1 1 0,0-1 0,1 0 0,-1 0 0,-1 0 0,2 1 0,-1 0 0,0 0 0,0 1 0,0-1 0,1 0 0,-1 1 0,0-1 0,1 1 0,-1-1 0,0 1 0,1-1 0,-1 1 0,1 0 0,-1-1 0,1 1 0,-1 0 0,1-1 0,-1 1 0,1 0 0,0 0 0,-1-1 0,1 1 0,0 0 0,0 0 0,-1 1 0,-10 36-1365,8-17-5461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21.36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110 207 24575,'-1'-4'0,"-1"0"0,1 0 0,-1 0 0,0 0 0,0 1 0,-3-5 0,2 16 0,2 8 0,9 99 0,2 50 0,-10-84 0,-4-1 0,-3 1 0,-4-1 0,-35 129 0,33-165 0,5-20 0,2 0 0,-6 33 0,12-55 0,0 0 0,-1-1 0,1 1 0,0 0 0,0 0 0,0 0 0,0 0 0,0 0 0,1-1 0,-1 1 0,1 0 0,-1 0 0,1 0 0,-1-1 0,1 1 0,0 0 0,0-1 0,0 1 0,0-1 0,0 1 0,0-1 0,0 1 0,1-1 0,-1 0 0,0 0 0,1 1 0,-1-1 0,1 0 0,0 0 0,-1 0 0,1-1 0,0 1 0,-1 0 0,1-1 0,0 1 0,0-1 0,0 1 0,-1-1 0,4 0 0,8 1 0,-1-1 0,1-1 0,-1 0 0,24-6 0,-14 3 0,459-63 0,5 33 0,-481 34 0,12 0 0,0-1 0,23-3 0,-35 3 0,0 0 0,-1-1 0,1 1 0,0-1 0,-1 0 0,1 0 0,-1-1 0,0 1 0,1-1 0,-1 0 0,0 0 0,5-6 0,-1 1 0,-1 0 0,0-1 0,0 0 0,-1 0 0,0-1 0,-1 1 0,0-1 0,-1-1 0,0 1 0,0 0 0,-1-1 0,0 0 0,-1 0 0,0 0 0,0-17 0,-2-23 0,-13-94 0,-21-49 0,-10-81 0,43 259 0,-1-12 0,0 0 0,-2 0 0,-2 0 0,-8-26 0,13 51 0,0 1 0,0 0 0,-1-1 0,1 1 0,-1 0 0,0 0 0,1 0 0,-1 0 0,0 1 0,0-1 0,0 0 0,-1 1 0,1-1 0,0 1 0,0 0 0,-1 0 0,1 0 0,-1 0 0,1 0 0,-1 0 0,1 1 0,-1-1 0,-3 1 0,-7-2 0,-1 1 0,0 1 0,-17 2 0,16-1 0,-283 41 0,151-17 0,-17 1 0,-200 27 0,322-53-1365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21.7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0 357 24575,'19'32'0,"2"0"0,44 51 0,-31-41 0,-4-4 0,2-1 0,2-1 0,49 40 0,-73-68 0,-1-1 0,1-1 0,0 0 0,1 0 0,20 7 0,-26-11 0,-1-1 0,0 0 0,1 0 0,-1 0 0,1-1 0,0 1 0,-1-1 0,1 0 0,-1-1 0,1 1 0,-1-1 0,1 0 0,-1 0 0,1 0 0,-1-1 0,0 1 0,0-1 0,5-3 0,11-8 0,0-1 0,-1-1 0,28-28 0,46-60 0,-71 77 0,30-35 0,-3-3 0,-3-2 0,-3-2 0,49-102 0,-77 136 197,-7 15-718,1 0 1,17-27-1,-19 37-6305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0.57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8 32 24575,'0'0'0,"-1"-1"0,1 1 0,-1-1 0,1 1 0,-1 0 0,1-1 0,-1 1 0,1-1 0,-1 0 0,1 1 0,0-1 0,-1 1 0,1-1 0,0 0 0,0 1 0,-1-1 0,1 0 0,0 1 0,0-1 0,0 0 0,0 1 0,0-1 0,0 0 0,0 1 0,0-1 0,0 0 0,0 1 0,0-1 0,0 0 0,1 1 0,-1-1 0,0 0 0,0 1 0,1-1 0,-1 1 0,0-1 0,1 0 0,0 0 0,1 0 0,-1 0 0,0 0 0,1 0 0,-1 1 0,0-1 0,1 1 0,-1-1 0,1 1 0,-1-1 0,1 1 0,-1 0 0,1-1 0,-1 1 0,1 0 0,2 0 0,29 4 0,0 1 0,0 2 0,0 1 0,48 19 0,-34-12 0,1077 405-667,-1096-409 667,33 14 0,-1 1 0,70 43 0,-106-50-1254,-12-6-5016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0.868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1478 33 24575,'-4'-4'0,"-1"1"0,0-1 0,0 1 0,0 0 0,0 0 0,0 1 0,-1 0 0,1 0 0,-1 0 0,0 1 0,1-1 0,-1 1 0,0 1 0,0-1 0,0 1 0,0 0 0,1 0 0,-1 1 0,-10 2 0,-8 2 0,0 2 0,0 0 0,-29 15 0,48-20 0,-81 37 0,2 4 0,3 4 0,-86 63 0,-208 195 0,281-220 0,4 4 0,-111 142 0,171-190-1365,10-9-5461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1.59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3 245 24575,'-1'-39'0,"0"24"0,1-1 0,0 1 0,1-1 0,4-20 0,-5 35 0,0-1 0,1 1 0,-1 0 0,0 0 0,1 0 0,-1 0 0,0 0 0,1 0 0,-1 0 0,1 0 0,0 0 0,-1 0 0,1 0 0,0 0 0,0 0 0,-1 0 0,1 0 0,0 1 0,2-2 0,-3 2 0,1 0 0,0 0 0,-1 0 0,1 0 0,0 0 0,-1 0 0,1 0 0,0 0 0,-1 1 0,1-1 0,0 0 0,-1 0 0,1 1 0,0-1 0,-1 0 0,1 1 0,-1-1 0,1 1 0,-1-1 0,1 1 0,-1-1 0,1 1 0,0 0 0,3 5 0,1 0 0,-1 0 0,-1 1 0,6 11 0,62 177 0,-12-27 0,-39-117 0,2-1 0,2-1 0,35 53 0,-56-98 0,0 0 0,0 0 0,0-1 0,1 1 0,0-1 0,7 6 0,-10-8 0,0 0 0,0-1 0,0 1 0,0-1 0,0 1 0,0-1 0,0 0 0,0 1 0,0-1 0,0 0 0,1 0 0,-1 0 0,0 0 0,0 0 0,0 0 0,0 0 0,0 0 0,0 0 0,0-1 0,0 1 0,1 0 0,-1-1 0,0 1 0,0-1 0,0 1 0,0-1 0,0 1 0,-1-1 0,1 0 0,0 1 0,0-1 0,0 0 0,-1 0 0,1 0 0,1-1 0,10-17 0,-1 0 0,-1-1 0,-1 0 0,12-37 0,-9 23 0,94-277 0,-27 74 0,-75 223 0,2 1 0,8-16 0,-10 26 135,-4 10 53,-2 16-957,1-18-150,-1 17-5907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2.03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440 183 24575,'0'-20'0,"1"7"0,-1 0 0,-1-1 0,0 1 0,-5-24 0,5 33 0,-1 0 0,1 0 0,-1 1 0,0-1 0,0 1 0,0-1 0,0 1 0,-1 0 0,1 0 0,-1 0 0,0 0 0,1 0 0,-2 0 0,1 1 0,0 0 0,0-1 0,-1 1 0,1 1 0,-1-1 0,-6-2 0,4 2 0,-1 0 0,1 0 0,-1 1 0,1 0 0,-1 0 0,0 1 0,1-1 0,-1 1 0,0 1 0,1 0 0,-1 0 0,0 0 0,1 0 0,-8 4 0,6-2 0,-1 1 0,1 0 0,0 0 0,1 1 0,-1 0 0,1 1 0,0 0 0,0 0 0,-10 12 0,10-9 0,0 0 0,1 0 0,0 0 0,0 1 0,1 0 0,0 0 0,1 0 0,0 1 0,1-1 0,0 1 0,0 0 0,1 0 0,1 0 0,0 0 0,0 0 0,1 0 0,3 18 0,0-14 0,1 0 0,0-1 0,1 0 0,1 0 0,1 0 0,0 0 0,0-1 0,14 18 0,7 3 0,49 48 0,-33-38 0,-33-34 0,-1 2 0,0 0 0,-1 0 0,12 20 0,-19-28 0,-1-1 0,1 1 0,-1 0 0,1 0 0,-1 0 0,0 0 0,-1 0 0,1 0 0,-1 7 0,0-8 0,0-1 0,-1 1 0,1-1 0,-1 0 0,1 1 0,-1-1 0,0 0 0,0 1 0,0-1 0,0 0 0,-1 0 0,1 0 0,-1 0 0,1 0 0,-1 0 0,0 0 0,-2 2 0,-4 1 0,1 0 0,-1 0 0,0-1 0,-1 0 0,1 0 0,-1-1 0,1 0 0,-1-1 0,0 1 0,0-2 0,0 1 0,-14-1 0,0 0 0,1-2 0,0 0 0,0-2 0,-23-4 0,32 4-195,0-1 0,0 0 0,0-1 0,1 0 0,0-1 0,-14-8 0,4-1-6631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2.376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421 57 24575,'0'-2'0,"0"0"0,0 0 0,-1 0 0,1 0 0,0 0 0,-1 0 0,1 0 0,-1 0 0,0 0 0,0 0 0,0 0 0,0 1 0,0-1 0,0 0 0,0 1 0,0-1 0,-1 0 0,1 1 0,0-1 0,-3-1 0,0 1 0,1 0 0,-1 0 0,1 1 0,-1-1 0,0 1 0,0-1 0,0 1 0,0 0 0,-7 0 0,-4 0 0,1 1 0,-1 0 0,1 1 0,-27 6 0,28-4 0,1 1 0,-1 0 0,1 1 0,0 1 0,0-1 0,0 2 0,1 0 0,0 0 0,-16 15 0,15-11 0,0 1 0,1 0 0,1 0 0,0 1 0,0 1 0,1-1 0,-12 26 0,16-27 0,1-1 0,0 1 0,0 0 0,1-1 0,0 2 0,2-1 0,-1 0 0,1 0 0,1 1 0,1 16 0,0-20 0,1 1 0,0-1 0,1 0 0,-1 0 0,2 0 0,-1 0 0,2-1 0,-1 1 0,1-1 0,0 0 0,0 0 0,1-1 0,0 1 0,11 9 0,-7-9 31,0-1 0,0 1 0,1-1 0,0-1 0,0 0 0,0-1 0,1 0 0,0-1 1,0 0-1,24 4 0,-12-4-373,0-1 1,0-2 0,1-1-1,40-4 1,-11-3-6485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4:54:23.60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260 578 24575,'5'-6'0,"0"0"0,0 0 0,-1-1 0,0 0 0,0 0 0,0 0 0,3-11 0,-5 13 0,-1 1 0,1-1 0,-1 0 0,0 1 0,0-1 0,-1 0 0,1 0 0,-1 1 0,0-1 0,-1 0 0,1 0 0,-1 0 0,-1-6 0,1 8 0,-1 1 0,1-1 0,-1 1 0,1-1 0,-1 1 0,0 0 0,0-1 0,0 1 0,0 0 0,0 0 0,0 0 0,-1 1 0,1-1 0,0 0 0,-5-1 0,2 1 0,0 0 0,0 0 0,0 1 0,0 0 0,-1 0 0,1 0 0,-11 0 0,6 2 0,-1-1 0,1 1 0,-1 1 0,1 0 0,0 1 0,0 0 0,0 0 0,-12 6 0,14-4 0,0 0 0,0 1 0,0 0 0,1 0 0,0 1 0,0-1 0,1 2 0,0-1 0,0 1 0,0 0 0,1 0 0,0 0 0,1 1 0,0-1 0,-5 18 0,7-21 0,1 0 0,-1 0 0,1 0 0,1 0 0,-1 0 0,1 0 0,0 1 0,0-1 0,0 0 0,1 0 0,-1 0 0,1 0 0,1 0 0,-1 0 0,1 0 0,0 0 0,0 0 0,0-1 0,1 1 0,-1-1 0,1 1 0,0-1 0,1 0 0,-1 0 0,1 0 0,-1-1 0,1 1 0,0-1 0,1 0 0,6 4 0,-3-3 0,-1 0 0,1-1 0,-1 1 0,1-2 0,0 1 0,1-1 0,-1 0 0,0-1 0,0 0 0,1 0 0,-1-1 0,0 0 0,1-1 0,-1 1 0,0-2 0,1 1 0,-1-1 0,0 0 0,0-1 0,0 0 0,11-5 0,-7 1 0,0-1 0,0 0 0,-1-1 0,0 0 0,0 0 0,-1-1 0,-1 0 0,1-1 0,-2 0 0,1-1 0,12-25 0,-13 20 0,0 0 0,-2-1 0,10-36 0,-16 51 0,1 0 0,0 1 0,0-1 0,1 0 0,-1 0 0,1 1 0,-1-1 0,1 1 0,0-1 0,0 1 0,0 0 0,0 0 0,0 0 0,0 0 0,1 0 0,-1 0 0,1 0 0,-1 1 0,1-1 0,0 1 0,-1 0 0,4-1 0,7-2 0,-1 1 0,1 1 0,25-2 0,-14 1 0,48-7 0,-12 1 0,60-1 0,-114 10 0,1 0 0,-1-1 0,0 0 0,10-3 0,-15 4 0,0 0 0,-1-1 0,1 1 0,0 0 0,-1 0 0,1-1 0,-1 1 0,1 0 0,-1-1 0,1 1 0,-1-1 0,1 1 0,-1 0 0,1-1 0,-1 1 0,0-1 0,1 1 0,-1-1 0,0 0 0,1 1 0,-1-1 0,1 0 0,-2 0 0,1 0 0,0 0 0,0 0 0,-1 0 0,1 0 0,-1 1 0,1-1 0,-1 0 0,1 0 0,-1 0 0,1 1 0,-1-1 0,0 0 0,1 1 0,-1-1 0,0 0 0,0 1 0,1-1 0,-1 1 0,0-1 0,-1 1 0,-5-5 0,1 2 0,-1-1 0,-1 1 0,1 0 0,0 0 0,-1 1 0,0 0 0,1 0 0,-1 1 0,0 0 0,0 0 0,0 1 0,0 0 0,0 0 0,1 1 0,-1 0 0,-8 2 0,10-1 0,0 0 0,0 0 0,0 1 0,0 0 0,1 0 0,-1 0 0,1 0 0,-1 1 0,1 0 0,0 0 0,1 1 0,-1-1 0,1 1 0,0 0 0,0 0 0,0 1 0,1-1 0,0 1 0,0-1 0,0 1 0,-2 8 0,2-5 0,1-1 0,0 1 0,0 0 0,1-1 0,0 1 0,0 0 0,1 0 0,1 0 0,-1 0 0,1 0 0,1-1 0,-1 1 0,2 0 0,4 12 0,-3-12 0,1 0 0,0 0 0,1 0 0,0 0 0,0-1 0,1 0 0,0 0 0,0-1 0,1 0 0,0 0 0,17 11 0,-9-8 0,0-1 0,1-1 0,-1 0 0,25 7 0,-35-13 0,1 0 0,0-1 0,-1 1 0,1-1 0,0 0 0,-1-1 0,1 0 0,0 0 0,0 0 0,-1-1 0,1 0 0,0 0 0,-1-1 0,1 0 0,7-3 0,-10 3 0,0-1 0,0 0 0,0-1 0,0 1 0,0-1 0,-1 0 0,0 0 0,0 0 0,0 0 0,0 0 0,0-1 0,-1 1 0,3-9 0,3-7 0,7-40 0,-14 56 0,80-460 0,-74 415 0,-3 19 0,-5 20 0,-4 14 0,-6 17 0,-6 17 0,2 2 0,2 0 0,-12 57 0,-7 130 0,29-197 0,1 0 0,4 44 0,-1-65 0,0 0 0,0 0 0,1 0 0,1 0 0,-1 0 0,1-1 0,0 1 0,1-1 0,0 0 0,1 0 0,-1-1 0,11 13 0,-12-17 0,-1-1 0,1 1 0,0-1 0,0 0 0,0 0 0,0 0 0,0 0 0,0-1 0,0 1 0,1-1 0,-1 0 0,1 0 0,-1 0 0,6 1 0,-2-2 0,-1 0 0,1 0 0,-1 0 0,1-1 0,-1 0 0,1 0 0,8-4 0,4-2 0,0-1 0,0-1 0,-1 0 0,18-13 0,-18 9 0,-1-1 0,26-25 0,-33 28 0,1 1 0,0 0 0,0 1 0,1 0 0,0 0 0,1 1 0,0 1 0,16-7 0,-12 9 0,-3 0 0,1 0 0,0-1 0,-1-1 0,24-14 0,-35 19 0,-1 0 0,1 1 0,-1-1 0,0 0 0,1 0 0,-1-1 0,0 1 0,-1 0 0,1-1 0,0 1 0,-1-1 0,1 0 0,-1 1 0,0-1 0,0 0 0,0 0 0,0 0 0,0 0 0,-1 0 0,1 0 0,-1 0 0,0 0 0,0 0 0,0 0 0,0 0 0,0 0 0,-1 0 0,0 0 0,1 0 0,-1 1 0,-2-5 0,2 3 0,-1 1 0,0 0 0,0-1 0,0 1 0,0 0 0,-1 1 0,1-1 0,-1 0 0,1 0 0,-1 1 0,0 0 0,0 0 0,0-1 0,0 2 0,-1-1 0,1 0 0,0 1 0,-1-1 0,0 1 0,1 0 0,-1 0 0,1 1 0,-7-1 0,4 0 0,0 1 0,0 0 0,1 0 0,-1 0 0,0 1 0,0 0 0,1 1 0,-1-1 0,1 1 0,-1 0 0,1 0 0,-1 0 0,1 1 0,-7 5 0,3 0 0,0 0 0,0 1 0,1 0 0,0 1 0,1 0 0,0 0 0,0 1 0,1 0 0,1 0 0,0 0 0,0 0 0,1 1 0,0 0 0,1 0 0,1 0 0,0 0 0,0 1 0,1-1 0,2 24 0,0-25 0,0-1 0,0 1 0,1-1 0,1 1 0,0-1 0,0 0 0,1 0 0,0-1 0,1 1 0,8 13 0,-8-17 0,0 1 0,1-1 0,-1 0 0,1 0 0,0-1 0,1 0 0,-1 0 0,1 0 0,0-1 0,0 0 0,1 0 0,-1-1 0,1 0 0,12 3 0,-2-2-170,1-2-1,-1 0 0,1-1 1,-1-1-1,1 0 0,-1-2 1,35-6-1,-14-1-6655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35.394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3780 297 24575,'-24'-23'0,"-1"1"0,-1 1 0,-1 1 0,0 1 0,-2 2 0,0 1 0,-1 1 0,0 1 0,-61-17 0,3 8 0,-2 4 0,-122-10 0,12 11-106,0 9 0,-363 30 0,399-1 27,1 7-1,2 6 1,-290 102-1,324-85 80,2 5 0,2 6 0,-166 110 0,221-123 0,2 2 0,2 4 0,-73 79 0,120-114 32,0 1 0,2 1 0,0 0-1,2 1 1,0 0 0,2 2 0,0-1 0,1 1-1,-7 31 1,14-42-15,0 1 0,1 0-1,0 0 1,1 0 0,1 0 0,0 0-1,1 0 1,0 0 0,1-1 0,1 1-1,0 0 1,1-1 0,0 1 0,1-1-1,1 0 1,0-1 0,1 0 0,12 18-1,-2-9-16,1-1 0,1 0 0,1-1 0,1-1 0,0-1 0,1-1 0,1-1 0,35 17 0,18 5 0,114 36 0,31-3-172,306 58 1,241-16-173,121-74 344,-1-86 0,-281-32 0,-489 56 0,0-6 0,-2-5 0,115-52 0,-175 62-3,-2-3-1,56-36 1,-90 51 17,-1-2 0,0 0 0,-1-1-1,0 0 1,-2-2 0,0 0 0,0-1 0,14-24 0,-24 32 1,-1 0 1,0 0-1,0 0 1,-1 0-1,-1-1 1,0 1-1,0-1 1,-1 0-1,-1 0 1,0 0-1,-1-17 1,-2 12 7,0 0 0,-1 0 0,-1 0 1,0 0-1,-1 0 0,-1 1 1,-10-18-1,-4-3 10,-1 2 1,-3 0-1,0 1 0,-2 2 1,-56-54-1,26 35-65,-2 2-1,-3 2 0,-80-47 1,54 45-112,-186-76 1,115 70 4,-3 7 0,-295-48 0,138 56-1025,-392 2-1,568 36-3863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3.24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15513 561 24575,'33'-47'0,"0"8"0,-17 21 0,22-33 0,-34 45 0,0 0 0,-1 0 0,0-1 0,0 1 0,0-1 0,-1 0 0,0 0 0,-1 0 0,2-14 0,-3 18 0,0 0 0,0 0 0,-1 0 0,0 0 0,1 0 0,-1 0 0,0 0 0,0 0 0,-1 0 0,1 0 0,0 1 0,-1-1 0,0 0 0,0 1 0,0 0 0,0-1 0,0 1 0,0 0 0,0 0 0,-1 0 0,1 0 0,-1 0 0,-2-1 0,-9-4 0,1 0 0,-1 1 0,-21-7 0,26 10 0,-46-14 0,-81-14 0,-62 1 0,123 20 0,-459-46-1061,-3 21-277,429 29 1281,-983-36-2228,-1424 127 0,309 169 1323,27 166 0,1466-229 962,-864 355 0,-678 471-629,1671-699 2330,422-218-554,-219 180-1,346-251-39,0 1-1,2 3 1,2 0 0,-44 60-1,75-92-1102,0-1-1,0 0 0,0 1 0,0-1 0,-1 0 0,1 0 0,0 1 0,0-1 0,0 0 0,0 1 0,0-1 0,-1 0 0,1 0 0,0 1 0,0-1 0,0 0 0,-1 0 0,1 0 0,0 1 0,-1-1 0,1 0 0,0 0 0,0 0 0,-1 0 0,1 1 0,0-1 0,-1 0 0,1 0 0,0 0 1,-1 0-1,1 0 0,0 0 0,-1 0 0,1 0 0,0 0 0,0 0 0,-1 0 0,1 0 0,0 0 0,-1 0 0,1-1 0,0 1 0,-1 0 0,1 0 0,0 0 0,0 0 0,-1 0 0,1-1 0,0 1 0,0 0 0,-1 0 0,1-1 0,-7-16-1477,5 4-5352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3.503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218 21 24575,'1'-1'0,"0"0"0,0 0 0,-1 0 0,1 0 0,-1 0 0,1 0 0,-1 0 0,1 0 0,-1 0 0,0 0 0,1-1 0,-1-1 0,-2-1 0,-5 8 0,-3 5 0,1 1 0,1 1 0,0-1 0,-12 22 0,-23 53 0,28-55 0,13-25 0,-69 158 0,64-145 0,1 0 0,1 1 0,1 0 0,1 0 0,1 0 0,0 0 0,1 22 0,2-35 18,-1 0 0,1 0 0,0-1 0,0 1 0,1 0 0,0-1 0,0 1 0,0-1 0,0 0 0,1 0 0,0 0 0,0 0 0,1 0 0,-1-1 0,1 1 0,0-1 0,0 0 0,8 6 0,-3-4-189,0-1 0,1 0 1,-1 0-1,1-1 0,0 0 1,0-1-1,1 0 0,-1 0 1,12 0-1,26 3-6655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8.502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105 93 24575,'11'-9'0,"0"1"0,0 0 0,1 0 0,20-9 0,-5 3 0,23-15 0,-73 55 0,-36 26 0,32-29 0,1 0 0,1 2 0,1 0 0,-36 52 0,58-75 0,0 1 0,1 0 0,-1-1 0,1 1 0,-1 0 0,1 0 0,0 0 0,1 0 0,-1 0 0,0 0 0,1 0 0,-1 0 0,1 0 0,0 1 0,0-1 0,1 5 0,0-5 0,0 0 0,1-1 0,-1 1 0,1-1 0,-1 1 0,1-1 0,0 0 0,0 0 0,0 1 0,0-1 0,0-1 0,0 1 0,1 0 0,-1 0 0,0-1 0,1 1 0,0-1 0,2 1 0,58 25 0,2-3 0,98 23 0,-140-42-682,45 5-1,-45-9-6143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7T05:21:48.731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24575,'183'21'0,"31"-7"0,387-23 0,-538 2-1365,-13 1-5461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B488F7-1FAC-40D2-BB7E-BA3CE28D8950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2D21D1-52E2-420B-B491-CFF6D7BB79F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478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49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898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48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797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B8D726-D0BC-B240-A677-46F99704B744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roup 522">
            <a:extLst>
              <a:ext uri="{FF2B5EF4-FFF2-40B4-BE49-F238E27FC236}">
                <a16:creationId xmlns:a16="http://schemas.microsoft.com/office/drawing/2014/main" id="{2DB38A0F-0598-4BC1-A4B5-6E4C7D1AE1FD}"/>
              </a:ext>
            </a:extLst>
          </p:cNvPr>
          <p:cNvGrpSpPr/>
          <p:nvPr userDrawn="1"/>
        </p:nvGrpSpPr>
        <p:grpSpPr>
          <a:xfrm>
            <a:off x="354110" y="326571"/>
            <a:ext cx="11480605" cy="6204858"/>
            <a:chOff x="354110" y="326571"/>
            <a:chExt cx="11480605" cy="6204858"/>
          </a:xfrm>
          <a:solidFill>
            <a:schemeClr val="accent1">
              <a:lumMod val="90000"/>
              <a:lumOff val="10000"/>
            </a:schemeClr>
          </a:solidFill>
        </p:grpSpPr>
        <p:sp>
          <p:nvSpPr>
            <p:cNvPr id="524" name="Rectangle 5">
              <a:extLst>
                <a:ext uri="{FF2B5EF4-FFF2-40B4-BE49-F238E27FC236}">
                  <a16:creationId xmlns:a16="http://schemas.microsoft.com/office/drawing/2014/main" id="{D0391FF9-0338-4933-99EA-0BC7224F463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26571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5" name="Rectangle 6">
              <a:extLst>
                <a:ext uri="{FF2B5EF4-FFF2-40B4-BE49-F238E27FC236}">
                  <a16:creationId xmlns:a16="http://schemas.microsoft.com/office/drawing/2014/main" id="{68848005-FF97-4886-AB70-BEAC78E6AF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6" name="Rectangle 7">
              <a:extLst>
                <a:ext uri="{FF2B5EF4-FFF2-40B4-BE49-F238E27FC236}">
                  <a16:creationId xmlns:a16="http://schemas.microsoft.com/office/drawing/2014/main" id="{A371799C-C91D-4388-B84A-3FB8314160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7" name="Rectangle 8">
              <a:extLst>
                <a:ext uri="{FF2B5EF4-FFF2-40B4-BE49-F238E27FC236}">
                  <a16:creationId xmlns:a16="http://schemas.microsoft.com/office/drawing/2014/main" id="{C722B8FD-8C0E-4B48-8849-E0D3A2C9E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26571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8" name="Rectangle 9">
              <a:extLst>
                <a:ext uri="{FF2B5EF4-FFF2-40B4-BE49-F238E27FC236}">
                  <a16:creationId xmlns:a16="http://schemas.microsoft.com/office/drawing/2014/main" id="{F690EF81-637B-45E9-B2E4-F6466D3CEA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29" name="Rectangle 10">
              <a:extLst>
                <a:ext uri="{FF2B5EF4-FFF2-40B4-BE49-F238E27FC236}">
                  <a16:creationId xmlns:a16="http://schemas.microsoft.com/office/drawing/2014/main" id="{93D434AE-D8E1-4B73-97E9-104904735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0" name="Rectangle 11">
              <a:extLst>
                <a:ext uri="{FF2B5EF4-FFF2-40B4-BE49-F238E27FC236}">
                  <a16:creationId xmlns:a16="http://schemas.microsoft.com/office/drawing/2014/main" id="{38DB79DD-18E2-4E0B-8C6B-B3170D9E63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1" name="Rectangle 12">
              <a:extLst>
                <a:ext uri="{FF2B5EF4-FFF2-40B4-BE49-F238E27FC236}">
                  <a16:creationId xmlns:a16="http://schemas.microsoft.com/office/drawing/2014/main" id="{AA24A7B5-1047-4ED2-8394-1F64840CDD0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2" name="Rectangle 13">
              <a:extLst>
                <a:ext uri="{FF2B5EF4-FFF2-40B4-BE49-F238E27FC236}">
                  <a16:creationId xmlns:a16="http://schemas.microsoft.com/office/drawing/2014/main" id="{1BF3D7A2-914A-406C-85FE-78F492E205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3" name="Rectangle 14">
              <a:extLst>
                <a:ext uri="{FF2B5EF4-FFF2-40B4-BE49-F238E27FC236}">
                  <a16:creationId xmlns:a16="http://schemas.microsoft.com/office/drawing/2014/main" id="{EFE4A65D-7D8E-481F-9FD2-EC0C857424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4" name="Rectangle 15">
              <a:extLst>
                <a:ext uri="{FF2B5EF4-FFF2-40B4-BE49-F238E27FC236}">
                  <a16:creationId xmlns:a16="http://schemas.microsoft.com/office/drawing/2014/main" id="{6D829585-3C10-4E29-9D87-5A5437E00B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5" name="Rectangle 16">
              <a:extLst>
                <a:ext uri="{FF2B5EF4-FFF2-40B4-BE49-F238E27FC236}">
                  <a16:creationId xmlns:a16="http://schemas.microsoft.com/office/drawing/2014/main" id="{2B70A9B8-A62A-4C92-8175-AAC487F5F9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6" name="Rectangle 17">
              <a:extLst>
                <a:ext uri="{FF2B5EF4-FFF2-40B4-BE49-F238E27FC236}">
                  <a16:creationId xmlns:a16="http://schemas.microsoft.com/office/drawing/2014/main" id="{62925939-9955-4AB6-8B7B-2F98C58A94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7" name="Rectangle 18">
              <a:extLst>
                <a:ext uri="{FF2B5EF4-FFF2-40B4-BE49-F238E27FC236}">
                  <a16:creationId xmlns:a16="http://schemas.microsoft.com/office/drawing/2014/main" id="{658B8514-8D6B-4F5F-AE70-55B9F4C505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8" name="Rectangle 19">
              <a:extLst>
                <a:ext uri="{FF2B5EF4-FFF2-40B4-BE49-F238E27FC236}">
                  <a16:creationId xmlns:a16="http://schemas.microsoft.com/office/drawing/2014/main" id="{D6780382-758A-41C1-83C0-EB51E004EF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39" name="Rectangle 20">
              <a:extLst>
                <a:ext uri="{FF2B5EF4-FFF2-40B4-BE49-F238E27FC236}">
                  <a16:creationId xmlns:a16="http://schemas.microsoft.com/office/drawing/2014/main" id="{9357623D-6D19-46DA-B792-E1A2F32F8F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0" name="Rectangle 21">
              <a:extLst>
                <a:ext uri="{FF2B5EF4-FFF2-40B4-BE49-F238E27FC236}">
                  <a16:creationId xmlns:a16="http://schemas.microsoft.com/office/drawing/2014/main" id="{2F00DFB8-11D0-4DF8-A3AD-197C3F3071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1" name="Rectangle 22">
              <a:extLst>
                <a:ext uri="{FF2B5EF4-FFF2-40B4-BE49-F238E27FC236}">
                  <a16:creationId xmlns:a16="http://schemas.microsoft.com/office/drawing/2014/main" id="{57F57754-D964-4CFA-BC83-9AFD46DA56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2" name="Rectangle 23">
              <a:extLst>
                <a:ext uri="{FF2B5EF4-FFF2-40B4-BE49-F238E27FC236}">
                  <a16:creationId xmlns:a16="http://schemas.microsoft.com/office/drawing/2014/main" id="{CAC9FBA4-D9FC-44DC-9CBC-4AA56F87E8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3" name="Rectangle 24">
              <a:extLst>
                <a:ext uri="{FF2B5EF4-FFF2-40B4-BE49-F238E27FC236}">
                  <a16:creationId xmlns:a16="http://schemas.microsoft.com/office/drawing/2014/main" id="{6B5BF42C-E1FB-4B04-8861-8F6834EC8B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4" name="Rectangle 25">
              <a:extLst>
                <a:ext uri="{FF2B5EF4-FFF2-40B4-BE49-F238E27FC236}">
                  <a16:creationId xmlns:a16="http://schemas.microsoft.com/office/drawing/2014/main" id="{BECAB5D5-0B99-4F52-BDEC-9DEE44451E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5" name="Rectangle 26">
              <a:extLst>
                <a:ext uri="{FF2B5EF4-FFF2-40B4-BE49-F238E27FC236}">
                  <a16:creationId xmlns:a16="http://schemas.microsoft.com/office/drawing/2014/main" id="{7F2A058E-DD90-4B9A-BCA3-AAB1E8805F6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6" name="Rectangle 27">
              <a:extLst>
                <a:ext uri="{FF2B5EF4-FFF2-40B4-BE49-F238E27FC236}">
                  <a16:creationId xmlns:a16="http://schemas.microsoft.com/office/drawing/2014/main" id="{5A511A58-4543-4023-AD40-17185DD316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7" name="Rectangle 28">
              <a:extLst>
                <a:ext uri="{FF2B5EF4-FFF2-40B4-BE49-F238E27FC236}">
                  <a16:creationId xmlns:a16="http://schemas.microsoft.com/office/drawing/2014/main" id="{4FB2F5FA-9E29-4BF4-A565-01F5623519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8" name="Rectangle 29">
              <a:extLst>
                <a:ext uri="{FF2B5EF4-FFF2-40B4-BE49-F238E27FC236}">
                  <a16:creationId xmlns:a16="http://schemas.microsoft.com/office/drawing/2014/main" id="{79033138-2B37-4A7A-BB10-95ED1BC4CE8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26571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49" name="Rectangle 30">
              <a:extLst>
                <a:ext uri="{FF2B5EF4-FFF2-40B4-BE49-F238E27FC236}">
                  <a16:creationId xmlns:a16="http://schemas.microsoft.com/office/drawing/2014/main" id="{79753DF4-5F75-4419-909E-7C6C91243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26571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0" name="Rectangle 32">
              <a:extLst>
                <a:ext uri="{FF2B5EF4-FFF2-40B4-BE49-F238E27FC236}">
                  <a16:creationId xmlns:a16="http://schemas.microsoft.com/office/drawing/2014/main" id="{855DF40C-B6BB-4565-917B-0D68E9A995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834963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1" name="Rectangle 33">
              <a:extLst>
                <a:ext uri="{FF2B5EF4-FFF2-40B4-BE49-F238E27FC236}">
                  <a16:creationId xmlns:a16="http://schemas.microsoft.com/office/drawing/2014/main" id="{4A966D73-83CF-49BC-B17D-814D08E708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2" name="Rectangle 34">
              <a:extLst>
                <a:ext uri="{FF2B5EF4-FFF2-40B4-BE49-F238E27FC236}">
                  <a16:creationId xmlns:a16="http://schemas.microsoft.com/office/drawing/2014/main" id="{C4D3FEF6-5168-4033-87C1-4DE8C0B10D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3" name="Rectangle 35">
              <a:extLst>
                <a:ext uri="{FF2B5EF4-FFF2-40B4-BE49-F238E27FC236}">
                  <a16:creationId xmlns:a16="http://schemas.microsoft.com/office/drawing/2014/main" id="{8196550C-9075-450D-8381-757B57ACFE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4" name="Rectangle 36">
              <a:extLst>
                <a:ext uri="{FF2B5EF4-FFF2-40B4-BE49-F238E27FC236}">
                  <a16:creationId xmlns:a16="http://schemas.microsoft.com/office/drawing/2014/main" id="{9DDF2589-A917-47E1-86F2-E9E9D03113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5" name="Rectangle 37">
              <a:extLst>
                <a:ext uri="{FF2B5EF4-FFF2-40B4-BE49-F238E27FC236}">
                  <a16:creationId xmlns:a16="http://schemas.microsoft.com/office/drawing/2014/main" id="{19AA832E-82CD-495F-9759-311D5CF3C6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6" name="Rectangle 38">
              <a:extLst>
                <a:ext uri="{FF2B5EF4-FFF2-40B4-BE49-F238E27FC236}">
                  <a16:creationId xmlns:a16="http://schemas.microsoft.com/office/drawing/2014/main" id="{E321B9D6-F4D4-4E72-B642-4A20A028D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834963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7" name="Rectangle 39">
              <a:extLst>
                <a:ext uri="{FF2B5EF4-FFF2-40B4-BE49-F238E27FC236}">
                  <a16:creationId xmlns:a16="http://schemas.microsoft.com/office/drawing/2014/main" id="{67D8E47E-A97F-495B-9D93-E77F5D9918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8" name="Rectangle 40">
              <a:extLst>
                <a:ext uri="{FF2B5EF4-FFF2-40B4-BE49-F238E27FC236}">
                  <a16:creationId xmlns:a16="http://schemas.microsoft.com/office/drawing/2014/main" id="{A3102978-9FB6-414A-87A2-7447231B78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59" name="Rectangle 41">
              <a:extLst>
                <a:ext uri="{FF2B5EF4-FFF2-40B4-BE49-F238E27FC236}">
                  <a16:creationId xmlns:a16="http://schemas.microsoft.com/office/drawing/2014/main" id="{52AB6645-416B-4B1A-BDD5-25D20B3DDF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0" name="Rectangle 42">
              <a:extLst>
                <a:ext uri="{FF2B5EF4-FFF2-40B4-BE49-F238E27FC236}">
                  <a16:creationId xmlns:a16="http://schemas.microsoft.com/office/drawing/2014/main" id="{6FC3BBB2-F5AD-4180-9804-3EA9F90C26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1" name="Rectangle 43">
              <a:extLst>
                <a:ext uri="{FF2B5EF4-FFF2-40B4-BE49-F238E27FC236}">
                  <a16:creationId xmlns:a16="http://schemas.microsoft.com/office/drawing/2014/main" id="{422DB3ED-2BEF-4ED1-BC1B-08CB86C00F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2" name="Rectangle 44">
              <a:extLst>
                <a:ext uri="{FF2B5EF4-FFF2-40B4-BE49-F238E27FC236}">
                  <a16:creationId xmlns:a16="http://schemas.microsoft.com/office/drawing/2014/main" id="{98D97055-E2FD-4FF0-90DB-E94B1920C4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3" name="Rectangle 45">
              <a:extLst>
                <a:ext uri="{FF2B5EF4-FFF2-40B4-BE49-F238E27FC236}">
                  <a16:creationId xmlns:a16="http://schemas.microsoft.com/office/drawing/2014/main" id="{DE4F8DEE-2AD7-48B0-86FE-2FB6CF6E0CC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4" name="Rectangle 46">
              <a:extLst>
                <a:ext uri="{FF2B5EF4-FFF2-40B4-BE49-F238E27FC236}">
                  <a16:creationId xmlns:a16="http://schemas.microsoft.com/office/drawing/2014/main" id="{ABD952AD-A59A-4124-AAA4-9E35E9D1DA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5" name="Rectangle 47">
              <a:extLst>
                <a:ext uri="{FF2B5EF4-FFF2-40B4-BE49-F238E27FC236}">
                  <a16:creationId xmlns:a16="http://schemas.microsoft.com/office/drawing/2014/main" id="{09F53A53-235E-4905-B7A1-4C24875314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6" name="Rectangle 48">
              <a:extLst>
                <a:ext uri="{FF2B5EF4-FFF2-40B4-BE49-F238E27FC236}">
                  <a16:creationId xmlns:a16="http://schemas.microsoft.com/office/drawing/2014/main" id="{E7B8F62B-F26F-4F16-83DE-DE88E2AC27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7" name="Rectangle 49">
              <a:extLst>
                <a:ext uri="{FF2B5EF4-FFF2-40B4-BE49-F238E27FC236}">
                  <a16:creationId xmlns:a16="http://schemas.microsoft.com/office/drawing/2014/main" id="{5A3F2E03-9197-4D87-AEBD-53681C71A0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8" name="Rectangle 50">
              <a:extLst>
                <a:ext uri="{FF2B5EF4-FFF2-40B4-BE49-F238E27FC236}">
                  <a16:creationId xmlns:a16="http://schemas.microsoft.com/office/drawing/2014/main" id="{AC48136C-038A-4E15-A432-82CDA3580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69" name="Rectangle 51">
              <a:extLst>
                <a:ext uri="{FF2B5EF4-FFF2-40B4-BE49-F238E27FC236}">
                  <a16:creationId xmlns:a16="http://schemas.microsoft.com/office/drawing/2014/main" id="{A03DB8D5-6A83-4A84-AB18-2030609589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0" name="Rectangle 52">
              <a:extLst>
                <a:ext uri="{FF2B5EF4-FFF2-40B4-BE49-F238E27FC236}">
                  <a16:creationId xmlns:a16="http://schemas.microsoft.com/office/drawing/2014/main" id="{CB4B691A-151E-4AA1-86FD-1DF590C8A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1" name="Rectangle 53">
              <a:extLst>
                <a:ext uri="{FF2B5EF4-FFF2-40B4-BE49-F238E27FC236}">
                  <a16:creationId xmlns:a16="http://schemas.microsoft.com/office/drawing/2014/main" id="{8DE17CF6-249D-4F7B-83E2-FD452FE7770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2" name="Rectangle 54">
              <a:extLst>
                <a:ext uri="{FF2B5EF4-FFF2-40B4-BE49-F238E27FC236}">
                  <a16:creationId xmlns:a16="http://schemas.microsoft.com/office/drawing/2014/main" id="{8AFBC693-95B4-46BF-8458-36EE0C80554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3" name="Rectangle 55">
              <a:extLst>
                <a:ext uri="{FF2B5EF4-FFF2-40B4-BE49-F238E27FC236}">
                  <a16:creationId xmlns:a16="http://schemas.microsoft.com/office/drawing/2014/main" id="{1B7936E4-C86A-4ECF-9DAA-DD45C61C9B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4" name="Rectangle 56">
              <a:extLst>
                <a:ext uri="{FF2B5EF4-FFF2-40B4-BE49-F238E27FC236}">
                  <a16:creationId xmlns:a16="http://schemas.microsoft.com/office/drawing/2014/main" id="{07B705CC-7C23-4703-BFCD-DEBFDF5A7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834963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5" name="Rectangle 57">
              <a:extLst>
                <a:ext uri="{FF2B5EF4-FFF2-40B4-BE49-F238E27FC236}">
                  <a16:creationId xmlns:a16="http://schemas.microsoft.com/office/drawing/2014/main" id="{021EAEDF-4795-47A7-9CDF-29BDE7EB46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834963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6" name="Rectangle 59">
              <a:extLst>
                <a:ext uri="{FF2B5EF4-FFF2-40B4-BE49-F238E27FC236}">
                  <a16:creationId xmlns:a16="http://schemas.microsoft.com/office/drawing/2014/main" id="{C8E25685-5F7D-4F4C-ABCD-4A625A28DA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342187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7" name="Rectangle 60">
              <a:extLst>
                <a:ext uri="{FF2B5EF4-FFF2-40B4-BE49-F238E27FC236}">
                  <a16:creationId xmlns:a16="http://schemas.microsoft.com/office/drawing/2014/main" id="{F86C1915-F185-4F6E-BC9A-70ED68733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8" name="Rectangle 61">
              <a:extLst>
                <a:ext uri="{FF2B5EF4-FFF2-40B4-BE49-F238E27FC236}">
                  <a16:creationId xmlns:a16="http://schemas.microsoft.com/office/drawing/2014/main" id="{0A676732-8A69-4B25-9573-F6F90E1CBE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79" name="Rectangle 62">
              <a:extLst>
                <a:ext uri="{FF2B5EF4-FFF2-40B4-BE49-F238E27FC236}">
                  <a16:creationId xmlns:a16="http://schemas.microsoft.com/office/drawing/2014/main" id="{D4F1F03D-E1AA-4194-B592-BA6FFEF4B8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3421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0" name="Rectangle 63">
              <a:extLst>
                <a:ext uri="{FF2B5EF4-FFF2-40B4-BE49-F238E27FC236}">
                  <a16:creationId xmlns:a16="http://schemas.microsoft.com/office/drawing/2014/main" id="{3E19A2DA-16F0-4B64-9855-639F78BF95B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1" name="Rectangle 64">
              <a:extLst>
                <a:ext uri="{FF2B5EF4-FFF2-40B4-BE49-F238E27FC236}">
                  <a16:creationId xmlns:a16="http://schemas.microsoft.com/office/drawing/2014/main" id="{21AA4D67-978D-46FA-9138-C5EF347A093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2" name="Rectangle 65">
              <a:extLst>
                <a:ext uri="{FF2B5EF4-FFF2-40B4-BE49-F238E27FC236}">
                  <a16:creationId xmlns:a16="http://schemas.microsoft.com/office/drawing/2014/main" id="{DF7FABC9-0AE5-498D-9DCD-2D0A69DD49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3" name="Rectangle 66">
              <a:extLst>
                <a:ext uri="{FF2B5EF4-FFF2-40B4-BE49-F238E27FC236}">
                  <a16:creationId xmlns:a16="http://schemas.microsoft.com/office/drawing/2014/main" id="{3B4259AB-BB5C-471B-8BFD-2464967E06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4" name="Rectangle 67">
              <a:extLst>
                <a:ext uri="{FF2B5EF4-FFF2-40B4-BE49-F238E27FC236}">
                  <a16:creationId xmlns:a16="http://schemas.microsoft.com/office/drawing/2014/main" id="{4A71AFC4-8245-4F87-8986-BFA7163794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5" name="Rectangle 68">
              <a:extLst>
                <a:ext uri="{FF2B5EF4-FFF2-40B4-BE49-F238E27FC236}">
                  <a16:creationId xmlns:a16="http://schemas.microsoft.com/office/drawing/2014/main" id="{AA4DB81E-6CDA-4C15-A84C-6764CA845A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6" name="Rectangle 69">
              <a:extLst>
                <a:ext uri="{FF2B5EF4-FFF2-40B4-BE49-F238E27FC236}">
                  <a16:creationId xmlns:a16="http://schemas.microsoft.com/office/drawing/2014/main" id="{E6B3071E-6076-4B7A-83B7-92D6A16534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7" name="Rectangle 70">
              <a:extLst>
                <a:ext uri="{FF2B5EF4-FFF2-40B4-BE49-F238E27FC236}">
                  <a16:creationId xmlns:a16="http://schemas.microsoft.com/office/drawing/2014/main" id="{E8543DB1-652E-4988-9780-2A2133D41D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8" name="Rectangle 71">
              <a:extLst>
                <a:ext uri="{FF2B5EF4-FFF2-40B4-BE49-F238E27FC236}">
                  <a16:creationId xmlns:a16="http://schemas.microsoft.com/office/drawing/2014/main" id="{42F0AA6A-4C74-462E-8B1B-F39A0F70FF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89" name="Rectangle 72">
              <a:extLst>
                <a:ext uri="{FF2B5EF4-FFF2-40B4-BE49-F238E27FC236}">
                  <a16:creationId xmlns:a16="http://schemas.microsoft.com/office/drawing/2014/main" id="{B33C0D7F-04E1-4844-B90C-3FBE5EEF3A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0" name="Rectangle 73">
              <a:extLst>
                <a:ext uri="{FF2B5EF4-FFF2-40B4-BE49-F238E27FC236}">
                  <a16:creationId xmlns:a16="http://schemas.microsoft.com/office/drawing/2014/main" id="{F49B085D-B4DD-458A-826A-3DA24029B88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1" name="Rectangle 74">
              <a:extLst>
                <a:ext uri="{FF2B5EF4-FFF2-40B4-BE49-F238E27FC236}">
                  <a16:creationId xmlns:a16="http://schemas.microsoft.com/office/drawing/2014/main" id="{A32F9E5F-5111-453D-A333-FB4E1A1867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2" name="Rectangle 75">
              <a:extLst>
                <a:ext uri="{FF2B5EF4-FFF2-40B4-BE49-F238E27FC236}">
                  <a16:creationId xmlns:a16="http://schemas.microsoft.com/office/drawing/2014/main" id="{47E4D8BD-DEA3-4D27-98E4-F4E7016173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3" name="Rectangle 76">
              <a:extLst>
                <a:ext uri="{FF2B5EF4-FFF2-40B4-BE49-F238E27FC236}">
                  <a16:creationId xmlns:a16="http://schemas.microsoft.com/office/drawing/2014/main" id="{BBF03BDD-5E4F-4125-8BBA-793FC2C135B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4" name="Rectangle 77">
              <a:extLst>
                <a:ext uri="{FF2B5EF4-FFF2-40B4-BE49-F238E27FC236}">
                  <a16:creationId xmlns:a16="http://schemas.microsoft.com/office/drawing/2014/main" id="{F3B4C098-EB45-4815-8269-996D7522EC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5" name="Rectangle 78">
              <a:extLst>
                <a:ext uri="{FF2B5EF4-FFF2-40B4-BE49-F238E27FC236}">
                  <a16:creationId xmlns:a16="http://schemas.microsoft.com/office/drawing/2014/main" id="{B59927F3-4B4B-42A6-8B08-08A49631DE9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6" name="Rectangle 79">
              <a:extLst>
                <a:ext uri="{FF2B5EF4-FFF2-40B4-BE49-F238E27FC236}">
                  <a16:creationId xmlns:a16="http://schemas.microsoft.com/office/drawing/2014/main" id="{A3EF2292-28DC-48A4-AF27-649B5C4586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7" name="Rectangle 80">
              <a:extLst>
                <a:ext uri="{FF2B5EF4-FFF2-40B4-BE49-F238E27FC236}">
                  <a16:creationId xmlns:a16="http://schemas.microsoft.com/office/drawing/2014/main" id="{248C3F59-9E32-45A2-A3CC-2CB702255A3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8" name="Rectangle 81">
              <a:extLst>
                <a:ext uri="{FF2B5EF4-FFF2-40B4-BE49-F238E27FC236}">
                  <a16:creationId xmlns:a16="http://schemas.microsoft.com/office/drawing/2014/main" id="{8E4ACB8A-43E4-4093-AE56-AA241704B0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99" name="Rectangle 82">
              <a:extLst>
                <a:ext uri="{FF2B5EF4-FFF2-40B4-BE49-F238E27FC236}">
                  <a16:creationId xmlns:a16="http://schemas.microsoft.com/office/drawing/2014/main" id="{D14F99BB-28D1-464F-BB16-2F2623BBC5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0" name="Rectangle 83">
              <a:extLst>
                <a:ext uri="{FF2B5EF4-FFF2-40B4-BE49-F238E27FC236}">
                  <a16:creationId xmlns:a16="http://schemas.microsoft.com/office/drawing/2014/main" id="{A95FA675-3755-4391-B726-68B8FF23A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3421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1" name="Rectangle 84">
              <a:extLst>
                <a:ext uri="{FF2B5EF4-FFF2-40B4-BE49-F238E27FC236}">
                  <a16:creationId xmlns:a16="http://schemas.microsoft.com/office/drawing/2014/main" id="{49925855-02BD-4CA2-9D33-00CA85C3A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3421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2" name="Rectangle 86">
              <a:extLst>
                <a:ext uri="{FF2B5EF4-FFF2-40B4-BE49-F238E27FC236}">
                  <a16:creationId xmlns:a16="http://schemas.microsoft.com/office/drawing/2014/main" id="{29A0B59B-FDB1-4852-BA6C-06E6417E8D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3" name="Rectangle 87">
              <a:extLst>
                <a:ext uri="{FF2B5EF4-FFF2-40B4-BE49-F238E27FC236}">
                  <a16:creationId xmlns:a16="http://schemas.microsoft.com/office/drawing/2014/main" id="{F2291FF5-CA54-458E-8BD1-99B816F40E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4" name="Rectangle 88">
              <a:extLst>
                <a:ext uri="{FF2B5EF4-FFF2-40B4-BE49-F238E27FC236}">
                  <a16:creationId xmlns:a16="http://schemas.microsoft.com/office/drawing/2014/main" id="{97EB7D42-19E8-41E2-B5B0-791AA24B51C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18505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5" name="Rectangle 89">
              <a:extLst>
                <a:ext uri="{FF2B5EF4-FFF2-40B4-BE49-F238E27FC236}">
                  <a16:creationId xmlns:a16="http://schemas.microsoft.com/office/drawing/2014/main" id="{F11528A1-D5A5-47C3-A78A-BDF885ECD0F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18505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6" name="Rectangle 90">
              <a:extLst>
                <a:ext uri="{FF2B5EF4-FFF2-40B4-BE49-F238E27FC236}">
                  <a16:creationId xmlns:a16="http://schemas.microsoft.com/office/drawing/2014/main" id="{382D90AE-FED6-4FCA-B477-13F5EC154E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7" name="Rectangle 91">
              <a:extLst>
                <a:ext uri="{FF2B5EF4-FFF2-40B4-BE49-F238E27FC236}">
                  <a16:creationId xmlns:a16="http://schemas.microsoft.com/office/drawing/2014/main" id="{32C9B838-AD97-41C2-B167-E2ED06D301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8" name="Rectangle 92">
              <a:extLst>
                <a:ext uri="{FF2B5EF4-FFF2-40B4-BE49-F238E27FC236}">
                  <a16:creationId xmlns:a16="http://schemas.microsoft.com/office/drawing/2014/main" id="{17A1E437-F28C-4912-A416-147E734D2A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09" name="Rectangle 105">
              <a:extLst>
                <a:ext uri="{FF2B5EF4-FFF2-40B4-BE49-F238E27FC236}">
                  <a16:creationId xmlns:a16="http://schemas.microsoft.com/office/drawing/2014/main" id="{DEAE7685-4A38-4785-9605-B19161F69E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0" name="Rectangle 106">
              <a:extLst>
                <a:ext uri="{FF2B5EF4-FFF2-40B4-BE49-F238E27FC236}">
                  <a16:creationId xmlns:a16="http://schemas.microsoft.com/office/drawing/2014/main" id="{D8D5236E-C6F3-4C15-B112-50979E39B6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1" name="Rectangle 107">
              <a:extLst>
                <a:ext uri="{FF2B5EF4-FFF2-40B4-BE49-F238E27FC236}">
                  <a16:creationId xmlns:a16="http://schemas.microsoft.com/office/drawing/2014/main" id="{EAC78FE3-C094-437A-B445-4F78378023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2" name="Rectangle 108">
              <a:extLst>
                <a:ext uri="{FF2B5EF4-FFF2-40B4-BE49-F238E27FC236}">
                  <a16:creationId xmlns:a16="http://schemas.microsoft.com/office/drawing/2014/main" id="{E515352F-F56E-4A5E-A366-80D13565A1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3" name="Rectangle 109">
              <a:extLst>
                <a:ext uri="{FF2B5EF4-FFF2-40B4-BE49-F238E27FC236}">
                  <a16:creationId xmlns:a16="http://schemas.microsoft.com/office/drawing/2014/main" id="{082593FC-9A99-4046-9873-3F17F576F5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4" name="Rectangle 110">
              <a:extLst>
                <a:ext uri="{FF2B5EF4-FFF2-40B4-BE49-F238E27FC236}">
                  <a16:creationId xmlns:a16="http://schemas.microsoft.com/office/drawing/2014/main" id="{7BE87C29-956D-4731-9DEF-2472E21D89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18505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5" name="Rectangle 111">
              <a:extLst>
                <a:ext uri="{FF2B5EF4-FFF2-40B4-BE49-F238E27FC236}">
                  <a16:creationId xmlns:a16="http://schemas.microsoft.com/office/drawing/2014/main" id="{A3B07365-8B76-4AFB-ABA7-8DD8B6C91F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18505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6" name="Rectangle 113">
              <a:extLst>
                <a:ext uri="{FF2B5EF4-FFF2-40B4-BE49-F238E27FC236}">
                  <a16:creationId xmlns:a16="http://schemas.microsoft.com/office/drawing/2014/main" id="{DC607E7A-BE56-4471-A732-571BF19EBC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7" name="Rectangle 114">
              <a:extLst>
                <a:ext uri="{FF2B5EF4-FFF2-40B4-BE49-F238E27FC236}">
                  <a16:creationId xmlns:a16="http://schemas.microsoft.com/office/drawing/2014/main" id="{AC622CDC-661A-4504-B509-39988A3796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8" name="Rectangle 115">
              <a:extLst>
                <a:ext uri="{FF2B5EF4-FFF2-40B4-BE49-F238E27FC236}">
                  <a16:creationId xmlns:a16="http://schemas.microsoft.com/office/drawing/2014/main" id="{62946A9D-9192-4CAD-8F76-974C5FE277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358971"/>
              <a:ext cx="10999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19" name="Rectangle 116">
              <a:extLst>
                <a:ext uri="{FF2B5EF4-FFF2-40B4-BE49-F238E27FC236}">
                  <a16:creationId xmlns:a16="http://schemas.microsoft.com/office/drawing/2014/main" id="{98A87D74-26D6-44DE-B8E3-3F1228E833D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117">
              <a:extLst>
                <a:ext uri="{FF2B5EF4-FFF2-40B4-BE49-F238E27FC236}">
                  <a16:creationId xmlns:a16="http://schemas.microsoft.com/office/drawing/2014/main" id="{305F2911-EBBC-4A1F-9F27-F5A4D6683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358971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118">
              <a:extLst>
                <a:ext uri="{FF2B5EF4-FFF2-40B4-BE49-F238E27FC236}">
                  <a16:creationId xmlns:a16="http://schemas.microsoft.com/office/drawing/2014/main" id="{E3017ED1-C3DB-468D-917A-7D055013E8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119">
              <a:extLst>
                <a:ext uri="{FF2B5EF4-FFF2-40B4-BE49-F238E27FC236}">
                  <a16:creationId xmlns:a16="http://schemas.microsoft.com/office/drawing/2014/main" id="{364A9FBD-1DB7-46D2-80AE-1EF6158FE9A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132">
              <a:extLst>
                <a:ext uri="{FF2B5EF4-FFF2-40B4-BE49-F238E27FC236}">
                  <a16:creationId xmlns:a16="http://schemas.microsoft.com/office/drawing/2014/main" id="{5B8F5DA7-A3AB-48C2-A0AA-06DFF2510E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133">
              <a:extLst>
                <a:ext uri="{FF2B5EF4-FFF2-40B4-BE49-F238E27FC236}">
                  <a16:creationId xmlns:a16="http://schemas.microsoft.com/office/drawing/2014/main" id="{B4EEDB8D-D8C1-42F7-816B-88E1F6AC5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134">
              <a:extLst>
                <a:ext uri="{FF2B5EF4-FFF2-40B4-BE49-F238E27FC236}">
                  <a16:creationId xmlns:a16="http://schemas.microsoft.com/office/drawing/2014/main" id="{E15F1A2D-8731-4042-A5CD-84E3C2F446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135">
              <a:extLst>
                <a:ext uri="{FF2B5EF4-FFF2-40B4-BE49-F238E27FC236}">
                  <a16:creationId xmlns:a16="http://schemas.microsoft.com/office/drawing/2014/main" id="{866AE8F6-A982-4075-88C6-096E183A63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136">
              <a:extLst>
                <a:ext uri="{FF2B5EF4-FFF2-40B4-BE49-F238E27FC236}">
                  <a16:creationId xmlns:a16="http://schemas.microsoft.com/office/drawing/2014/main" id="{4E9E8D66-CB5B-45DA-86A6-5550489713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137">
              <a:extLst>
                <a:ext uri="{FF2B5EF4-FFF2-40B4-BE49-F238E27FC236}">
                  <a16:creationId xmlns:a16="http://schemas.microsoft.com/office/drawing/2014/main" id="{A22DE3BE-D7D7-4570-BD5B-578C0D546A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3589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138">
              <a:extLst>
                <a:ext uri="{FF2B5EF4-FFF2-40B4-BE49-F238E27FC236}">
                  <a16:creationId xmlns:a16="http://schemas.microsoft.com/office/drawing/2014/main" id="{7A6BABE8-DBE8-441A-87BB-BA336C02DC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3589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140">
              <a:extLst>
                <a:ext uri="{FF2B5EF4-FFF2-40B4-BE49-F238E27FC236}">
                  <a16:creationId xmlns:a16="http://schemas.microsoft.com/office/drawing/2014/main" id="{E3D2014F-A2E0-433E-904B-8B6961F864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28661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141">
              <a:extLst>
                <a:ext uri="{FF2B5EF4-FFF2-40B4-BE49-F238E27FC236}">
                  <a16:creationId xmlns:a16="http://schemas.microsoft.com/office/drawing/2014/main" id="{69E93948-9F67-4652-940D-D296937F99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28661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142">
              <a:extLst>
                <a:ext uri="{FF2B5EF4-FFF2-40B4-BE49-F238E27FC236}">
                  <a16:creationId xmlns:a16="http://schemas.microsoft.com/office/drawing/2014/main" id="{DF77B519-E891-4382-8E18-46FCB0F8C7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143">
              <a:extLst>
                <a:ext uri="{FF2B5EF4-FFF2-40B4-BE49-F238E27FC236}">
                  <a16:creationId xmlns:a16="http://schemas.microsoft.com/office/drawing/2014/main" id="{D5D17266-EBAA-471D-8E73-01469C4714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144">
              <a:extLst>
                <a:ext uri="{FF2B5EF4-FFF2-40B4-BE49-F238E27FC236}">
                  <a16:creationId xmlns:a16="http://schemas.microsoft.com/office/drawing/2014/main" id="{D44C52C9-4A4D-4A1A-8A29-69726A6A30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145">
              <a:extLst>
                <a:ext uri="{FF2B5EF4-FFF2-40B4-BE49-F238E27FC236}">
                  <a16:creationId xmlns:a16="http://schemas.microsoft.com/office/drawing/2014/main" id="{FA87CB27-8CDF-4677-9DF5-DFB94C7011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146">
              <a:extLst>
                <a:ext uri="{FF2B5EF4-FFF2-40B4-BE49-F238E27FC236}">
                  <a16:creationId xmlns:a16="http://schemas.microsoft.com/office/drawing/2014/main" id="{4AADF530-084D-4ABD-9074-C7575F810C5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159">
              <a:extLst>
                <a:ext uri="{FF2B5EF4-FFF2-40B4-BE49-F238E27FC236}">
                  <a16:creationId xmlns:a16="http://schemas.microsoft.com/office/drawing/2014/main" id="{C322B879-3988-4E94-A06A-2E2974CE59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160">
              <a:extLst>
                <a:ext uri="{FF2B5EF4-FFF2-40B4-BE49-F238E27FC236}">
                  <a16:creationId xmlns:a16="http://schemas.microsoft.com/office/drawing/2014/main" id="{1FB2D558-1E2B-4728-B37A-424934B7AD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161">
              <a:extLst>
                <a:ext uri="{FF2B5EF4-FFF2-40B4-BE49-F238E27FC236}">
                  <a16:creationId xmlns:a16="http://schemas.microsoft.com/office/drawing/2014/main" id="{0A804D08-6835-454A-A817-80AFAFA274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162">
              <a:extLst>
                <a:ext uri="{FF2B5EF4-FFF2-40B4-BE49-F238E27FC236}">
                  <a16:creationId xmlns:a16="http://schemas.microsoft.com/office/drawing/2014/main" id="{088B375A-8C1A-4982-9F8E-9B47B9FDCA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163">
              <a:extLst>
                <a:ext uri="{FF2B5EF4-FFF2-40B4-BE49-F238E27FC236}">
                  <a16:creationId xmlns:a16="http://schemas.microsoft.com/office/drawing/2014/main" id="{7FDDF96D-95E0-4634-92CA-2BD5749E0D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164">
              <a:extLst>
                <a:ext uri="{FF2B5EF4-FFF2-40B4-BE49-F238E27FC236}">
                  <a16:creationId xmlns:a16="http://schemas.microsoft.com/office/drawing/2014/main" id="{FFAB5B60-AC73-4661-9026-4738F218AA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28661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165">
              <a:extLst>
                <a:ext uri="{FF2B5EF4-FFF2-40B4-BE49-F238E27FC236}">
                  <a16:creationId xmlns:a16="http://schemas.microsoft.com/office/drawing/2014/main" id="{55977D1F-AEBB-4C53-9386-D84525085B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28661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167">
              <a:extLst>
                <a:ext uri="{FF2B5EF4-FFF2-40B4-BE49-F238E27FC236}">
                  <a16:creationId xmlns:a16="http://schemas.microsoft.com/office/drawing/2014/main" id="{1DC84208-E766-4580-A861-C3CFC0E372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5" name="Rectangle 168">
              <a:extLst>
                <a:ext uri="{FF2B5EF4-FFF2-40B4-BE49-F238E27FC236}">
                  <a16:creationId xmlns:a16="http://schemas.microsoft.com/office/drawing/2014/main" id="{2325F7E8-2FD3-4BEC-A7B6-AD4FD4B1F5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6" name="Rectangle 169">
              <a:extLst>
                <a:ext uri="{FF2B5EF4-FFF2-40B4-BE49-F238E27FC236}">
                  <a16:creationId xmlns:a16="http://schemas.microsoft.com/office/drawing/2014/main" id="{E25EE725-3FFE-489B-90BB-54AF7106797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7" name="Rectangle 170">
              <a:extLst>
                <a:ext uri="{FF2B5EF4-FFF2-40B4-BE49-F238E27FC236}">
                  <a16:creationId xmlns:a16="http://schemas.microsoft.com/office/drawing/2014/main" id="{5FF69CBE-D1C4-47E2-B021-1A16583B8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8" name="Rectangle 171">
              <a:extLst>
                <a:ext uri="{FF2B5EF4-FFF2-40B4-BE49-F238E27FC236}">
                  <a16:creationId xmlns:a16="http://schemas.microsoft.com/office/drawing/2014/main" id="{2FD7DC93-4697-49F2-9683-A519993F3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9" name="Rectangle 172">
              <a:extLst>
                <a:ext uri="{FF2B5EF4-FFF2-40B4-BE49-F238E27FC236}">
                  <a16:creationId xmlns:a16="http://schemas.microsoft.com/office/drawing/2014/main" id="{F078C2FC-1AFA-4F34-AEB1-722384C0DD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0" name="Rectangle 173">
              <a:extLst>
                <a:ext uri="{FF2B5EF4-FFF2-40B4-BE49-F238E27FC236}">
                  <a16:creationId xmlns:a16="http://schemas.microsoft.com/office/drawing/2014/main" id="{B4CD4DEB-6026-4ACE-9EF8-D5BB38BCD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1" name="Rectangle 186">
              <a:extLst>
                <a:ext uri="{FF2B5EF4-FFF2-40B4-BE49-F238E27FC236}">
                  <a16:creationId xmlns:a16="http://schemas.microsoft.com/office/drawing/2014/main" id="{7BFD734A-1348-4955-827A-416C4FCDC6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2" name="Rectangle 187">
              <a:extLst>
                <a:ext uri="{FF2B5EF4-FFF2-40B4-BE49-F238E27FC236}">
                  <a16:creationId xmlns:a16="http://schemas.microsoft.com/office/drawing/2014/main" id="{639C0A45-AA0E-4799-9B48-D56FD46E7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3" name="Rectangle 188">
              <a:extLst>
                <a:ext uri="{FF2B5EF4-FFF2-40B4-BE49-F238E27FC236}">
                  <a16:creationId xmlns:a16="http://schemas.microsoft.com/office/drawing/2014/main" id="{27B6305A-BDDA-4961-B3ED-4CDE68C9BE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4" name="Rectangle 189">
              <a:extLst>
                <a:ext uri="{FF2B5EF4-FFF2-40B4-BE49-F238E27FC236}">
                  <a16:creationId xmlns:a16="http://schemas.microsoft.com/office/drawing/2014/main" id="{DD6CA54E-582F-4C37-9D3A-BFA3E45D252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5" name="Rectangle 190">
              <a:extLst>
                <a:ext uri="{FF2B5EF4-FFF2-40B4-BE49-F238E27FC236}">
                  <a16:creationId xmlns:a16="http://schemas.microsoft.com/office/drawing/2014/main" id="{14E6965D-E230-4479-A391-3BCD5A2BBB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3745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6" name="Rectangle 191">
              <a:extLst>
                <a:ext uri="{FF2B5EF4-FFF2-40B4-BE49-F238E27FC236}">
                  <a16:creationId xmlns:a16="http://schemas.microsoft.com/office/drawing/2014/main" id="{363FE856-8F60-49E3-9E59-695D571F03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3745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7" name="Rectangle 192">
              <a:extLst>
                <a:ext uri="{FF2B5EF4-FFF2-40B4-BE49-F238E27FC236}">
                  <a16:creationId xmlns:a16="http://schemas.microsoft.com/office/drawing/2014/main" id="{2FB0342C-B7FA-47B4-B1FF-6954791FDF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33745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8" name="Rectangle 194">
              <a:extLst>
                <a:ext uri="{FF2B5EF4-FFF2-40B4-BE49-F238E27FC236}">
                  <a16:creationId xmlns:a16="http://schemas.microsoft.com/office/drawing/2014/main" id="{1122B8B2-F8E5-4A2E-A416-E53AAE197A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59" name="Rectangle 195">
              <a:extLst>
                <a:ext uri="{FF2B5EF4-FFF2-40B4-BE49-F238E27FC236}">
                  <a16:creationId xmlns:a16="http://schemas.microsoft.com/office/drawing/2014/main" id="{4B87FC86-0D1F-4F15-9C22-AA0B2E2E12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3882979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0" name="Rectangle 196">
              <a:extLst>
                <a:ext uri="{FF2B5EF4-FFF2-40B4-BE49-F238E27FC236}">
                  <a16:creationId xmlns:a16="http://schemas.microsoft.com/office/drawing/2014/main" id="{F8DDBB36-03C4-472F-9030-50E6B3212B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1" name="Rectangle 197">
              <a:extLst>
                <a:ext uri="{FF2B5EF4-FFF2-40B4-BE49-F238E27FC236}">
                  <a16:creationId xmlns:a16="http://schemas.microsoft.com/office/drawing/2014/main" id="{E84F816D-E7F7-4FC6-9198-C7A278EDBF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2" name="Rectangle 198">
              <a:extLst>
                <a:ext uri="{FF2B5EF4-FFF2-40B4-BE49-F238E27FC236}">
                  <a16:creationId xmlns:a16="http://schemas.microsoft.com/office/drawing/2014/main" id="{8C5E4DCC-4206-42A4-BE08-8E415FF60F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3" name="Rectangle 199">
              <a:extLst>
                <a:ext uri="{FF2B5EF4-FFF2-40B4-BE49-F238E27FC236}">
                  <a16:creationId xmlns:a16="http://schemas.microsoft.com/office/drawing/2014/main" id="{3EE8B95F-3C8D-4F9E-84E8-BEA481060C2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4" name="Rectangle 200">
              <a:extLst>
                <a:ext uri="{FF2B5EF4-FFF2-40B4-BE49-F238E27FC236}">
                  <a16:creationId xmlns:a16="http://schemas.microsoft.com/office/drawing/2014/main" id="{5E59882C-157C-443F-9111-16EC7661D4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5" name="Rectangle 214">
              <a:extLst>
                <a:ext uri="{FF2B5EF4-FFF2-40B4-BE49-F238E27FC236}">
                  <a16:creationId xmlns:a16="http://schemas.microsoft.com/office/drawing/2014/main" id="{779BE661-91DF-4B4E-8AF9-45D24F4AD6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6" name="Rectangle 215">
              <a:extLst>
                <a:ext uri="{FF2B5EF4-FFF2-40B4-BE49-F238E27FC236}">
                  <a16:creationId xmlns:a16="http://schemas.microsoft.com/office/drawing/2014/main" id="{91810401-B6D2-4EA1-B203-697A043236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7" name="Rectangle 216">
              <a:extLst>
                <a:ext uri="{FF2B5EF4-FFF2-40B4-BE49-F238E27FC236}">
                  <a16:creationId xmlns:a16="http://schemas.microsoft.com/office/drawing/2014/main" id="{CC3BED62-8CA0-4375-AB0A-72617711B0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8" name="Rectangle 217">
              <a:extLst>
                <a:ext uri="{FF2B5EF4-FFF2-40B4-BE49-F238E27FC236}">
                  <a16:creationId xmlns:a16="http://schemas.microsoft.com/office/drawing/2014/main" id="{64B31A64-91AE-4DF4-8D81-94752C7872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3882979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69" name="Rectangle 218">
              <a:extLst>
                <a:ext uri="{FF2B5EF4-FFF2-40B4-BE49-F238E27FC236}">
                  <a16:creationId xmlns:a16="http://schemas.microsoft.com/office/drawing/2014/main" id="{9ECDDCA8-99C7-4E2C-A3DA-6A39A54613B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0" name="Rectangle 219">
              <a:extLst>
                <a:ext uri="{FF2B5EF4-FFF2-40B4-BE49-F238E27FC236}">
                  <a16:creationId xmlns:a16="http://schemas.microsoft.com/office/drawing/2014/main" id="{9E610FA0-F583-4C87-9186-97DA3A3F50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3882979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1" name="Rectangle 220">
              <a:extLst>
                <a:ext uri="{FF2B5EF4-FFF2-40B4-BE49-F238E27FC236}">
                  <a16:creationId xmlns:a16="http://schemas.microsoft.com/office/drawing/2014/main" id="{C0181C2A-AC28-493E-9832-9D57822828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3882979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2" name="Rectangle 222">
              <a:extLst>
                <a:ext uri="{FF2B5EF4-FFF2-40B4-BE49-F238E27FC236}">
                  <a16:creationId xmlns:a16="http://schemas.microsoft.com/office/drawing/2014/main" id="{3A65CCD8-DA6B-47D9-BE08-9831358B7F2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3" name="Rectangle 223">
              <a:extLst>
                <a:ext uri="{FF2B5EF4-FFF2-40B4-BE49-F238E27FC236}">
                  <a16:creationId xmlns:a16="http://schemas.microsoft.com/office/drawing/2014/main" id="{432DF8DB-2535-4604-A56C-4F411A13AB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4" name="Rectangle 224">
              <a:extLst>
                <a:ext uri="{FF2B5EF4-FFF2-40B4-BE49-F238E27FC236}">
                  <a16:creationId xmlns:a16="http://schemas.microsoft.com/office/drawing/2014/main" id="{B585B91F-5190-4F14-B1D1-F49E48A0D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5" name="Rectangle 225">
              <a:extLst>
                <a:ext uri="{FF2B5EF4-FFF2-40B4-BE49-F238E27FC236}">
                  <a16:creationId xmlns:a16="http://schemas.microsoft.com/office/drawing/2014/main" id="{49F28844-8AC8-4173-B5BB-9FF425A50C6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6" name="Rectangle 226">
              <a:extLst>
                <a:ext uri="{FF2B5EF4-FFF2-40B4-BE49-F238E27FC236}">
                  <a16:creationId xmlns:a16="http://schemas.microsoft.com/office/drawing/2014/main" id="{E750B745-BCDB-4D34-BBB4-107F549419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7" name="Rectangle 227">
              <a:extLst>
                <a:ext uri="{FF2B5EF4-FFF2-40B4-BE49-F238E27FC236}">
                  <a16:creationId xmlns:a16="http://schemas.microsoft.com/office/drawing/2014/main" id="{CB843387-A206-4CDB-845C-87952DF4F7C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8" name="Rectangle 228">
              <a:extLst>
                <a:ext uri="{FF2B5EF4-FFF2-40B4-BE49-F238E27FC236}">
                  <a16:creationId xmlns:a16="http://schemas.microsoft.com/office/drawing/2014/main" id="{F7012F48-14EA-4A10-B23B-D2DD376FD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79" name="Rectangle 241">
              <a:extLst>
                <a:ext uri="{FF2B5EF4-FFF2-40B4-BE49-F238E27FC236}">
                  <a16:creationId xmlns:a16="http://schemas.microsoft.com/office/drawing/2014/main" id="{9071865C-5264-4C64-86F2-5F136CDB3D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0" name="Rectangle 242">
              <a:extLst>
                <a:ext uri="{FF2B5EF4-FFF2-40B4-BE49-F238E27FC236}">
                  <a16:creationId xmlns:a16="http://schemas.microsoft.com/office/drawing/2014/main" id="{5FC89895-3E12-4B31-8AC4-F2C571271B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1" name="Rectangle 243">
              <a:extLst>
                <a:ext uri="{FF2B5EF4-FFF2-40B4-BE49-F238E27FC236}">
                  <a16:creationId xmlns:a16="http://schemas.microsoft.com/office/drawing/2014/main" id="{822714A3-365A-4F69-84FD-C7A6C113C1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2" name="Rectangle 244">
              <a:extLst>
                <a:ext uri="{FF2B5EF4-FFF2-40B4-BE49-F238E27FC236}">
                  <a16:creationId xmlns:a16="http://schemas.microsoft.com/office/drawing/2014/main" id="{E831580F-B4FA-4FC0-94FF-AD9DB2B2F9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3" name="Rectangle 245">
              <a:extLst>
                <a:ext uri="{FF2B5EF4-FFF2-40B4-BE49-F238E27FC236}">
                  <a16:creationId xmlns:a16="http://schemas.microsoft.com/office/drawing/2014/main" id="{6FC45DDA-F270-4338-BB79-E4F603065B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4" name="Rectangle 246">
              <a:extLst>
                <a:ext uri="{FF2B5EF4-FFF2-40B4-BE49-F238E27FC236}">
                  <a16:creationId xmlns:a16="http://schemas.microsoft.com/office/drawing/2014/main" id="{DF6A400A-8A10-49DE-A315-385C4794A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391371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5" name="Rectangle 247">
              <a:extLst>
                <a:ext uri="{FF2B5EF4-FFF2-40B4-BE49-F238E27FC236}">
                  <a16:creationId xmlns:a16="http://schemas.microsoft.com/office/drawing/2014/main" id="{2EA6C4C3-FE6D-4C45-9F6E-327D1D5637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391371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6" name="Rectangle 249">
              <a:extLst>
                <a:ext uri="{FF2B5EF4-FFF2-40B4-BE49-F238E27FC236}">
                  <a16:creationId xmlns:a16="http://schemas.microsoft.com/office/drawing/2014/main" id="{9164A3A4-A0CB-4566-AFBE-563D91A10F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7" name="Rectangle 250">
              <a:extLst>
                <a:ext uri="{FF2B5EF4-FFF2-40B4-BE49-F238E27FC236}">
                  <a16:creationId xmlns:a16="http://schemas.microsoft.com/office/drawing/2014/main" id="{FC689E73-96C3-4DFF-ABAC-A63C4BB15C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8" name="Rectangle 251">
              <a:extLst>
                <a:ext uri="{FF2B5EF4-FFF2-40B4-BE49-F238E27FC236}">
                  <a16:creationId xmlns:a16="http://schemas.microsoft.com/office/drawing/2014/main" id="{49DC827D-FB7B-4DC2-A762-F5F17F148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89" name="Rectangle 252">
              <a:extLst>
                <a:ext uri="{FF2B5EF4-FFF2-40B4-BE49-F238E27FC236}">
                  <a16:creationId xmlns:a16="http://schemas.microsoft.com/office/drawing/2014/main" id="{C228A320-DB20-438B-A918-A580ACBFC8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0" name="Rectangle 253">
              <a:extLst>
                <a:ext uri="{FF2B5EF4-FFF2-40B4-BE49-F238E27FC236}">
                  <a16:creationId xmlns:a16="http://schemas.microsoft.com/office/drawing/2014/main" id="{9897219B-EBD5-4581-8A2F-89939367A6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1" name="Rectangle 254">
              <a:extLst>
                <a:ext uri="{FF2B5EF4-FFF2-40B4-BE49-F238E27FC236}">
                  <a16:creationId xmlns:a16="http://schemas.microsoft.com/office/drawing/2014/main" id="{B8DDB46C-98EC-4AA3-8DC6-3C19376297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2" name="Rectangle 255">
              <a:extLst>
                <a:ext uri="{FF2B5EF4-FFF2-40B4-BE49-F238E27FC236}">
                  <a16:creationId xmlns:a16="http://schemas.microsoft.com/office/drawing/2014/main" id="{808B3D4B-87CC-405D-9F91-FF03DD240C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3" name="Rectangle 268">
              <a:extLst>
                <a:ext uri="{FF2B5EF4-FFF2-40B4-BE49-F238E27FC236}">
                  <a16:creationId xmlns:a16="http://schemas.microsoft.com/office/drawing/2014/main" id="{368C3B92-A8BF-48DA-A49B-DEEB8B156B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4" name="Rectangle 269">
              <a:extLst>
                <a:ext uri="{FF2B5EF4-FFF2-40B4-BE49-F238E27FC236}">
                  <a16:creationId xmlns:a16="http://schemas.microsoft.com/office/drawing/2014/main" id="{C6AE408F-F0A6-4B28-9BE9-0FACFB243E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5" name="Rectangle 270">
              <a:extLst>
                <a:ext uri="{FF2B5EF4-FFF2-40B4-BE49-F238E27FC236}">
                  <a16:creationId xmlns:a16="http://schemas.microsoft.com/office/drawing/2014/main" id="{78937A9C-A111-49DA-A588-1C93AD60FC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4898595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6" name="Rectangle 271">
              <a:extLst>
                <a:ext uri="{FF2B5EF4-FFF2-40B4-BE49-F238E27FC236}">
                  <a16:creationId xmlns:a16="http://schemas.microsoft.com/office/drawing/2014/main" id="{89501F7C-3060-4F40-952B-8BEDDCE50C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4898595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7" name="Rectangle 272">
              <a:extLst>
                <a:ext uri="{FF2B5EF4-FFF2-40B4-BE49-F238E27FC236}">
                  <a16:creationId xmlns:a16="http://schemas.microsoft.com/office/drawing/2014/main" id="{C12674AC-F8DE-4BF0-B819-9E2A2AF2FE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4898595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8" name="Rectangle 273">
              <a:extLst>
                <a:ext uri="{FF2B5EF4-FFF2-40B4-BE49-F238E27FC236}">
                  <a16:creationId xmlns:a16="http://schemas.microsoft.com/office/drawing/2014/main" id="{B7785334-7690-4CF7-9269-7772426EDD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4898595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99" name="Rectangle 274">
              <a:extLst>
                <a:ext uri="{FF2B5EF4-FFF2-40B4-BE49-F238E27FC236}">
                  <a16:creationId xmlns:a16="http://schemas.microsoft.com/office/drawing/2014/main" id="{1D74AEA1-716D-444E-9FA0-111672E596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4898595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0" name="Rectangle 276">
              <a:extLst>
                <a:ext uri="{FF2B5EF4-FFF2-40B4-BE49-F238E27FC236}">
                  <a16:creationId xmlns:a16="http://schemas.microsoft.com/office/drawing/2014/main" id="{3438C147-B1A7-4B1E-AE39-DA7715FBB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1" name="Rectangle 277">
              <a:extLst>
                <a:ext uri="{FF2B5EF4-FFF2-40B4-BE49-F238E27FC236}">
                  <a16:creationId xmlns:a16="http://schemas.microsoft.com/office/drawing/2014/main" id="{84AA6B27-1DF9-4C1A-8EB8-285EAD7752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2" name="Rectangle 278">
              <a:extLst>
                <a:ext uri="{FF2B5EF4-FFF2-40B4-BE49-F238E27FC236}">
                  <a16:creationId xmlns:a16="http://schemas.microsoft.com/office/drawing/2014/main" id="{EC4CD7F9-CEBB-45D2-BC0F-696E95FC1ED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3" name="Rectangle 279">
              <a:extLst>
                <a:ext uri="{FF2B5EF4-FFF2-40B4-BE49-F238E27FC236}">
                  <a16:creationId xmlns:a16="http://schemas.microsoft.com/office/drawing/2014/main" id="{25CE44E3-3ADD-478D-A105-8FBE0876C3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4" name="Rectangle 280">
              <a:extLst>
                <a:ext uri="{FF2B5EF4-FFF2-40B4-BE49-F238E27FC236}">
                  <a16:creationId xmlns:a16="http://schemas.microsoft.com/office/drawing/2014/main" id="{A8F0BFFE-3D79-4101-821A-4AF5607ECB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5" name="Rectangle 281">
              <a:extLst>
                <a:ext uri="{FF2B5EF4-FFF2-40B4-BE49-F238E27FC236}">
                  <a16:creationId xmlns:a16="http://schemas.microsoft.com/office/drawing/2014/main" id="{84D419AF-8225-41B8-86F5-75B9A63B28C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6" name="Rectangle 282">
              <a:extLst>
                <a:ext uri="{FF2B5EF4-FFF2-40B4-BE49-F238E27FC236}">
                  <a16:creationId xmlns:a16="http://schemas.microsoft.com/office/drawing/2014/main" id="{4E58BD16-2A71-4755-BC85-16C8F37392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7" name="Rectangle 283">
              <a:extLst>
                <a:ext uri="{FF2B5EF4-FFF2-40B4-BE49-F238E27FC236}">
                  <a16:creationId xmlns:a16="http://schemas.microsoft.com/office/drawing/2014/main" id="{F56B1EBF-9ACC-4EEA-9794-00E325DCA5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8" name="Rectangle 284">
              <a:extLst>
                <a:ext uri="{FF2B5EF4-FFF2-40B4-BE49-F238E27FC236}">
                  <a16:creationId xmlns:a16="http://schemas.microsoft.com/office/drawing/2014/main" id="{CCFE505E-DEE7-4620-81F5-36AFA872F4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09" name="Rectangle 285">
              <a:extLst>
                <a:ext uri="{FF2B5EF4-FFF2-40B4-BE49-F238E27FC236}">
                  <a16:creationId xmlns:a16="http://schemas.microsoft.com/office/drawing/2014/main" id="{30C4E4C1-9D8B-44EC-8D99-2E618636E26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0" name="Rectangle 286">
              <a:extLst>
                <a:ext uri="{FF2B5EF4-FFF2-40B4-BE49-F238E27FC236}">
                  <a16:creationId xmlns:a16="http://schemas.microsoft.com/office/drawing/2014/main" id="{775CBB56-B210-43F2-87E2-DE5A0CA40D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1" name="Rectangle 287">
              <a:extLst>
                <a:ext uri="{FF2B5EF4-FFF2-40B4-BE49-F238E27FC236}">
                  <a16:creationId xmlns:a16="http://schemas.microsoft.com/office/drawing/2014/main" id="{6667B41B-9A3E-4667-A1C7-B7369F0101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2" name="Rectangle 288">
              <a:extLst>
                <a:ext uri="{FF2B5EF4-FFF2-40B4-BE49-F238E27FC236}">
                  <a16:creationId xmlns:a16="http://schemas.microsoft.com/office/drawing/2014/main" id="{796F6F02-6043-46B6-ACB2-F0D85A8658E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3" name="Rectangle 289">
              <a:extLst>
                <a:ext uri="{FF2B5EF4-FFF2-40B4-BE49-F238E27FC236}">
                  <a16:creationId xmlns:a16="http://schemas.microsoft.com/office/drawing/2014/main" id="{929725D4-ED31-40E2-8AB3-47D0FD5DE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4" name="Rectangle 290">
              <a:extLst>
                <a:ext uri="{FF2B5EF4-FFF2-40B4-BE49-F238E27FC236}">
                  <a16:creationId xmlns:a16="http://schemas.microsoft.com/office/drawing/2014/main" id="{6E0AE0BD-ECE4-468E-A5C9-0DE456154D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5" name="Rectangle 291">
              <a:extLst>
                <a:ext uri="{FF2B5EF4-FFF2-40B4-BE49-F238E27FC236}">
                  <a16:creationId xmlns:a16="http://schemas.microsoft.com/office/drawing/2014/main" id="{4400955C-33E1-4C75-9F63-728D8665A9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6" name="Rectangle 292">
              <a:extLst>
                <a:ext uri="{FF2B5EF4-FFF2-40B4-BE49-F238E27FC236}">
                  <a16:creationId xmlns:a16="http://schemas.microsoft.com/office/drawing/2014/main" id="{D961C0B6-3B1B-4839-857B-114099F3F19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7" name="Rectangle 293">
              <a:extLst>
                <a:ext uri="{FF2B5EF4-FFF2-40B4-BE49-F238E27FC236}">
                  <a16:creationId xmlns:a16="http://schemas.microsoft.com/office/drawing/2014/main" id="{DF5F8018-F3F9-4B6A-961C-FDE42B1ACF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8" name="Rectangle 294">
              <a:extLst>
                <a:ext uri="{FF2B5EF4-FFF2-40B4-BE49-F238E27FC236}">
                  <a16:creationId xmlns:a16="http://schemas.microsoft.com/office/drawing/2014/main" id="{F9B0F8D9-7724-4ACF-BA7F-110AA4FF0C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19" name="Rectangle 295">
              <a:extLst>
                <a:ext uri="{FF2B5EF4-FFF2-40B4-BE49-F238E27FC236}">
                  <a16:creationId xmlns:a16="http://schemas.microsoft.com/office/drawing/2014/main" id="{1D3659AF-0565-450F-85E1-3D9707E72F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0" name="Rectangle 296">
              <a:extLst>
                <a:ext uri="{FF2B5EF4-FFF2-40B4-BE49-F238E27FC236}">
                  <a16:creationId xmlns:a16="http://schemas.microsoft.com/office/drawing/2014/main" id="{5FE90139-0B55-4644-A3B5-120193B9A5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1" name="Rectangle 297">
              <a:extLst>
                <a:ext uri="{FF2B5EF4-FFF2-40B4-BE49-F238E27FC236}">
                  <a16:creationId xmlns:a16="http://schemas.microsoft.com/office/drawing/2014/main" id="{5C52DEE4-F75A-448E-AC22-D4A8424D60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406987"/>
              <a:ext cx="10882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2" name="Rectangle 298">
              <a:extLst>
                <a:ext uri="{FF2B5EF4-FFF2-40B4-BE49-F238E27FC236}">
                  <a16:creationId xmlns:a16="http://schemas.microsoft.com/office/drawing/2014/main" id="{0FAA6019-458E-49C0-82BF-4DA9376EF5E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3" name="Rectangle 299">
              <a:extLst>
                <a:ext uri="{FF2B5EF4-FFF2-40B4-BE49-F238E27FC236}">
                  <a16:creationId xmlns:a16="http://schemas.microsoft.com/office/drawing/2014/main" id="{A10BEF18-4D65-4ECD-AD29-9B429488E5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406987"/>
              <a:ext cx="10882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4" name="Rectangle 300">
              <a:extLst>
                <a:ext uri="{FF2B5EF4-FFF2-40B4-BE49-F238E27FC236}">
                  <a16:creationId xmlns:a16="http://schemas.microsoft.com/office/drawing/2014/main" id="{B5150899-574E-4361-8BD8-908931E2F9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406987"/>
              <a:ext cx="10999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5" name="Rectangle 301">
              <a:extLst>
                <a:ext uri="{FF2B5EF4-FFF2-40B4-BE49-F238E27FC236}">
                  <a16:creationId xmlns:a16="http://schemas.microsoft.com/office/drawing/2014/main" id="{BEA711FE-B1AF-4B37-81CB-C560FA27C37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406987"/>
              <a:ext cx="108822" cy="109990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6" name="Rectangle 303">
              <a:extLst>
                <a:ext uri="{FF2B5EF4-FFF2-40B4-BE49-F238E27FC236}">
                  <a16:creationId xmlns:a16="http://schemas.microsoft.com/office/drawing/2014/main" id="{80E4ED87-41E6-49B3-91BA-686B2B81BE5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7" name="Rectangle 304">
              <a:extLst>
                <a:ext uri="{FF2B5EF4-FFF2-40B4-BE49-F238E27FC236}">
                  <a16:creationId xmlns:a16="http://schemas.microsoft.com/office/drawing/2014/main" id="{4E9BE40A-EE42-4123-8BA0-FF7F0385F34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8" name="Rectangle 305">
              <a:extLst>
                <a:ext uri="{FF2B5EF4-FFF2-40B4-BE49-F238E27FC236}">
                  <a16:creationId xmlns:a16="http://schemas.microsoft.com/office/drawing/2014/main" id="{B611F1C1-8FC2-46A0-9BD2-C302F7B52C7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29" name="Rectangle 306">
              <a:extLst>
                <a:ext uri="{FF2B5EF4-FFF2-40B4-BE49-F238E27FC236}">
                  <a16:creationId xmlns:a16="http://schemas.microsoft.com/office/drawing/2014/main" id="{930B6D85-2884-41AB-BDBA-4E324F36B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0" name="Rectangle 307">
              <a:extLst>
                <a:ext uri="{FF2B5EF4-FFF2-40B4-BE49-F238E27FC236}">
                  <a16:creationId xmlns:a16="http://schemas.microsoft.com/office/drawing/2014/main" id="{7F9C1F3D-FD52-424C-9FF6-C48477A498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1" name="Rectangle 308">
              <a:extLst>
                <a:ext uri="{FF2B5EF4-FFF2-40B4-BE49-F238E27FC236}">
                  <a16:creationId xmlns:a16="http://schemas.microsoft.com/office/drawing/2014/main" id="{E7486E9D-3A69-4A97-AA5C-AF76EF8F51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2" name="Rectangle 309">
              <a:extLst>
                <a:ext uri="{FF2B5EF4-FFF2-40B4-BE49-F238E27FC236}">
                  <a16:creationId xmlns:a16="http://schemas.microsoft.com/office/drawing/2014/main" id="{0AA7E796-96DA-498C-93D9-136DDFB2FC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3" name="Rectangle 310">
              <a:extLst>
                <a:ext uri="{FF2B5EF4-FFF2-40B4-BE49-F238E27FC236}">
                  <a16:creationId xmlns:a16="http://schemas.microsoft.com/office/drawing/2014/main" id="{A66B0CB8-31EE-439B-AC73-841AF9BC5F3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4" name="Rectangle 311">
              <a:extLst>
                <a:ext uri="{FF2B5EF4-FFF2-40B4-BE49-F238E27FC236}">
                  <a16:creationId xmlns:a16="http://schemas.microsoft.com/office/drawing/2014/main" id="{3369CA06-5E6E-4F9E-A1F5-CDE829557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5" name="Rectangle 312">
              <a:extLst>
                <a:ext uri="{FF2B5EF4-FFF2-40B4-BE49-F238E27FC236}">
                  <a16:creationId xmlns:a16="http://schemas.microsoft.com/office/drawing/2014/main" id="{E99CE921-0DE8-4AB7-AC5C-1424E0C194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6" name="Rectangle 313">
              <a:extLst>
                <a:ext uri="{FF2B5EF4-FFF2-40B4-BE49-F238E27FC236}">
                  <a16:creationId xmlns:a16="http://schemas.microsoft.com/office/drawing/2014/main" id="{44B0D7FC-1229-4D80-AFFC-1892AC41BC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7" name="Rectangle 314">
              <a:extLst>
                <a:ext uri="{FF2B5EF4-FFF2-40B4-BE49-F238E27FC236}">
                  <a16:creationId xmlns:a16="http://schemas.microsoft.com/office/drawing/2014/main" id="{9CC127BC-9564-47FC-B62B-448598DBAB5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8" name="Rectangle 315">
              <a:extLst>
                <a:ext uri="{FF2B5EF4-FFF2-40B4-BE49-F238E27FC236}">
                  <a16:creationId xmlns:a16="http://schemas.microsoft.com/office/drawing/2014/main" id="{B9AB1F98-2ED9-4FA8-B563-43ABB5173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39" name="Rectangle 316">
              <a:extLst>
                <a:ext uri="{FF2B5EF4-FFF2-40B4-BE49-F238E27FC236}">
                  <a16:creationId xmlns:a16="http://schemas.microsoft.com/office/drawing/2014/main" id="{A6DA074F-063A-4813-AE3D-039A5CEC3F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0" name="Rectangle 317">
              <a:extLst>
                <a:ext uri="{FF2B5EF4-FFF2-40B4-BE49-F238E27FC236}">
                  <a16:creationId xmlns:a16="http://schemas.microsoft.com/office/drawing/2014/main" id="{E2D48949-643D-4CD5-94F2-5B81BCC4A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1" name="Rectangle 318">
              <a:extLst>
                <a:ext uri="{FF2B5EF4-FFF2-40B4-BE49-F238E27FC236}">
                  <a16:creationId xmlns:a16="http://schemas.microsoft.com/office/drawing/2014/main" id="{00728DC9-776B-49FA-ABFC-CE0772CDA2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2" name="Rectangle 319">
              <a:extLst>
                <a:ext uri="{FF2B5EF4-FFF2-40B4-BE49-F238E27FC236}">
                  <a16:creationId xmlns:a16="http://schemas.microsoft.com/office/drawing/2014/main" id="{F940E1FC-5AC7-4790-9F31-160A6050711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3" name="Rectangle 320">
              <a:extLst>
                <a:ext uri="{FF2B5EF4-FFF2-40B4-BE49-F238E27FC236}">
                  <a16:creationId xmlns:a16="http://schemas.microsoft.com/office/drawing/2014/main" id="{9A9BC016-C68C-4EA0-9BAE-277C05D16E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4" name="Rectangle 321">
              <a:extLst>
                <a:ext uri="{FF2B5EF4-FFF2-40B4-BE49-F238E27FC236}">
                  <a16:creationId xmlns:a16="http://schemas.microsoft.com/office/drawing/2014/main" id="{85D72911-CD6D-4223-B9B7-AF8B7667D66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5" name="Rectangle 322">
              <a:extLst>
                <a:ext uri="{FF2B5EF4-FFF2-40B4-BE49-F238E27FC236}">
                  <a16:creationId xmlns:a16="http://schemas.microsoft.com/office/drawing/2014/main" id="{44F55F88-B6F7-42F9-A7A0-92FA356162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6" name="Rectangle 323">
              <a:extLst>
                <a:ext uri="{FF2B5EF4-FFF2-40B4-BE49-F238E27FC236}">
                  <a16:creationId xmlns:a16="http://schemas.microsoft.com/office/drawing/2014/main" id="{1FAEF597-1324-4785-A2F5-812B9B7E3CC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5915379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7" name="Rectangle 324">
              <a:extLst>
                <a:ext uri="{FF2B5EF4-FFF2-40B4-BE49-F238E27FC236}">
                  <a16:creationId xmlns:a16="http://schemas.microsoft.com/office/drawing/2014/main" id="{547E500B-89FF-4790-A774-7467AA539E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8" name="Rectangle 325">
              <a:extLst>
                <a:ext uri="{FF2B5EF4-FFF2-40B4-BE49-F238E27FC236}">
                  <a16:creationId xmlns:a16="http://schemas.microsoft.com/office/drawing/2014/main" id="{BDE832F9-2CD6-4DA9-8C6D-29D6EF4A68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49" name="Rectangle 326">
              <a:extLst>
                <a:ext uri="{FF2B5EF4-FFF2-40B4-BE49-F238E27FC236}">
                  <a16:creationId xmlns:a16="http://schemas.microsoft.com/office/drawing/2014/main" id="{8F14BE8F-17A2-48D9-99B9-13D9B36CFF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5915379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0" name="Rectangle 327">
              <a:extLst>
                <a:ext uri="{FF2B5EF4-FFF2-40B4-BE49-F238E27FC236}">
                  <a16:creationId xmlns:a16="http://schemas.microsoft.com/office/drawing/2014/main" id="{2CA28AB2-A869-47B1-9798-9E8733980A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5915379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1" name="Rectangle 328">
              <a:extLst>
                <a:ext uri="{FF2B5EF4-FFF2-40B4-BE49-F238E27FC236}">
                  <a16:creationId xmlns:a16="http://schemas.microsoft.com/office/drawing/2014/main" id="{FA45DCC4-369F-4348-B31A-DDD34207D9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5915379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2" name="Rectangle 303">
              <a:extLst>
                <a:ext uri="{FF2B5EF4-FFF2-40B4-BE49-F238E27FC236}">
                  <a16:creationId xmlns:a16="http://schemas.microsoft.com/office/drawing/2014/main" id="{5246F475-6CE9-44EF-B241-5C98A3993F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3" name="Rectangle 304">
              <a:extLst>
                <a:ext uri="{FF2B5EF4-FFF2-40B4-BE49-F238E27FC236}">
                  <a16:creationId xmlns:a16="http://schemas.microsoft.com/office/drawing/2014/main" id="{0212C143-6DDE-4AC2-94C2-CCD6202BFFB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4" name="Rectangle 305">
              <a:extLst>
                <a:ext uri="{FF2B5EF4-FFF2-40B4-BE49-F238E27FC236}">
                  <a16:creationId xmlns:a16="http://schemas.microsoft.com/office/drawing/2014/main" id="{DC9D434B-9E3A-4EBA-8C92-28B96B398B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5" name="Rectangle 306">
              <a:extLst>
                <a:ext uri="{FF2B5EF4-FFF2-40B4-BE49-F238E27FC236}">
                  <a16:creationId xmlns:a16="http://schemas.microsoft.com/office/drawing/2014/main" id="{C336F0B6-E934-4035-96C1-1890FAB7FC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6" name="Rectangle 307">
              <a:extLst>
                <a:ext uri="{FF2B5EF4-FFF2-40B4-BE49-F238E27FC236}">
                  <a16:creationId xmlns:a16="http://schemas.microsoft.com/office/drawing/2014/main" id="{449858E0-3129-497A-A76F-A7B8CCC41D2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7" name="Rectangle 308">
              <a:extLst>
                <a:ext uri="{FF2B5EF4-FFF2-40B4-BE49-F238E27FC236}">
                  <a16:creationId xmlns:a16="http://schemas.microsoft.com/office/drawing/2014/main" id="{5E5A0525-E0F7-473B-BF1D-921297C341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8" name="Rectangle 309">
              <a:extLst>
                <a:ext uri="{FF2B5EF4-FFF2-40B4-BE49-F238E27FC236}">
                  <a16:creationId xmlns:a16="http://schemas.microsoft.com/office/drawing/2014/main" id="{40BA3401-B130-4070-8812-6D1E64DFCA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8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59" name="Rectangle 310">
              <a:extLst>
                <a:ext uri="{FF2B5EF4-FFF2-40B4-BE49-F238E27FC236}">
                  <a16:creationId xmlns:a16="http://schemas.microsoft.com/office/drawing/2014/main" id="{43428A0F-0399-49CB-B65B-308D799020F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0" name="Rectangle 311">
              <a:extLst>
                <a:ext uri="{FF2B5EF4-FFF2-40B4-BE49-F238E27FC236}">
                  <a16:creationId xmlns:a16="http://schemas.microsoft.com/office/drawing/2014/main" id="{03BCC0FA-5699-431F-8C8A-B7CFDACB8F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1" name="Rectangle 312">
              <a:extLst>
                <a:ext uri="{FF2B5EF4-FFF2-40B4-BE49-F238E27FC236}">
                  <a16:creationId xmlns:a16="http://schemas.microsoft.com/office/drawing/2014/main" id="{556516AA-1DCD-4F78-A473-1DD49BC9A9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7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2" name="Rectangle 313">
              <a:extLst>
                <a:ext uri="{FF2B5EF4-FFF2-40B4-BE49-F238E27FC236}">
                  <a16:creationId xmlns:a16="http://schemas.microsoft.com/office/drawing/2014/main" id="{CA00595A-8F2B-4D73-846B-3B7A9C584F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9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3" name="Rectangle 314">
              <a:extLst>
                <a:ext uri="{FF2B5EF4-FFF2-40B4-BE49-F238E27FC236}">
                  <a16:creationId xmlns:a16="http://schemas.microsoft.com/office/drawing/2014/main" id="{76207ABA-2173-41C4-88F3-C94E5346CD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4" name="Rectangle 315">
              <a:extLst>
                <a:ext uri="{FF2B5EF4-FFF2-40B4-BE49-F238E27FC236}">
                  <a16:creationId xmlns:a16="http://schemas.microsoft.com/office/drawing/2014/main" id="{22D2EBC9-8BFC-4568-9B2E-7764242486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5" name="Rectangle 316">
              <a:extLst>
                <a:ext uri="{FF2B5EF4-FFF2-40B4-BE49-F238E27FC236}">
                  <a16:creationId xmlns:a16="http://schemas.microsoft.com/office/drawing/2014/main" id="{BCF3A8ED-BBBB-4991-AF9D-6BECE831C11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8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6" name="Rectangle 317">
              <a:extLst>
                <a:ext uri="{FF2B5EF4-FFF2-40B4-BE49-F238E27FC236}">
                  <a16:creationId xmlns:a16="http://schemas.microsoft.com/office/drawing/2014/main" id="{2C735C09-F863-40CC-B903-4E8394118D0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1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7" name="Rectangle 318">
              <a:extLst>
                <a:ext uri="{FF2B5EF4-FFF2-40B4-BE49-F238E27FC236}">
                  <a16:creationId xmlns:a16="http://schemas.microsoft.com/office/drawing/2014/main" id="{5B9A0F98-970C-4A0E-A6C7-B55BCE0CEDB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8" name="Rectangle 319">
              <a:extLst>
                <a:ext uri="{FF2B5EF4-FFF2-40B4-BE49-F238E27FC236}">
                  <a16:creationId xmlns:a16="http://schemas.microsoft.com/office/drawing/2014/main" id="{19BA8D7A-9A73-4E82-8C3D-2920BAD2FB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69" name="Rectangle 320">
              <a:extLst>
                <a:ext uri="{FF2B5EF4-FFF2-40B4-BE49-F238E27FC236}">
                  <a16:creationId xmlns:a16="http://schemas.microsoft.com/office/drawing/2014/main" id="{15718E9B-0168-4026-9DA9-25FB77F487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10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0" name="Rectangle 321">
              <a:extLst>
                <a:ext uri="{FF2B5EF4-FFF2-40B4-BE49-F238E27FC236}">
                  <a16:creationId xmlns:a16="http://schemas.microsoft.com/office/drawing/2014/main" id="{66E782F6-03F2-4976-9939-4FFC8A6D9B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3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1" name="Rectangle 322">
              <a:extLst>
                <a:ext uri="{FF2B5EF4-FFF2-40B4-BE49-F238E27FC236}">
                  <a16:creationId xmlns:a16="http://schemas.microsoft.com/office/drawing/2014/main" id="{0EFF48D8-9A72-4410-B099-6490C04794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2" name="Rectangle 323">
              <a:extLst>
                <a:ext uri="{FF2B5EF4-FFF2-40B4-BE49-F238E27FC236}">
                  <a16:creationId xmlns:a16="http://schemas.microsoft.com/office/drawing/2014/main" id="{8C821438-F658-42B0-81BE-28EF12CD7F6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22607"/>
              <a:ext cx="109992" cy="108822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3" name="Rectangle 324">
              <a:extLst>
                <a:ext uri="{FF2B5EF4-FFF2-40B4-BE49-F238E27FC236}">
                  <a16:creationId xmlns:a16="http://schemas.microsoft.com/office/drawing/2014/main" id="{280043D3-9357-4611-AA94-C9B58CB0E68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2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4" name="Rectangle 325">
              <a:extLst>
                <a:ext uri="{FF2B5EF4-FFF2-40B4-BE49-F238E27FC236}">
                  <a16:creationId xmlns:a16="http://schemas.microsoft.com/office/drawing/2014/main" id="{D7287905-0D7C-4A58-ABD6-A6554D1765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4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5" name="Rectangle 326">
              <a:extLst>
                <a:ext uri="{FF2B5EF4-FFF2-40B4-BE49-F238E27FC236}">
                  <a16:creationId xmlns:a16="http://schemas.microsoft.com/office/drawing/2014/main" id="{1D0E79F1-1AC9-47BF-B7F0-F709B8B444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22607"/>
              <a:ext cx="108822" cy="108822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6" name="Rectangle 327">
              <a:extLst>
                <a:ext uri="{FF2B5EF4-FFF2-40B4-BE49-F238E27FC236}">
                  <a16:creationId xmlns:a16="http://schemas.microsoft.com/office/drawing/2014/main" id="{83AB9594-60A2-4730-A801-A458EEE55E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22607"/>
              <a:ext cx="10999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777" name="Rectangle 328">
              <a:extLst>
                <a:ext uri="{FF2B5EF4-FFF2-40B4-BE49-F238E27FC236}">
                  <a16:creationId xmlns:a16="http://schemas.microsoft.com/office/drawing/2014/main" id="{62B13014-86D5-44D0-A96C-D2A34A6B60D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3" y="6422607"/>
              <a:ext cx="108822" cy="108822"/>
            </a:xfrm>
            <a:prstGeom prst="rect">
              <a:avLst/>
            </a:prstGeom>
            <a:grpFill/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530893" y="2165593"/>
            <a:ext cx="5086633" cy="1943114"/>
          </a:xfrm>
        </p:spPr>
        <p:txBody>
          <a:bodyPr anchor="ctr">
            <a:noAutofit/>
          </a:bodyPr>
          <a:lstStyle>
            <a:lvl1pPr algn="ctr">
              <a:lnSpc>
                <a:spcPct val="90000"/>
              </a:lnSpc>
              <a:defRPr lang="en-US" sz="6000" b="1" kern="1200" smtClean="0">
                <a:solidFill>
                  <a:schemeClr val="bg1"/>
                </a:solidFill>
                <a:latin typeface="+mn-lt"/>
                <a:ea typeface="Segoe UI Black" panose="020B0A02040204020203" pitchFamily="34" charset="0"/>
                <a:cs typeface="+mj-cs"/>
              </a:defRPr>
            </a:lvl1pPr>
          </a:lstStyle>
          <a:p>
            <a:r>
              <a:rPr lang="en-US" dirty="0"/>
              <a:t>Click to edit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30893" y="4593057"/>
            <a:ext cx="5086633" cy="531269"/>
          </a:xfrm>
        </p:spPr>
        <p:txBody>
          <a:bodyPr>
            <a:normAutofit/>
          </a:bodyPr>
          <a:lstStyle>
            <a:lvl1pPr marL="0" indent="0" algn="ctr"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4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8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7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8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62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574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78D6DB-6798-42D2-B9AD-FC6F1C72FC30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cxnSp>
        <p:nvCxnSpPr>
          <p:cNvPr id="263" name="Straight Connector 262">
            <a:extLst>
              <a:ext uri="{FF2B5EF4-FFF2-40B4-BE49-F238E27FC236}">
                <a16:creationId xmlns:a16="http://schemas.microsoft.com/office/drawing/2014/main" id="{2F3DD772-972B-4AAC-A0E6-89474032E07C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1938989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Straight Connector 266">
            <a:extLst>
              <a:ext uri="{FF2B5EF4-FFF2-40B4-BE49-F238E27FC236}">
                <a16:creationId xmlns:a16="http://schemas.microsoft.com/office/drawing/2014/main" id="{4DEFF758-3B08-4F1C-869F-4C6B6755CFC3}"/>
              </a:ext>
            </a:extLst>
          </p:cNvPr>
          <p:cNvCxnSpPr>
            <a:cxnSpLocks/>
          </p:cNvCxnSpPr>
          <p:nvPr userDrawn="1"/>
        </p:nvCxnSpPr>
        <p:spPr>
          <a:xfrm flipV="1">
            <a:off x="3530895" y="4382337"/>
            <a:ext cx="5086632" cy="13976"/>
          </a:xfrm>
          <a:prstGeom prst="line">
            <a:avLst/>
          </a:prstGeom>
          <a:ln w="254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4154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F84C837-9DCF-4D09-8477-144AEA6C872E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C87704B4-D820-4D37-AD30-8A5EB8A7D887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1" name="Rectangle 5">
                <a:extLst>
                  <a:ext uri="{FF2B5EF4-FFF2-40B4-BE49-F238E27FC236}">
                    <a16:creationId xmlns:a16="http://schemas.microsoft.com/office/drawing/2014/main" id="{A5DE7724-0266-4B26-B3E0-F4A53755EF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6">
                <a:extLst>
                  <a:ext uri="{FF2B5EF4-FFF2-40B4-BE49-F238E27FC236}">
                    <a16:creationId xmlns:a16="http://schemas.microsoft.com/office/drawing/2014/main" id="{92B81F68-69F1-412A-BA88-7CA31ABBD4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7">
                <a:extLst>
                  <a:ext uri="{FF2B5EF4-FFF2-40B4-BE49-F238E27FC236}">
                    <a16:creationId xmlns:a16="http://schemas.microsoft.com/office/drawing/2014/main" id="{0DDE4945-C355-486A-AC39-DC1CBDD53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8">
                <a:extLst>
                  <a:ext uri="{FF2B5EF4-FFF2-40B4-BE49-F238E27FC236}">
                    <a16:creationId xmlns:a16="http://schemas.microsoft.com/office/drawing/2014/main" id="{17174557-3DA8-460E-9EA2-59F750420C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9">
                <a:extLst>
                  <a:ext uri="{FF2B5EF4-FFF2-40B4-BE49-F238E27FC236}">
                    <a16:creationId xmlns:a16="http://schemas.microsoft.com/office/drawing/2014/main" id="{911127AB-1DEB-4137-A7FC-F7DE99395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10">
                <a:extLst>
                  <a:ext uri="{FF2B5EF4-FFF2-40B4-BE49-F238E27FC236}">
                    <a16:creationId xmlns:a16="http://schemas.microsoft.com/office/drawing/2014/main" id="{4E17A780-BA9E-4864-B26E-9C35A8E063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7" name="Rectangle 11">
                <a:extLst>
                  <a:ext uri="{FF2B5EF4-FFF2-40B4-BE49-F238E27FC236}">
                    <a16:creationId xmlns:a16="http://schemas.microsoft.com/office/drawing/2014/main" id="{314C61F4-16FA-4712-81C9-E6993CF2E3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12">
                <a:extLst>
                  <a:ext uri="{FF2B5EF4-FFF2-40B4-BE49-F238E27FC236}">
                    <a16:creationId xmlns:a16="http://schemas.microsoft.com/office/drawing/2014/main" id="{9B524249-3869-485B-86A9-F6134949E3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13">
                <a:extLst>
                  <a:ext uri="{FF2B5EF4-FFF2-40B4-BE49-F238E27FC236}">
                    <a16:creationId xmlns:a16="http://schemas.microsoft.com/office/drawing/2014/main" id="{DAAD3B7E-EB92-41AE-846B-19E6FD8D82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14">
                <a:extLst>
                  <a:ext uri="{FF2B5EF4-FFF2-40B4-BE49-F238E27FC236}">
                    <a16:creationId xmlns:a16="http://schemas.microsoft.com/office/drawing/2014/main" id="{7F852861-98F4-44DF-AF49-726C8F948D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15">
                <a:extLst>
                  <a:ext uri="{FF2B5EF4-FFF2-40B4-BE49-F238E27FC236}">
                    <a16:creationId xmlns:a16="http://schemas.microsoft.com/office/drawing/2014/main" id="{0569D434-561F-415D-ADEF-1C97BBF45E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6">
                <a:extLst>
                  <a:ext uri="{FF2B5EF4-FFF2-40B4-BE49-F238E27FC236}">
                    <a16:creationId xmlns:a16="http://schemas.microsoft.com/office/drawing/2014/main" id="{E51E1051-20E9-499B-9F47-D453C9C4AD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7">
                <a:extLst>
                  <a:ext uri="{FF2B5EF4-FFF2-40B4-BE49-F238E27FC236}">
                    <a16:creationId xmlns:a16="http://schemas.microsoft.com/office/drawing/2014/main" id="{0A15F00D-D432-491D-BD07-4D98418B47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8">
                <a:extLst>
                  <a:ext uri="{FF2B5EF4-FFF2-40B4-BE49-F238E27FC236}">
                    <a16:creationId xmlns:a16="http://schemas.microsoft.com/office/drawing/2014/main" id="{E5C71B9E-2FEA-4B4A-9DAF-57371D0345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9">
                <a:extLst>
                  <a:ext uri="{FF2B5EF4-FFF2-40B4-BE49-F238E27FC236}">
                    <a16:creationId xmlns:a16="http://schemas.microsoft.com/office/drawing/2014/main" id="{0837AE5A-71E5-461E-86F8-382E419F4C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20">
                <a:extLst>
                  <a:ext uri="{FF2B5EF4-FFF2-40B4-BE49-F238E27FC236}">
                    <a16:creationId xmlns:a16="http://schemas.microsoft.com/office/drawing/2014/main" id="{226E3A9F-A5DF-4BD9-8BF9-BD63B178B3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21">
                <a:extLst>
                  <a:ext uri="{FF2B5EF4-FFF2-40B4-BE49-F238E27FC236}">
                    <a16:creationId xmlns:a16="http://schemas.microsoft.com/office/drawing/2014/main" id="{0E15EBF9-0C38-49EB-BCE1-F087FE7B15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22">
                <a:extLst>
                  <a:ext uri="{FF2B5EF4-FFF2-40B4-BE49-F238E27FC236}">
                    <a16:creationId xmlns:a16="http://schemas.microsoft.com/office/drawing/2014/main" id="{CC706D37-6C28-4D62-837A-3DCE52AF5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23">
                <a:extLst>
                  <a:ext uri="{FF2B5EF4-FFF2-40B4-BE49-F238E27FC236}">
                    <a16:creationId xmlns:a16="http://schemas.microsoft.com/office/drawing/2014/main" id="{322A967E-C401-4E57-A3E0-032F5B3EE8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24">
                <a:extLst>
                  <a:ext uri="{FF2B5EF4-FFF2-40B4-BE49-F238E27FC236}">
                    <a16:creationId xmlns:a16="http://schemas.microsoft.com/office/drawing/2014/main" id="{4E47C428-6492-4775-B7F6-D97F4C21EE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25">
                <a:extLst>
                  <a:ext uri="{FF2B5EF4-FFF2-40B4-BE49-F238E27FC236}">
                    <a16:creationId xmlns:a16="http://schemas.microsoft.com/office/drawing/2014/main" id="{4FFE08B7-F49D-4351-AE15-CBCE567292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6">
                <a:extLst>
                  <a:ext uri="{FF2B5EF4-FFF2-40B4-BE49-F238E27FC236}">
                    <a16:creationId xmlns:a16="http://schemas.microsoft.com/office/drawing/2014/main" id="{6ACFDA49-281E-4897-9BD4-34DD13A792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7">
                <a:extLst>
                  <a:ext uri="{FF2B5EF4-FFF2-40B4-BE49-F238E27FC236}">
                    <a16:creationId xmlns:a16="http://schemas.microsoft.com/office/drawing/2014/main" id="{575841DC-16E8-4CB3-B2BC-119E646F21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8">
                <a:extLst>
                  <a:ext uri="{FF2B5EF4-FFF2-40B4-BE49-F238E27FC236}">
                    <a16:creationId xmlns:a16="http://schemas.microsoft.com/office/drawing/2014/main" id="{E1ED8453-673F-4AFA-BA06-840415974D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9">
                <a:extLst>
                  <a:ext uri="{FF2B5EF4-FFF2-40B4-BE49-F238E27FC236}">
                    <a16:creationId xmlns:a16="http://schemas.microsoft.com/office/drawing/2014/main" id="{DC901148-F99B-414C-A333-EA3FE0A590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30">
                <a:extLst>
                  <a:ext uri="{FF2B5EF4-FFF2-40B4-BE49-F238E27FC236}">
                    <a16:creationId xmlns:a16="http://schemas.microsoft.com/office/drawing/2014/main" id="{D5A0830B-E1AB-410A-8A04-76CEB6D7EF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0440C2EB-8720-4F5C-8F92-8632FE72EE8A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05" name="Rectangle 32">
                <a:extLst>
                  <a:ext uri="{FF2B5EF4-FFF2-40B4-BE49-F238E27FC236}">
                    <a16:creationId xmlns:a16="http://schemas.microsoft.com/office/drawing/2014/main" id="{EF02C6FC-5D3B-435D-860D-5BB6346A13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33">
                <a:extLst>
                  <a:ext uri="{FF2B5EF4-FFF2-40B4-BE49-F238E27FC236}">
                    <a16:creationId xmlns:a16="http://schemas.microsoft.com/office/drawing/2014/main" id="{BC57A1E8-0766-4B17-941D-E18BE4B6C2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34">
                <a:extLst>
                  <a:ext uri="{FF2B5EF4-FFF2-40B4-BE49-F238E27FC236}">
                    <a16:creationId xmlns:a16="http://schemas.microsoft.com/office/drawing/2014/main" id="{21113A2C-E54A-447E-8F53-B5082437AE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35">
                <a:extLst>
                  <a:ext uri="{FF2B5EF4-FFF2-40B4-BE49-F238E27FC236}">
                    <a16:creationId xmlns:a16="http://schemas.microsoft.com/office/drawing/2014/main" id="{6F7DC80F-E11F-4661-A499-8EDA910AA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36">
                <a:extLst>
                  <a:ext uri="{FF2B5EF4-FFF2-40B4-BE49-F238E27FC236}">
                    <a16:creationId xmlns:a16="http://schemas.microsoft.com/office/drawing/2014/main" id="{8CD34363-9B07-446F-99AC-0743548944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37">
                <a:extLst>
                  <a:ext uri="{FF2B5EF4-FFF2-40B4-BE49-F238E27FC236}">
                    <a16:creationId xmlns:a16="http://schemas.microsoft.com/office/drawing/2014/main" id="{77985A41-F2CB-46B1-8553-15C2148C40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1" name="Rectangle 38">
                <a:extLst>
                  <a:ext uri="{FF2B5EF4-FFF2-40B4-BE49-F238E27FC236}">
                    <a16:creationId xmlns:a16="http://schemas.microsoft.com/office/drawing/2014/main" id="{90E6D67E-F055-4BC9-BE22-0DBDC394D9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9">
                <a:extLst>
                  <a:ext uri="{FF2B5EF4-FFF2-40B4-BE49-F238E27FC236}">
                    <a16:creationId xmlns:a16="http://schemas.microsoft.com/office/drawing/2014/main" id="{0228932B-BBDB-40C1-A9A1-395D14495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40">
                <a:extLst>
                  <a:ext uri="{FF2B5EF4-FFF2-40B4-BE49-F238E27FC236}">
                    <a16:creationId xmlns:a16="http://schemas.microsoft.com/office/drawing/2014/main" id="{B5CE198A-88BB-4A73-AC8E-4EBF9A34A8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41">
                <a:extLst>
                  <a:ext uri="{FF2B5EF4-FFF2-40B4-BE49-F238E27FC236}">
                    <a16:creationId xmlns:a16="http://schemas.microsoft.com/office/drawing/2014/main" id="{8B97A0DC-41F9-44D7-B0F6-04A2CDE9013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42">
                <a:extLst>
                  <a:ext uri="{FF2B5EF4-FFF2-40B4-BE49-F238E27FC236}">
                    <a16:creationId xmlns:a16="http://schemas.microsoft.com/office/drawing/2014/main" id="{BD4550CC-C766-4008-A027-D4AD0A7C226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43">
                <a:extLst>
                  <a:ext uri="{FF2B5EF4-FFF2-40B4-BE49-F238E27FC236}">
                    <a16:creationId xmlns:a16="http://schemas.microsoft.com/office/drawing/2014/main" id="{5AEFD14B-8AC0-49F9-8636-E561501389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44">
                <a:extLst>
                  <a:ext uri="{FF2B5EF4-FFF2-40B4-BE49-F238E27FC236}">
                    <a16:creationId xmlns:a16="http://schemas.microsoft.com/office/drawing/2014/main" id="{F5728382-2E4A-44CB-B18D-09E3832100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45">
                <a:extLst>
                  <a:ext uri="{FF2B5EF4-FFF2-40B4-BE49-F238E27FC236}">
                    <a16:creationId xmlns:a16="http://schemas.microsoft.com/office/drawing/2014/main" id="{A37A49D1-6574-424E-A93E-54D01DF37E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6">
                <a:extLst>
                  <a:ext uri="{FF2B5EF4-FFF2-40B4-BE49-F238E27FC236}">
                    <a16:creationId xmlns:a16="http://schemas.microsoft.com/office/drawing/2014/main" id="{20D0DBF2-AF64-41DB-8881-E697C0FB2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7">
                <a:extLst>
                  <a:ext uri="{FF2B5EF4-FFF2-40B4-BE49-F238E27FC236}">
                    <a16:creationId xmlns:a16="http://schemas.microsoft.com/office/drawing/2014/main" id="{16993E22-9E00-4371-97E9-BC2FEC2901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8">
                <a:extLst>
                  <a:ext uri="{FF2B5EF4-FFF2-40B4-BE49-F238E27FC236}">
                    <a16:creationId xmlns:a16="http://schemas.microsoft.com/office/drawing/2014/main" id="{3179D9A5-A656-445A-AEB3-41E85991FE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9">
                <a:extLst>
                  <a:ext uri="{FF2B5EF4-FFF2-40B4-BE49-F238E27FC236}">
                    <a16:creationId xmlns:a16="http://schemas.microsoft.com/office/drawing/2014/main" id="{FC5854E8-7F75-4352-B984-69A650316BA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50">
                <a:extLst>
                  <a:ext uri="{FF2B5EF4-FFF2-40B4-BE49-F238E27FC236}">
                    <a16:creationId xmlns:a16="http://schemas.microsoft.com/office/drawing/2014/main" id="{AF0E170F-2C99-4781-9DAD-76DB2ECCB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51">
                <a:extLst>
                  <a:ext uri="{FF2B5EF4-FFF2-40B4-BE49-F238E27FC236}">
                    <a16:creationId xmlns:a16="http://schemas.microsoft.com/office/drawing/2014/main" id="{28A11474-FB86-497C-99B9-4844B293C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52">
                <a:extLst>
                  <a:ext uri="{FF2B5EF4-FFF2-40B4-BE49-F238E27FC236}">
                    <a16:creationId xmlns:a16="http://schemas.microsoft.com/office/drawing/2014/main" id="{05C3E46C-5F7E-4619-BF04-C2ADA9C98E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53">
                <a:extLst>
                  <a:ext uri="{FF2B5EF4-FFF2-40B4-BE49-F238E27FC236}">
                    <a16:creationId xmlns:a16="http://schemas.microsoft.com/office/drawing/2014/main" id="{9C1B1068-38BC-4829-B1BD-84365C3B1F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54">
                <a:extLst>
                  <a:ext uri="{FF2B5EF4-FFF2-40B4-BE49-F238E27FC236}">
                    <a16:creationId xmlns:a16="http://schemas.microsoft.com/office/drawing/2014/main" id="{86E8EEE5-A3C1-475B-B8D0-270016066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55">
                <a:extLst>
                  <a:ext uri="{FF2B5EF4-FFF2-40B4-BE49-F238E27FC236}">
                    <a16:creationId xmlns:a16="http://schemas.microsoft.com/office/drawing/2014/main" id="{746D302C-49CD-4082-A33B-0C8A909D3E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6">
                <a:extLst>
                  <a:ext uri="{FF2B5EF4-FFF2-40B4-BE49-F238E27FC236}">
                    <a16:creationId xmlns:a16="http://schemas.microsoft.com/office/drawing/2014/main" id="{4BBCB6AB-A251-4BF9-9D8C-3C637CBB18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7">
                <a:extLst>
                  <a:ext uri="{FF2B5EF4-FFF2-40B4-BE49-F238E27FC236}">
                    <a16:creationId xmlns:a16="http://schemas.microsoft.com/office/drawing/2014/main" id="{62940D8C-E4DD-44D0-B41A-E71282E21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FDB7BC43-BB8B-4C07-9AD5-56CA6D4AF9C1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79" name="Rectangle 59">
                <a:extLst>
                  <a:ext uri="{FF2B5EF4-FFF2-40B4-BE49-F238E27FC236}">
                    <a16:creationId xmlns:a16="http://schemas.microsoft.com/office/drawing/2014/main" id="{13ADCA1F-7FF7-48B7-ADB4-DFA0248FF6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60">
                <a:extLst>
                  <a:ext uri="{FF2B5EF4-FFF2-40B4-BE49-F238E27FC236}">
                    <a16:creationId xmlns:a16="http://schemas.microsoft.com/office/drawing/2014/main" id="{5AD937D1-C68B-4F0D-ADEA-F3D1DE5947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61">
                <a:extLst>
                  <a:ext uri="{FF2B5EF4-FFF2-40B4-BE49-F238E27FC236}">
                    <a16:creationId xmlns:a16="http://schemas.microsoft.com/office/drawing/2014/main" id="{23E5266C-E488-4F40-B9BF-394BA98F35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62">
                <a:extLst>
                  <a:ext uri="{FF2B5EF4-FFF2-40B4-BE49-F238E27FC236}">
                    <a16:creationId xmlns:a16="http://schemas.microsoft.com/office/drawing/2014/main" id="{4F7FCCF1-F609-49F4-B325-65797AA4CB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63">
                <a:extLst>
                  <a:ext uri="{FF2B5EF4-FFF2-40B4-BE49-F238E27FC236}">
                    <a16:creationId xmlns:a16="http://schemas.microsoft.com/office/drawing/2014/main" id="{2E25BA80-BA5B-4875-AC25-EC30179E5F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64">
                <a:extLst>
                  <a:ext uri="{FF2B5EF4-FFF2-40B4-BE49-F238E27FC236}">
                    <a16:creationId xmlns:a16="http://schemas.microsoft.com/office/drawing/2014/main" id="{09628177-D54C-4C14-BD67-B47A10B548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5" name="Rectangle 65">
                <a:extLst>
                  <a:ext uri="{FF2B5EF4-FFF2-40B4-BE49-F238E27FC236}">
                    <a16:creationId xmlns:a16="http://schemas.microsoft.com/office/drawing/2014/main" id="{BD99C527-73CA-4724-A08D-E49D7BA265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6">
                <a:extLst>
                  <a:ext uri="{FF2B5EF4-FFF2-40B4-BE49-F238E27FC236}">
                    <a16:creationId xmlns:a16="http://schemas.microsoft.com/office/drawing/2014/main" id="{9A4D76E3-5CA7-46C2-930A-CF883079E8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7">
                <a:extLst>
                  <a:ext uri="{FF2B5EF4-FFF2-40B4-BE49-F238E27FC236}">
                    <a16:creationId xmlns:a16="http://schemas.microsoft.com/office/drawing/2014/main" id="{1B09DF21-850D-4386-91AE-BE671CF242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8">
                <a:extLst>
                  <a:ext uri="{FF2B5EF4-FFF2-40B4-BE49-F238E27FC236}">
                    <a16:creationId xmlns:a16="http://schemas.microsoft.com/office/drawing/2014/main" id="{6A750E47-CA9C-435F-AEEE-64AF6CF50F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9">
                <a:extLst>
                  <a:ext uri="{FF2B5EF4-FFF2-40B4-BE49-F238E27FC236}">
                    <a16:creationId xmlns:a16="http://schemas.microsoft.com/office/drawing/2014/main" id="{7F2F089C-B349-4F50-9EB2-5363F2E4F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70">
                <a:extLst>
                  <a:ext uri="{FF2B5EF4-FFF2-40B4-BE49-F238E27FC236}">
                    <a16:creationId xmlns:a16="http://schemas.microsoft.com/office/drawing/2014/main" id="{B28AEF5D-9175-4653-BB17-DF5DBF173E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71">
                <a:extLst>
                  <a:ext uri="{FF2B5EF4-FFF2-40B4-BE49-F238E27FC236}">
                    <a16:creationId xmlns:a16="http://schemas.microsoft.com/office/drawing/2014/main" id="{09A5F7BF-091E-4363-BE84-44E8866B5D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72">
                <a:extLst>
                  <a:ext uri="{FF2B5EF4-FFF2-40B4-BE49-F238E27FC236}">
                    <a16:creationId xmlns:a16="http://schemas.microsoft.com/office/drawing/2014/main" id="{A2CCAB8E-B14D-4F5A-9CC9-0C5F45258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73">
                <a:extLst>
                  <a:ext uri="{FF2B5EF4-FFF2-40B4-BE49-F238E27FC236}">
                    <a16:creationId xmlns:a16="http://schemas.microsoft.com/office/drawing/2014/main" id="{922E39AA-A68F-4377-A1FB-723E4B73E9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74">
                <a:extLst>
                  <a:ext uri="{FF2B5EF4-FFF2-40B4-BE49-F238E27FC236}">
                    <a16:creationId xmlns:a16="http://schemas.microsoft.com/office/drawing/2014/main" id="{FD7E9F67-D814-430E-86B6-A7F91CDEC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75">
                <a:extLst>
                  <a:ext uri="{FF2B5EF4-FFF2-40B4-BE49-F238E27FC236}">
                    <a16:creationId xmlns:a16="http://schemas.microsoft.com/office/drawing/2014/main" id="{FBF10FF0-2477-44F4-AD26-A9B7175BBF0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6">
                <a:extLst>
                  <a:ext uri="{FF2B5EF4-FFF2-40B4-BE49-F238E27FC236}">
                    <a16:creationId xmlns:a16="http://schemas.microsoft.com/office/drawing/2014/main" id="{A84D6BBF-5B9E-41F6-B5A3-2066E037BA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7">
                <a:extLst>
                  <a:ext uri="{FF2B5EF4-FFF2-40B4-BE49-F238E27FC236}">
                    <a16:creationId xmlns:a16="http://schemas.microsoft.com/office/drawing/2014/main" id="{BD98A702-4AE2-405F-BB4F-7E119FFDC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8">
                <a:extLst>
                  <a:ext uri="{FF2B5EF4-FFF2-40B4-BE49-F238E27FC236}">
                    <a16:creationId xmlns:a16="http://schemas.microsoft.com/office/drawing/2014/main" id="{66B0FD6C-084A-4D89-95E7-D5CAC5EA2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9">
                <a:extLst>
                  <a:ext uri="{FF2B5EF4-FFF2-40B4-BE49-F238E27FC236}">
                    <a16:creationId xmlns:a16="http://schemas.microsoft.com/office/drawing/2014/main" id="{C70441D6-82B8-4CC6-8746-DD03CBEE89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80">
                <a:extLst>
                  <a:ext uri="{FF2B5EF4-FFF2-40B4-BE49-F238E27FC236}">
                    <a16:creationId xmlns:a16="http://schemas.microsoft.com/office/drawing/2014/main" id="{9FC2715B-1BF3-4105-B102-F53753596B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81">
                <a:extLst>
                  <a:ext uri="{FF2B5EF4-FFF2-40B4-BE49-F238E27FC236}">
                    <a16:creationId xmlns:a16="http://schemas.microsoft.com/office/drawing/2014/main" id="{A884CBD3-DC33-4DDA-B61D-48269A49E5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82">
                <a:extLst>
                  <a:ext uri="{FF2B5EF4-FFF2-40B4-BE49-F238E27FC236}">
                    <a16:creationId xmlns:a16="http://schemas.microsoft.com/office/drawing/2014/main" id="{0211EF6E-ADB1-494B-9458-F01F26D9EC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83">
                <a:extLst>
                  <a:ext uri="{FF2B5EF4-FFF2-40B4-BE49-F238E27FC236}">
                    <a16:creationId xmlns:a16="http://schemas.microsoft.com/office/drawing/2014/main" id="{A0953B59-9108-4E9A-8D43-2D1964873D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84">
                <a:extLst>
                  <a:ext uri="{FF2B5EF4-FFF2-40B4-BE49-F238E27FC236}">
                    <a16:creationId xmlns:a16="http://schemas.microsoft.com/office/drawing/2014/main" id="{09D35A91-41F9-4DF2-9E43-8A679A8AE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EB3C98D-2192-438D-A8F2-467C07BB00E4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3" name="Rectangle 5">
                <a:extLst>
                  <a:ext uri="{FF2B5EF4-FFF2-40B4-BE49-F238E27FC236}">
                    <a16:creationId xmlns:a16="http://schemas.microsoft.com/office/drawing/2014/main" id="{F4F5A9CA-F0B3-4B27-88DB-29279CA138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6">
                <a:extLst>
                  <a:ext uri="{FF2B5EF4-FFF2-40B4-BE49-F238E27FC236}">
                    <a16:creationId xmlns:a16="http://schemas.microsoft.com/office/drawing/2014/main" id="{6B00101B-EA50-41D8-AD9E-90E5E301108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7">
                <a:extLst>
                  <a:ext uri="{FF2B5EF4-FFF2-40B4-BE49-F238E27FC236}">
                    <a16:creationId xmlns:a16="http://schemas.microsoft.com/office/drawing/2014/main" id="{5B915499-1768-4511-8756-ED4DBF54EA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8">
                <a:extLst>
                  <a:ext uri="{FF2B5EF4-FFF2-40B4-BE49-F238E27FC236}">
                    <a16:creationId xmlns:a16="http://schemas.microsoft.com/office/drawing/2014/main" id="{A51912B5-2E84-4F86-9590-C8D76F5F68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9">
                <a:extLst>
                  <a:ext uri="{FF2B5EF4-FFF2-40B4-BE49-F238E27FC236}">
                    <a16:creationId xmlns:a16="http://schemas.microsoft.com/office/drawing/2014/main" id="{8F0AB2A0-4FC0-47E9-B72D-78C5C79D42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10">
                <a:extLst>
                  <a:ext uri="{FF2B5EF4-FFF2-40B4-BE49-F238E27FC236}">
                    <a16:creationId xmlns:a16="http://schemas.microsoft.com/office/drawing/2014/main" id="{0288265D-6218-4AC1-8DA4-7C99A21FE3A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9" name="Rectangle 11">
                <a:extLst>
                  <a:ext uri="{FF2B5EF4-FFF2-40B4-BE49-F238E27FC236}">
                    <a16:creationId xmlns:a16="http://schemas.microsoft.com/office/drawing/2014/main" id="{F6012ABB-E61A-44C5-B13C-723E2B94D0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12">
                <a:extLst>
                  <a:ext uri="{FF2B5EF4-FFF2-40B4-BE49-F238E27FC236}">
                    <a16:creationId xmlns:a16="http://schemas.microsoft.com/office/drawing/2014/main" id="{BE5ABB41-A5A7-4870-8D57-99A1B03518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13">
                <a:extLst>
                  <a:ext uri="{FF2B5EF4-FFF2-40B4-BE49-F238E27FC236}">
                    <a16:creationId xmlns:a16="http://schemas.microsoft.com/office/drawing/2014/main" id="{71CE02BC-F6C4-4AAA-85EE-CA1DC4C913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14">
                <a:extLst>
                  <a:ext uri="{FF2B5EF4-FFF2-40B4-BE49-F238E27FC236}">
                    <a16:creationId xmlns:a16="http://schemas.microsoft.com/office/drawing/2014/main" id="{B7FCF17E-80E5-4C42-982A-B0F7CB2860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15">
                <a:extLst>
                  <a:ext uri="{FF2B5EF4-FFF2-40B4-BE49-F238E27FC236}">
                    <a16:creationId xmlns:a16="http://schemas.microsoft.com/office/drawing/2014/main" id="{65887776-E441-4EC4-AD20-CF8E477AB6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6">
                <a:extLst>
                  <a:ext uri="{FF2B5EF4-FFF2-40B4-BE49-F238E27FC236}">
                    <a16:creationId xmlns:a16="http://schemas.microsoft.com/office/drawing/2014/main" id="{11D5F8BF-1FDC-441B-91C4-E2448245E0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7">
                <a:extLst>
                  <a:ext uri="{FF2B5EF4-FFF2-40B4-BE49-F238E27FC236}">
                    <a16:creationId xmlns:a16="http://schemas.microsoft.com/office/drawing/2014/main" id="{542342B8-4278-4527-BC1D-7340DBBAD75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8">
                <a:extLst>
                  <a:ext uri="{FF2B5EF4-FFF2-40B4-BE49-F238E27FC236}">
                    <a16:creationId xmlns:a16="http://schemas.microsoft.com/office/drawing/2014/main" id="{BA68B377-C604-4E24-AB51-317F3403A1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9">
                <a:extLst>
                  <a:ext uri="{FF2B5EF4-FFF2-40B4-BE49-F238E27FC236}">
                    <a16:creationId xmlns:a16="http://schemas.microsoft.com/office/drawing/2014/main" id="{826C09D4-4426-4EF1-9ECE-95EF5A1F45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20">
                <a:extLst>
                  <a:ext uri="{FF2B5EF4-FFF2-40B4-BE49-F238E27FC236}">
                    <a16:creationId xmlns:a16="http://schemas.microsoft.com/office/drawing/2014/main" id="{0450D0CD-0889-47F9-B308-AE91FF0E69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21">
                <a:extLst>
                  <a:ext uri="{FF2B5EF4-FFF2-40B4-BE49-F238E27FC236}">
                    <a16:creationId xmlns:a16="http://schemas.microsoft.com/office/drawing/2014/main" id="{D678AB17-E6DC-4FED-B940-2BA86FB46F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22">
                <a:extLst>
                  <a:ext uri="{FF2B5EF4-FFF2-40B4-BE49-F238E27FC236}">
                    <a16:creationId xmlns:a16="http://schemas.microsoft.com/office/drawing/2014/main" id="{8B5BEF55-677A-4EB2-A06C-CC0C269C2F7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23">
                <a:extLst>
                  <a:ext uri="{FF2B5EF4-FFF2-40B4-BE49-F238E27FC236}">
                    <a16:creationId xmlns:a16="http://schemas.microsoft.com/office/drawing/2014/main" id="{7A560A20-EDE2-4276-B3A9-A1DB921EB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24">
                <a:extLst>
                  <a:ext uri="{FF2B5EF4-FFF2-40B4-BE49-F238E27FC236}">
                    <a16:creationId xmlns:a16="http://schemas.microsoft.com/office/drawing/2014/main" id="{8BEEAB2A-47D8-4D4E-B157-9D1337AC7B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25">
                <a:extLst>
                  <a:ext uri="{FF2B5EF4-FFF2-40B4-BE49-F238E27FC236}">
                    <a16:creationId xmlns:a16="http://schemas.microsoft.com/office/drawing/2014/main" id="{F9737555-61BD-4619-9BAB-2BC15EDBA3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6">
                <a:extLst>
                  <a:ext uri="{FF2B5EF4-FFF2-40B4-BE49-F238E27FC236}">
                    <a16:creationId xmlns:a16="http://schemas.microsoft.com/office/drawing/2014/main" id="{D8D44D5F-E679-4796-ACA6-4ADB68B94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7">
                <a:extLst>
                  <a:ext uri="{FF2B5EF4-FFF2-40B4-BE49-F238E27FC236}">
                    <a16:creationId xmlns:a16="http://schemas.microsoft.com/office/drawing/2014/main" id="{140EB7C4-6BBE-4D3F-AF7D-B22AA3DD2A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8">
                <a:extLst>
                  <a:ext uri="{FF2B5EF4-FFF2-40B4-BE49-F238E27FC236}">
                    <a16:creationId xmlns:a16="http://schemas.microsoft.com/office/drawing/2014/main" id="{C56E1FAA-3AE1-45F3-8397-D07C426434E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9">
                <a:extLst>
                  <a:ext uri="{FF2B5EF4-FFF2-40B4-BE49-F238E27FC236}">
                    <a16:creationId xmlns:a16="http://schemas.microsoft.com/office/drawing/2014/main" id="{2F9A90DC-89AE-4C3E-8A65-C52AB581B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30">
                <a:extLst>
                  <a:ext uri="{FF2B5EF4-FFF2-40B4-BE49-F238E27FC236}">
                    <a16:creationId xmlns:a16="http://schemas.microsoft.com/office/drawing/2014/main" id="{600ADA2C-2F1D-47C5-8870-1B9E6C8A3F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6B1DA9E6-94F5-437E-8B7B-A56561BB4A1A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27" name="Rectangle 32">
                <a:extLst>
                  <a:ext uri="{FF2B5EF4-FFF2-40B4-BE49-F238E27FC236}">
                    <a16:creationId xmlns:a16="http://schemas.microsoft.com/office/drawing/2014/main" id="{8CDFED4E-F4A6-4874-8B65-398D610F1D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33">
                <a:extLst>
                  <a:ext uri="{FF2B5EF4-FFF2-40B4-BE49-F238E27FC236}">
                    <a16:creationId xmlns:a16="http://schemas.microsoft.com/office/drawing/2014/main" id="{8FCE50F7-C3D1-4B83-A0D8-CE83B0777F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34">
                <a:extLst>
                  <a:ext uri="{FF2B5EF4-FFF2-40B4-BE49-F238E27FC236}">
                    <a16:creationId xmlns:a16="http://schemas.microsoft.com/office/drawing/2014/main" id="{422101F3-5770-4041-BA3E-C5275D0FC7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35">
                <a:extLst>
                  <a:ext uri="{FF2B5EF4-FFF2-40B4-BE49-F238E27FC236}">
                    <a16:creationId xmlns:a16="http://schemas.microsoft.com/office/drawing/2014/main" id="{4D8FEC62-30CA-4E87-A592-AA45C61EAA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36">
                <a:extLst>
                  <a:ext uri="{FF2B5EF4-FFF2-40B4-BE49-F238E27FC236}">
                    <a16:creationId xmlns:a16="http://schemas.microsoft.com/office/drawing/2014/main" id="{52E99015-D9DC-40AE-91AD-5D24574CEC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37">
                <a:extLst>
                  <a:ext uri="{FF2B5EF4-FFF2-40B4-BE49-F238E27FC236}">
                    <a16:creationId xmlns:a16="http://schemas.microsoft.com/office/drawing/2014/main" id="{24DFE9E4-5C75-4EF9-AB54-F00FA9D911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3" name="Rectangle 38">
                <a:extLst>
                  <a:ext uri="{FF2B5EF4-FFF2-40B4-BE49-F238E27FC236}">
                    <a16:creationId xmlns:a16="http://schemas.microsoft.com/office/drawing/2014/main" id="{2BBEC44B-F424-4C00-AF4A-8EEEDA8AA0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9">
                <a:extLst>
                  <a:ext uri="{FF2B5EF4-FFF2-40B4-BE49-F238E27FC236}">
                    <a16:creationId xmlns:a16="http://schemas.microsoft.com/office/drawing/2014/main" id="{68F30D9A-CF13-4E29-967E-63B3AF05CF3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40">
                <a:extLst>
                  <a:ext uri="{FF2B5EF4-FFF2-40B4-BE49-F238E27FC236}">
                    <a16:creationId xmlns:a16="http://schemas.microsoft.com/office/drawing/2014/main" id="{F7A8E062-ADFC-457E-ADD6-02843928F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41">
                <a:extLst>
                  <a:ext uri="{FF2B5EF4-FFF2-40B4-BE49-F238E27FC236}">
                    <a16:creationId xmlns:a16="http://schemas.microsoft.com/office/drawing/2014/main" id="{E046A9D0-D179-44F9-86D3-9BF139B68B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42">
                <a:extLst>
                  <a:ext uri="{FF2B5EF4-FFF2-40B4-BE49-F238E27FC236}">
                    <a16:creationId xmlns:a16="http://schemas.microsoft.com/office/drawing/2014/main" id="{CC517B0B-1BF2-473B-ABB9-1553D01B1C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43">
                <a:extLst>
                  <a:ext uri="{FF2B5EF4-FFF2-40B4-BE49-F238E27FC236}">
                    <a16:creationId xmlns:a16="http://schemas.microsoft.com/office/drawing/2014/main" id="{5EE71ED6-EA45-4940-B212-163ED3D1C0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44">
                <a:extLst>
                  <a:ext uri="{FF2B5EF4-FFF2-40B4-BE49-F238E27FC236}">
                    <a16:creationId xmlns:a16="http://schemas.microsoft.com/office/drawing/2014/main" id="{664318EC-EADE-4667-92A4-B3E5DB2A11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45">
                <a:extLst>
                  <a:ext uri="{FF2B5EF4-FFF2-40B4-BE49-F238E27FC236}">
                    <a16:creationId xmlns:a16="http://schemas.microsoft.com/office/drawing/2014/main" id="{17B37ABD-81DA-4624-808B-EF4BC0B425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6">
                <a:extLst>
                  <a:ext uri="{FF2B5EF4-FFF2-40B4-BE49-F238E27FC236}">
                    <a16:creationId xmlns:a16="http://schemas.microsoft.com/office/drawing/2014/main" id="{B1F30DC8-DD07-48C5-9D6C-FB85552792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7">
                <a:extLst>
                  <a:ext uri="{FF2B5EF4-FFF2-40B4-BE49-F238E27FC236}">
                    <a16:creationId xmlns:a16="http://schemas.microsoft.com/office/drawing/2014/main" id="{DFCE3AE1-313F-441F-8384-63A6EC165E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8">
                <a:extLst>
                  <a:ext uri="{FF2B5EF4-FFF2-40B4-BE49-F238E27FC236}">
                    <a16:creationId xmlns:a16="http://schemas.microsoft.com/office/drawing/2014/main" id="{2E331B42-AC28-4642-91F9-2F5BBFEC6A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9">
                <a:extLst>
                  <a:ext uri="{FF2B5EF4-FFF2-40B4-BE49-F238E27FC236}">
                    <a16:creationId xmlns:a16="http://schemas.microsoft.com/office/drawing/2014/main" id="{9F4D84A8-36FE-4CE0-8B9F-BAC2BA8A8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50">
                <a:extLst>
                  <a:ext uri="{FF2B5EF4-FFF2-40B4-BE49-F238E27FC236}">
                    <a16:creationId xmlns:a16="http://schemas.microsoft.com/office/drawing/2014/main" id="{41E2C310-8272-48CF-BD5B-A99A2C7B3CC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51">
                <a:extLst>
                  <a:ext uri="{FF2B5EF4-FFF2-40B4-BE49-F238E27FC236}">
                    <a16:creationId xmlns:a16="http://schemas.microsoft.com/office/drawing/2014/main" id="{EFD4A3C6-7551-4DD0-AA1A-F932D7061D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52">
                <a:extLst>
                  <a:ext uri="{FF2B5EF4-FFF2-40B4-BE49-F238E27FC236}">
                    <a16:creationId xmlns:a16="http://schemas.microsoft.com/office/drawing/2014/main" id="{01F299DF-D3FF-4439-8EC7-B5A34146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53">
                <a:extLst>
                  <a:ext uri="{FF2B5EF4-FFF2-40B4-BE49-F238E27FC236}">
                    <a16:creationId xmlns:a16="http://schemas.microsoft.com/office/drawing/2014/main" id="{086FB16A-99D0-4DB0-9B38-CF351B5DF4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54">
                <a:extLst>
                  <a:ext uri="{FF2B5EF4-FFF2-40B4-BE49-F238E27FC236}">
                    <a16:creationId xmlns:a16="http://schemas.microsoft.com/office/drawing/2014/main" id="{126BCD40-1D3C-4937-A15E-AD2E9671B5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55">
                <a:extLst>
                  <a:ext uri="{FF2B5EF4-FFF2-40B4-BE49-F238E27FC236}">
                    <a16:creationId xmlns:a16="http://schemas.microsoft.com/office/drawing/2014/main" id="{03E4C7B0-DDFC-433A-A8E5-2315FA6EFE1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6">
                <a:extLst>
                  <a:ext uri="{FF2B5EF4-FFF2-40B4-BE49-F238E27FC236}">
                    <a16:creationId xmlns:a16="http://schemas.microsoft.com/office/drawing/2014/main" id="{7237BB88-10E9-454D-9D13-48878C421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7">
                <a:extLst>
                  <a:ext uri="{FF2B5EF4-FFF2-40B4-BE49-F238E27FC236}">
                    <a16:creationId xmlns:a16="http://schemas.microsoft.com/office/drawing/2014/main" id="{515F18F4-5E57-4249-AB0A-249437781E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25AB7310-F80F-4091-8BFE-CE8C71666A9B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1" name="Rectangle 59">
                <a:extLst>
                  <a:ext uri="{FF2B5EF4-FFF2-40B4-BE49-F238E27FC236}">
                    <a16:creationId xmlns:a16="http://schemas.microsoft.com/office/drawing/2014/main" id="{9E50B916-ECC1-4F73-8059-F029E65813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60">
                <a:extLst>
                  <a:ext uri="{FF2B5EF4-FFF2-40B4-BE49-F238E27FC236}">
                    <a16:creationId xmlns:a16="http://schemas.microsoft.com/office/drawing/2014/main" id="{A8DD1ADE-2032-47AE-B88E-78E0F1B018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61">
                <a:extLst>
                  <a:ext uri="{FF2B5EF4-FFF2-40B4-BE49-F238E27FC236}">
                    <a16:creationId xmlns:a16="http://schemas.microsoft.com/office/drawing/2014/main" id="{9A6D6E1F-6E00-44C8-ADD2-06A738E758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62">
                <a:extLst>
                  <a:ext uri="{FF2B5EF4-FFF2-40B4-BE49-F238E27FC236}">
                    <a16:creationId xmlns:a16="http://schemas.microsoft.com/office/drawing/2014/main" id="{84FC7274-3463-4889-8E62-B693D50AE9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63">
                <a:extLst>
                  <a:ext uri="{FF2B5EF4-FFF2-40B4-BE49-F238E27FC236}">
                    <a16:creationId xmlns:a16="http://schemas.microsoft.com/office/drawing/2014/main" id="{E4E1A84A-DCAC-483B-BC08-579BF10B10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64">
                <a:extLst>
                  <a:ext uri="{FF2B5EF4-FFF2-40B4-BE49-F238E27FC236}">
                    <a16:creationId xmlns:a16="http://schemas.microsoft.com/office/drawing/2014/main" id="{F14EE80D-C3D2-4E22-93C5-CDD0904213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7" name="Rectangle 65">
                <a:extLst>
                  <a:ext uri="{FF2B5EF4-FFF2-40B4-BE49-F238E27FC236}">
                    <a16:creationId xmlns:a16="http://schemas.microsoft.com/office/drawing/2014/main" id="{FB8FBFAE-E2E1-41A6-987B-CEFBAC1801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6">
                <a:extLst>
                  <a:ext uri="{FF2B5EF4-FFF2-40B4-BE49-F238E27FC236}">
                    <a16:creationId xmlns:a16="http://schemas.microsoft.com/office/drawing/2014/main" id="{138AF1CB-7808-4C24-B76D-AB9F6A4503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7">
                <a:extLst>
                  <a:ext uri="{FF2B5EF4-FFF2-40B4-BE49-F238E27FC236}">
                    <a16:creationId xmlns:a16="http://schemas.microsoft.com/office/drawing/2014/main" id="{F5E88013-D7CE-4120-B4BB-C894EC19C9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8">
                <a:extLst>
                  <a:ext uri="{FF2B5EF4-FFF2-40B4-BE49-F238E27FC236}">
                    <a16:creationId xmlns:a16="http://schemas.microsoft.com/office/drawing/2014/main" id="{B6FC4D89-F7B1-46F5-9502-62F41E89DE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9">
                <a:extLst>
                  <a:ext uri="{FF2B5EF4-FFF2-40B4-BE49-F238E27FC236}">
                    <a16:creationId xmlns:a16="http://schemas.microsoft.com/office/drawing/2014/main" id="{64C81BD0-C449-4A1B-8492-204301960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70">
                <a:extLst>
                  <a:ext uri="{FF2B5EF4-FFF2-40B4-BE49-F238E27FC236}">
                    <a16:creationId xmlns:a16="http://schemas.microsoft.com/office/drawing/2014/main" id="{5F91B7CB-59D7-4965-B754-71C102E43F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71">
                <a:extLst>
                  <a:ext uri="{FF2B5EF4-FFF2-40B4-BE49-F238E27FC236}">
                    <a16:creationId xmlns:a16="http://schemas.microsoft.com/office/drawing/2014/main" id="{677F7EA6-E57D-4E12-A4A5-AAFDCA8AA10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72">
                <a:extLst>
                  <a:ext uri="{FF2B5EF4-FFF2-40B4-BE49-F238E27FC236}">
                    <a16:creationId xmlns:a16="http://schemas.microsoft.com/office/drawing/2014/main" id="{56B270F4-040D-43EF-974A-3598BC6876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73">
                <a:extLst>
                  <a:ext uri="{FF2B5EF4-FFF2-40B4-BE49-F238E27FC236}">
                    <a16:creationId xmlns:a16="http://schemas.microsoft.com/office/drawing/2014/main" id="{EA8C5736-4550-4B46-8B52-247CF04D7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74">
                <a:extLst>
                  <a:ext uri="{FF2B5EF4-FFF2-40B4-BE49-F238E27FC236}">
                    <a16:creationId xmlns:a16="http://schemas.microsoft.com/office/drawing/2014/main" id="{F42B7DAA-E3F5-4B02-B786-473C7605B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75">
                <a:extLst>
                  <a:ext uri="{FF2B5EF4-FFF2-40B4-BE49-F238E27FC236}">
                    <a16:creationId xmlns:a16="http://schemas.microsoft.com/office/drawing/2014/main" id="{D850716E-F966-418B-A415-5B6E0F8A18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6">
                <a:extLst>
                  <a:ext uri="{FF2B5EF4-FFF2-40B4-BE49-F238E27FC236}">
                    <a16:creationId xmlns:a16="http://schemas.microsoft.com/office/drawing/2014/main" id="{B6DAAC97-C425-42B4-9405-AC447E2E0B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7">
                <a:extLst>
                  <a:ext uri="{FF2B5EF4-FFF2-40B4-BE49-F238E27FC236}">
                    <a16:creationId xmlns:a16="http://schemas.microsoft.com/office/drawing/2014/main" id="{42D8FACA-2CB3-400B-9610-94CBA7A3EE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8">
                <a:extLst>
                  <a:ext uri="{FF2B5EF4-FFF2-40B4-BE49-F238E27FC236}">
                    <a16:creationId xmlns:a16="http://schemas.microsoft.com/office/drawing/2014/main" id="{22200CE3-AD18-4A71-BA64-E2F227C44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9">
                <a:extLst>
                  <a:ext uri="{FF2B5EF4-FFF2-40B4-BE49-F238E27FC236}">
                    <a16:creationId xmlns:a16="http://schemas.microsoft.com/office/drawing/2014/main" id="{475F60A0-5B50-42FC-8C11-E137E7C56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80">
                <a:extLst>
                  <a:ext uri="{FF2B5EF4-FFF2-40B4-BE49-F238E27FC236}">
                    <a16:creationId xmlns:a16="http://schemas.microsoft.com/office/drawing/2014/main" id="{CAA2354D-703C-4594-B119-475938CFD4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81">
                <a:extLst>
                  <a:ext uri="{FF2B5EF4-FFF2-40B4-BE49-F238E27FC236}">
                    <a16:creationId xmlns:a16="http://schemas.microsoft.com/office/drawing/2014/main" id="{F8619CF6-1E39-4CF1-AEF0-BE5A67EB6F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82">
                <a:extLst>
                  <a:ext uri="{FF2B5EF4-FFF2-40B4-BE49-F238E27FC236}">
                    <a16:creationId xmlns:a16="http://schemas.microsoft.com/office/drawing/2014/main" id="{354E893E-B006-4B22-BBCB-52A79A5461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83">
                <a:extLst>
                  <a:ext uri="{FF2B5EF4-FFF2-40B4-BE49-F238E27FC236}">
                    <a16:creationId xmlns:a16="http://schemas.microsoft.com/office/drawing/2014/main" id="{0D56028C-9156-43E8-B855-AF135DD7E69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84">
                <a:extLst>
                  <a:ext uri="{FF2B5EF4-FFF2-40B4-BE49-F238E27FC236}">
                    <a16:creationId xmlns:a16="http://schemas.microsoft.com/office/drawing/2014/main" id="{950FA1E9-CD04-4DB1-B523-ABF2C1B6ED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E6AA6044-FF9C-4224-BBD4-786BCC486D91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75" name="Rectangle 5">
                <a:extLst>
                  <a:ext uri="{FF2B5EF4-FFF2-40B4-BE49-F238E27FC236}">
                    <a16:creationId xmlns:a16="http://schemas.microsoft.com/office/drawing/2014/main" id="{CEC88F9D-6CCB-4C48-AB60-4743F3C98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6">
                <a:extLst>
                  <a:ext uri="{FF2B5EF4-FFF2-40B4-BE49-F238E27FC236}">
                    <a16:creationId xmlns:a16="http://schemas.microsoft.com/office/drawing/2014/main" id="{BC4930EB-874F-4D2B-94B1-FF1459F4A7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7">
                <a:extLst>
                  <a:ext uri="{FF2B5EF4-FFF2-40B4-BE49-F238E27FC236}">
                    <a16:creationId xmlns:a16="http://schemas.microsoft.com/office/drawing/2014/main" id="{66BB2441-7C95-4A21-B558-2971312D51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8">
                <a:extLst>
                  <a:ext uri="{FF2B5EF4-FFF2-40B4-BE49-F238E27FC236}">
                    <a16:creationId xmlns:a16="http://schemas.microsoft.com/office/drawing/2014/main" id="{B2A1B236-8D43-4B78-90F2-27A974E1FE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9">
                <a:extLst>
                  <a:ext uri="{FF2B5EF4-FFF2-40B4-BE49-F238E27FC236}">
                    <a16:creationId xmlns:a16="http://schemas.microsoft.com/office/drawing/2014/main" id="{E0526BF0-467E-421F-870A-02C866AC0CC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10">
                <a:extLst>
                  <a:ext uri="{FF2B5EF4-FFF2-40B4-BE49-F238E27FC236}">
                    <a16:creationId xmlns:a16="http://schemas.microsoft.com/office/drawing/2014/main" id="{79ACA6FA-E263-441B-B650-DEE2A495E1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1" name="Rectangle 11">
                <a:extLst>
                  <a:ext uri="{FF2B5EF4-FFF2-40B4-BE49-F238E27FC236}">
                    <a16:creationId xmlns:a16="http://schemas.microsoft.com/office/drawing/2014/main" id="{DA7F6558-782C-4107-91F4-AF8E5136C77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12">
                <a:extLst>
                  <a:ext uri="{FF2B5EF4-FFF2-40B4-BE49-F238E27FC236}">
                    <a16:creationId xmlns:a16="http://schemas.microsoft.com/office/drawing/2014/main" id="{E575740C-61C5-4D08-9803-25E05FA3F5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13">
                <a:extLst>
                  <a:ext uri="{FF2B5EF4-FFF2-40B4-BE49-F238E27FC236}">
                    <a16:creationId xmlns:a16="http://schemas.microsoft.com/office/drawing/2014/main" id="{D4CCCBBA-5E32-47C6-B40B-3E2155E3F1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14">
                <a:extLst>
                  <a:ext uri="{FF2B5EF4-FFF2-40B4-BE49-F238E27FC236}">
                    <a16:creationId xmlns:a16="http://schemas.microsoft.com/office/drawing/2014/main" id="{FC65131F-93B3-419C-B068-14D36AAC3F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15">
                <a:extLst>
                  <a:ext uri="{FF2B5EF4-FFF2-40B4-BE49-F238E27FC236}">
                    <a16:creationId xmlns:a16="http://schemas.microsoft.com/office/drawing/2014/main" id="{469B75D4-B4A8-4C2E-8EBB-E95FAB7C56E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6">
                <a:extLst>
                  <a:ext uri="{FF2B5EF4-FFF2-40B4-BE49-F238E27FC236}">
                    <a16:creationId xmlns:a16="http://schemas.microsoft.com/office/drawing/2014/main" id="{6C8F3B5D-1D93-4D85-8639-75B5E46EC6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7">
                <a:extLst>
                  <a:ext uri="{FF2B5EF4-FFF2-40B4-BE49-F238E27FC236}">
                    <a16:creationId xmlns:a16="http://schemas.microsoft.com/office/drawing/2014/main" id="{DCCEB301-1F26-43A3-8B34-DBAFC32B32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8">
                <a:extLst>
                  <a:ext uri="{FF2B5EF4-FFF2-40B4-BE49-F238E27FC236}">
                    <a16:creationId xmlns:a16="http://schemas.microsoft.com/office/drawing/2014/main" id="{DD08B69C-E406-41F3-856E-A8C150CB64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9">
                <a:extLst>
                  <a:ext uri="{FF2B5EF4-FFF2-40B4-BE49-F238E27FC236}">
                    <a16:creationId xmlns:a16="http://schemas.microsoft.com/office/drawing/2014/main" id="{A1A90F4B-6060-4BA1-8AF2-FAFFAA04A8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20">
                <a:extLst>
                  <a:ext uri="{FF2B5EF4-FFF2-40B4-BE49-F238E27FC236}">
                    <a16:creationId xmlns:a16="http://schemas.microsoft.com/office/drawing/2014/main" id="{B1F471FD-A187-4EE2-9D21-E0A637683F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21">
                <a:extLst>
                  <a:ext uri="{FF2B5EF4-FFF2-40B4-BE49-F238E27FC236}">
                    <a16:creationId xmlns:a16="http://schemas.microsoft.com/office/drawing/2014/main" id="{68DAAA74-257B-4E75-A315-6B710A314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22">
                <a:extLst>
                  <a:ext uri="{FF2B5EF4-FFF2-40B4-BE49-F238E27FC236}">
                    <a16:creationId xmlns:a16="http://schemas.microsoft.com/office/drawing/2014/main" id="{63000D52-BDE3-430B-8243-08564FFE96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23">
                <a:extLst>
                  <a:ext uri="{FF2B5EF4-FFF2-40B4-BE49-F238E27FC236}">
                    <a16:creationId xmlns:a16="http://schemas.microsoft.com/office/drawing/2014/main" id="{F6BDC60F-B33E-4AD8-9807-B2C1A4C2C6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24">
                <a:extLst>
                  <a:ext uri="{FF2B5EF4-FFF2-40B4-BE49-F238E27FC236}">
                    <a16:creationId xmlns:a16="http://schemas.microsoft.com/office/drawing/2014/main" id="{F1DB5734-0088-4CC2-9415-998F194165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25">
                <a:extLst>
                  <a:ext uri="{FF2B5EF4-FFF2-40B4-BE49-F238E27FC236}">
                    <a16:creationId xmlns:a16="http://schemas.microsoft.com/office/drawing/2014/main" id="{1C679BCE-F04D-48E0-8E2B-0174E8E975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6">
                <a:extLst>
                  <a:ext uri="{FF2B5EF4-FFF2-40B4-BE49-F238E27FC236}">
                    <a16:creationId xmlns:a16="http://schemas.microsoft.com/office/drawing/2014/main" id="{EA8ABD89-DF79-45A9-9CDB-0E871222D54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7">
                <a:extLst>
                  <a:ext uri="{FF2B5EF4-FFF2-40B4-BE49-F238E27FC236}">
                    <a16:creationId xmlns:a16="http://schemas.microsoft.com/office/drawing/2014/main" id="{C1A57486-D9A6-4CD5-878E-093E44A760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8">
                <a:extLst>
                  <a:ext uri="{FF2B5EF4-FFF2-40B4-BE49-F238E27FC236}">
                    <a16:creationId xmlns:a16="http://schemas.microsoft.com/office/drawing/2014/main" id="{B6582662-B56F-42F6-A821-B5F52FB840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9">
                <a:extLst>
                  <a:ext uri="{FF2B5EF4-FFF2-40B4-BE49-F238E27FC236}">
                    <a16:creationId xmlns:a16="http://schemas.microsoft.com/office/drawing/2014/main" id="{1105049D-68B2-4636-9C28-7B8C2177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30">
                <a:extLst>
                  <a:ext uri="{FF2B5EF4-FFF2-40B4-BE49-F238E27FC236}">
                    <a16:creationId xmlns:a16="http://schemas.microsoft.com/office/drawing/2014/main" id="{E0F75D5D-3B9C-40B7-AF8E-4C4322B6C9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0F6A935-DCBA-461C-832C-A343F475413E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49" name="Rectangle 32">
                <a:extLst>
                  <a:ext uri="{FF2B5EF4-FFF2-40B4-BE49-F238E27FC236}">
                    <a16:creationId xmlns:a16="http://schemas.microsoft.com/office/drawing/2014/main" id="{67654A26-DC7F-47CD-8FF8-BC012501CC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33">
                <a:extLst>
                  <a:ext uri="{FF2B5EF4-FFF2-40B4-BE49-F238E27FC236}">
                    <a16:creationId xmlns:a16="http://schemas.microsoft.com/office/drawing/2014/main" id="{9949B927-96E9-4F44-9050-A81CD79D73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34">
                <a:extLst>
                  <a:ext uri="{FF2B5EF4-FFF2-40B4-BE49-F238E27FC236}">
                    <a16:creationId xmlns:a16="http://schemas.microsoft.com/office/drawing/2014/main" id="{3B5D9536-992F-4F39-93BC-BB2533D785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35">
                <a:extLst>
                  <a:ext uri="{FF2B5EF4-FFF2-40B4-BE49-F238E27FC236}">
                    <a16:creationId xmlns:a16="http://schemas.microsoft.com/office/drawing/2014/main" id="{F1FA2A7F-208B-4450-9E7E-F29BB392516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36">
                <a:extLst>
                  <a:ext uri="{FF2B5EF4-FFF2-40B4-BE49-F238E27FC236}">
                    <a16:creationId xmlns:a16="http://schemas.microsoft.com/office/drawing/2014/main" id="{EF607D70-7F21-4A9F-A183-730E45EF31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37">
                <a:extLst>
                  <a:ext uri="{FF2B5EF4-FFF2-40B4-BE49-F238E27FC236}">
                    <a16:creationId xmlns:a16="http://schemas.microsoft.com/office/drawing/2014/main" id="{4ECF017A-32D9-44C4-837F-2C37B7B9FC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5" name="Rectangle 38">
                <a:extLst>
                  <a:ext uri="{FF2B5EF4-FFF2-40B4-BE49-F238E27FC236}">
                    <a16:creationId xmlns:a16="http://schemas.microsoft.com/office/drawing/2014/main" id="{34B3B9C3-9513-414E-B30D-F7CFC02E05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9">
                <a:extLst>
                  <a:ext uri="{FF2B5EF4-FFF2-40B4-BE49-F238E27FC236}">
                    <a16:creationId xmlns:a16="http://schemas.microsoft.com/office/drawing/2014/main" id="{E6A1B5D1-A0C1-47E7-A068-C05A44F3D7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40">
                <a:extLst>
                  <a:ext uri="{FF2B5EF4-FFF2-40B4-BE49-F238E27FC236}">
                    <a16:creationId xmlns:a16="http://schemas.microsoft.com/office/drawing/2014/main" id="{96D2BA52-50C4-45BF-B115-62AE7F01B0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41">
                <a:extLst>
                  <a:ext uri="{FF2B5EF4-FFF2-40B4-BE49-F238E27FC236}">
                    <a16:creationId xmlns:a16="http://schemas.microsoft.com/office/drawing/2014/main" id="{9DCC33D9-FAF4-4D54-A2F1-85D656FB93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42">
                <a:extLst>
                  <a:ext uri="{FF2B5EF4-FFF2-40B4-BE49-F238E27FC236}">
                    <a16:creationId xmlns:a16="http://schemas.microsoft.com/office/drawing/2014/main" id="{8DD0B56F-45FF-4041-A939-24B54541A3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43">
                <a:extLst>
                  <a:ext uri="{FF2B5EF4-FFF2-40B4-BE49-F238E27FC236}">
                    <a16:creationId xmlns:a16="http://schemas.microsoft.com/office/drawing/2014/main" id="{96AB8477-5546-4080-8BC1-02BF0BB8F3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44">
                <a:extLst>
                  <a:ext uri="{FF2B5EF4-FFF2-40B4-BE49-F238E27FC236}">
                    <a16:creationId xmlns:a16="http://schemas.microsoft.com/office/drawing/2014/main" id="{4E453DC0-BE05-4525-866A-335CE37B00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45">
                <a:extLst>
                  <a:ext uri="{FF2B5EF4-FFF2-40B4-BE49-F238E27FC236}">
                    <a16:creationId xmlns:a16="http://schemas.microsoft.com/office/drawing/2014/main" id="{DE66478E-4EC6-4BE6-B27E-C0C0531CC1E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6">
                <a:extLst>
                  <a:ext uri="{FF2B5EF4-FFF2-40B4-BE49-F238E27FC236}">
                    <a16:creationId xmlns:a16="http://schemas.microsoft.com/office/drawing/2014/main" id="{698E3192-E8A7-4BE3-A213-C67294E393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7">
                <a:extLst>
                  <a:ext uri="{FF2B5EF4-FFF2-40B4-BE49-F238E27FC236}">
                    <a16:creationId xmlns:a16="http://schemas.microsoft.com/office/drawing/2014/main" id="{73311133-150A-4295-BA6B-AE591A758B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8">
                <a:extLst>
                  <a:ext uri="{FF2B5EF4-FFF2-40B4-BE49-F238E27FC236}">
                    <a16:creationId xmlns:a16="http://schemas.microsoft.com/office/drawing/2014/main" id="{01A2298C-D71C-4EE8-97EC-882AE8FE27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9">
                <a:extLst>
                  <a:ext uri="{FF2B5EF4-FFF2-40B4-BE49-F238E27FC236}">
                    <a16:creationId xmlns:a16="http://schemas.microsoft.com/office/drawing/2014/main" id="{4A510FF8-75EB-4CBF-8672-72CB0674B9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50">
                <a:extLst>
                  <a:ext uri="{FF2B5EF4-FFF2-40B4-BE49-F238E27FC236}">
                    <a16:creationId xmlns:a16="http://schemas.microsoft.com/office/drawing/2014/main" id="{1A2C9E47-1571-4FD2-8B6B-C7B564E897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51">
                <a:extLst>
                  <a:ext uri="{FF2B5EF4-FFF2-40B4-BE49-F238E27FC236}">
                    <a16:creationId xmlns:a16="http://schemas.microsoft.com/office/drawing/2014/main" id="{86EF56B1-DD4A-4A19-A43F-347855BF84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52">
                <a:extLst>
                  <a:ext uri="{FF2B5EF4-FFF2-40B4-BE49-F238E27FC236}">
                    <a16:creationId xmlns:a16="http://schemas.microsoft.com/office/drawing/2014/main" id="{593C0948-4102-4E67-9CCD-6F94446F70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53">
                <a:extLst>
                  <a:ext uri="{FF2B5EF4-FFF2-40B4-BE49-F238E27FC236}">
                    <a16:creationId xmlns:a16="http://schemas.microsoft.com/office/drawing/2014/main" id="{ACB6589F-762B-4CA7-8D92-92E5FB76FD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54">
                <a:extLst>
                  <a:ext uri="{FF2B5EF4-FFF2-40B4-BE49-F238E27FC236}">
                    <a16:creationId xmlns:a16="http://schemas.microsoft.com/office/drawing/2014/main" id="{9992ACB2-51DA-4341-842A-58050D15CC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55">
                <a:extLst>
                  <a:ext uri="{FF2B5EF4-FFF2-40B4-BE49-F238E27FC236}">
                    <a16:creationId xmlns:a16="http://schemas.microsoft.com/office/drawing/2014/main" id="{D9C60E55-0956-424D-8C75-2976AC3B65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6">
                <a:extLst>
                  <a:ext uri="{FF2B5EF4-FFF2-40B4-BE49-F238E27FC236}">
                    <a16:creationId xmlns:a16="http://schemas.microsoft.com/office/drawing/2014/main" id="{BE0FF237-544C-4EAB-ABB0-731D5FA88D4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7">
                <a:extLst>
                  <a:ext uri="{FF2B5EF4-FFF2-40B4-BE49-F238E27FC236}">
                    <a16:creationId xmlns:a16="http://schemas.microsoft.com/office/drawing/2014/main" id="{D1E0212C-F045-489C-9689-7C49F762CC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AC90BB14-74DB-4A2D-847B-7D160CCB7907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3" name="Rectangle 59">
                <a:extLst>
                  <a:ext uri="{FF2B5EF4-FFF2-40B4-BE49-F238E27FC236}">
                    <a16:creationId xmlns:a16="http://schemas.microsoft.com/office/drawing/2014/main" id="{99D447A1-2220-4498-AEF5-6E3E1E6E7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60">
                <a:extLst>
                  <a:ext uri="{FF2B5EF4-FFF2-40B4-BE49-F238E27FC236}">
                    <a16:creationId xmlns:a16="http://schemas.microsoft.com/office/drawing/2014/main" id="{7C3A93F4-91DD-433B-968A-852BE617B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61">
                <a:extLst>
                  <a:ext uri="{FF2B5EF4-FFF2-40B4-BE49-F238E27FC236}">
                    <a16:creationId xmlns:a16="http://schemas.microsoft.com/office/drawing/2014/main" id="{1C73CE31-214B-4439-A783-35C6A8ED75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62">
                <a:extLst>
                  <a:ext uri="{FF2B5EF4-FFF2-40B4-BE49-F238E27FC236}">
                    <a16:creationId xmlns:a16="http://schemas.microsoft.com/office/drawing/2014/main" id="{36D68C3F-8E09-4424-AE30-DC0EA8A4B6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63">
                <a:extLst>
                  <a:ext uri="{FF2B5EF4-FFF2-40B4-BE49-F238E27FC236}">
                    <a16:creationId xmlns:a16="http://schemas.microsoft.com/office/drawing/2014/main" id="{D77BDB0F-9FB9-4B1E-8B4A-1E2673E90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64">
                <a:extLst>
                  <a:ext uri="{FF2B5EF4-FFF2-40B4-BE49-F238E27FC236}">
                    <a16:creationId xmlns:a16="http://schemas.microsoft.com/office/drawing/2014/main" id="{11FC8FC1-3854-4435-94FA-7C19C8CF4B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9" name="Rectangle 65">
                <a:extLst>
                  <a:ext uri="{FF2B5EF4-FFF2-40B4-BE49-F238E27FC236}">
                    <a16:creationId xmlns:a16="http://schemas.microsoft.com/office/drawing/2014/main" id="{CD7A3181-77BB-4B10-BAE0-192A2D4C54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6">
                <a:extLst>
                  <a:ext uri="{FF2B5EF4-FFF2-40B4-BE49-F238E27FC236}">
                    <a16:creationId xmlns:a16="http://schemas.microsoft.com/office/drawing/2014/main" id="{34704098-6430-4842-A78C-8EA208FF5C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7">
                <a:extLst>
                  <a:ext uri="{FF2B5EF4-FFF2-40B4-BE49-F238E27FC236}">
                    <a16:creationId xmlns:a16="http://schemas.microsoft.com/office/drawing/2014/main" id="{821A9373-4697-4443-B247-58130E1D401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8">
                <a:extLst>
                  <a:ext uri="{FF2B5EF4-FFF2-40B4-BE49-F238E27FC236}">
                    <a16:creationId xmlns:a16="http://schemas.microsoft.com/office/drawing/2014/main" id="{BE59B0E9-E64A-4252-ABFF-7D0CCECB5F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9">
                <a:extLst>
                  <a:ext uri="{FF2B5EF4-FFF2-40B4-BE49-F238E27FC236}">
                    <a16:creationId xmlns:a16="http://schemas.microsoft.com/office/drawing/2014/main" id="{066F8BCA-C3C4-48C8-9103-65FC2FFF62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70">
                <a:extLst>
                  <a:ext uri="{FF2B5EF4-FFF2-40B4-BE49-F238E27FC236}">
                    <a16:creationId xmlns:a16="http://schemas.microsoft.com/office/drawing/2014/main" id="{68B69181-5D7D-4EFF-9724-B2BDD62DB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71">
                <a:extLst>
                  <a:ext uri="{FF2B5EF4-FFF2-40B4-BE49-F238E27FC236}">
                    <a16:creationId xmlns:a16="http://schemas.microsoft.com/office/drawing/2014/main" id="{996BC465-13D7-4B01-81BD-88E7BAA5A99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72">
                <a:extLst>
                  <a:ext uri="{FF2B5EF4-FFF2-40B4-BE49-F238E27FC236}">
                    <a16:creationId xmlns:a16="http://schemas.microsoft.com/office/drawing/2014/main" id="{61C9420C-6853-4164-9D24-98349CD58C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73">
                <a:extLst>
                  <a:ext uri="{FF2B5EF4-FFF2-40B4-BE49-F238E27FC236}">
                    <a16:creationId xmlns:a16="http://schemas.microsoft.com/office/drawing/2014/main" id="{EF04FF35-9797-4571-BCFF-435C37D251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74">
                <a:extLst>
                  <a:ext uri="{FF2B5EF4-FFF2-40B4-BE49-F238E27FC236}">
                    <a16:creationId xmlns:a16="http://schemas.microsoft.com/office/drawing/2014/main" id="{78C68F3A-1768-4D3F-8ABF-D899CEF5DE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75">
                <a:extLst>
                  <a:ext uri="{FF2B5EF4-FFF2-40B4-BE49-F238E27FC236}">
                    <a16:creationId xmlns:a16="http://schemas.microsoft.com/office/drawing/2014/main" id="{A69F85D7-2261-4042-B85B-C3FABE4A08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6">
                <a:extLst>
                  <a:ext uri="{FF2B5EF4-FFF2-40B4-BE49-F238E27FC236}">
                    <a16:creationId xmlns:a16="http://schemas.microsoft.com/office/drawing/2014/main" id="{31444D56-FEBA-4CC9-B179-200833A9BE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7">
                <a:extLst>
                  <a:ext uri="{FF2B5EF4-FFF2-40B4-BE49-F238E27FC236}">
                    <a16:creationId xmlns:a16="http://schemas.microsoft.com/office/drawing/2014/main" id="{A7678401-8C3E-4FAF-A888-70B49C9116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8">
                <a:extLst>
                  <a:ext uri="{FF2B5EF4-FFF2-40B4-BE49-F238E27FC236}">
                    <a16:creationId xmlns:a16="http://schemas.microsoft.com/office/drawing/2014/main" id="{618CC429-D47D-440E-9695-6E61D60960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9">
                <a:extLst>
                  <a:ext uri="{FF2B5EF4-FFF2-40B4-BE49-F238E27FC236}">
                    <a16:creationId xmlns:a16="http://schemas.microsoft.com/office/drawing/2014/main" id="{F2B544AE-5CC8-4A61-BBDF-82DA13A5F7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80">
                <a:extLst>
                  <a:ext uri="{FF2B5EF4-FFF2-40B4-BE49-F238E27FC236}">
                    <a16:creationId xmlns:a16="http://schemas.microsoft.com/office/drawing/2014/main" id="{46B39C8E-D445-41B8-8B42-2DE170717B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81">
                <a:extLst>
                  <a:ext uri="{FF2B5EF4-FFF2-40B4-BE49-F238E27FC236}">
                    <a16:creationId xmlns:a16="http://schemas.microsoft.com/office/drawing/2014/main" id="{38E7AB8E-5E17-460F-8595-4178AF462D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82">
                <a:extLst>
                  <a:ext uri="{FF2B5EF4-FFF2-40B4-BE49-F238E27FC236}">
                    <a16:creationId xmlns:a16="http://schemas.microsoft.com/office/drawing/2014/main" id="{B1EBA00C-8D23-4B8D-996F-763D447186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83">
                <a:extLst>
                  <a:ext uri="{FF2B5EF4-FFF2-40B4-BE49-F238E27FC236}">
                    <a16:creationId xmlns:a16="http://schemas.microsoft.com/office/drawing/2014/main" id="{A74D84D5-1D5F-4261-AC8E-F836107F1A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84">
                <a:extLst>
                  <a:ext uri="{FF2B5EF4-FFF2-40B4-BE49-F238E27FC236}">
                    <a16:creationId xmlns:a16="http://schemas.microsoft.com/office/drawing/2014/main" id="{FAE1892A-CE1C-4062-87F1-490874F36E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1802612C-7EF5-4229-B874-804F63CA5157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97" name="Rectangle 5">
                <a:extLst>
                  <a:ext uri="{FF2B5EF4-FFF2-40B4-BE49-F238E27FC236}">
                    <a16:creationId xmlns:a16="http://schemas.microsoft.com/office/drawing/2014/main" id="{79ECF9B6-3DAB-4C5C-B34E-D0A7F38B76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6">
                <a:extLst>
                  <a:ext uri="{FF2B5EF4-FFF2-40B4-BE49-F238E27FC236}">
                    <a16:creationId xmlns:a16="http://schemas.microsoft.com/office/drawing/2014/main" id="{35C9E271-FB6D-4F58-AC40-C72BEAE8A20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7">
                <a:extLst>
                  <a:ext uri="{FF2B5EF4-FFF2-40B4-BE49-F238E27FC236}">
                    <a16:creationId xmlns:a16="http://schemas.microsoft.com/office/drawing/2014/main" id="{6C77D497-A891-4E55-B019-C188318C9B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8">
                <a:extLst>
                  <a:ext uri="{FF2B5EF4-FFF2-40B4-BE49-F238E27FC236}">
                    <a16:creationId xmlns:a16="http://schemas.microsoft.com/office/drawing/2014/main" id="{789A10D5-86A9-4355-A65E-55E0070B0C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9">
                <a:extLst>
                  <a:ext uri="{FF2B5EF4-FFF2-40B4-BE49-F238E27FC236}">
                    <a16:creationId xmlns:a16="http://schemas.microsoft.com/office/drawing/2014/main" id="{190FC9CA-1CD6-4748-9D13-6C41111A17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10">
                <a:extLst>
                  <a:ext uri="{FF2B5EF4-FFF2-40B4-BE49-F238E27FC236}">
                    <a16:creationId xmlns:a16="http://schemas.microsoft.com/office/drawing/2014/main" id="{C8822FE6-6227-48F7-AA73-92699ABEA3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3" name="Rectangle 11">
                <a:extLst>
                  <a:ext uri="{FF2B5EF4-FFF2-40B4-BE49-F238E27FC236}">
                    <a16:creationId xmlns:a16="http://schemas.microsoft.com/office/drawing/2014/main" id="{E5E1E87B-24C4-475C-8A8F-5B997B2D073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12">
                <a:extLst>
                  <a:ext uri="{FF2B5EF4-FFF2-40B4-BE49-F238E27FC236}">
                    <a16:creationId xmlns:a16="http://schemas.microsoft.com/office/drawing/2014/main" id="{A10C8796-2AC4-44B9-947C-67EA0E9667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13">
                <a:extLst>
                  <a:ext uri="{FF2B5EF4-FFF2-40B4-BE49-F238E27FC236}">
                    <a16:creationId xmlns:a16="http://schemas.microsoft.com/office/drawing/2014/main" id="{9C3B2967-6FE1-42A9-8AA6-D88F39ED25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14">
                <a:extLst>
                  <a:ext uri="{FF2B5EF4-FFF2-40B4-BE49-F238E27FC236}">
                    <a16:creationId xmlns:a16="http://schemas.microsoft.com/office/drawing/2014/main" id="{D65A60F3-B8CA-4A07-BA50-4382410F7D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15">
                <a:extLst>
                  <a:ext uri="{FF2B5EF4-FFF2-40B4-BE49-F238E27FC236}">
                    <a16:creationId xmlns:a16="http://schemas.microsoft.com/office/drawing/2014/main" id="{CE9D0345-78D9-481A-97CD-9F4F5005DC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6">
                <a:extLst>
                  <a:ext uri="{FF2B5EF4-FFF2-40B4-BE49-F238E27FC236}">
                    <a16:creationId xmlns:a16="http://schemas.microsoft.com/office/drawing/2014/main" id="{335FF664-C997-40CD-A253-17AE029463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7">
                <a:extLst>
                  <a:ext uri="{FF2B5EF4-FFF2-40B4-BE49-F238E27FC236}">
                    <a16:creationId xmlns:a16="http://schemas.microsoft.com/office/drawing/2014/main" id="{9CC2681F-B216-40D9-B5A0-F02DCEABDF7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8">
                <a:extLst>
                  <a:ext uri="{FF2B5EF4-FFF2-40B4-BE49-F238E27FC236}">
                    <a16:creationId xmlns:a16="http://schemas.microsoft.com/office/drawing/2014/main" id="{A3004976-7D17-4D1E-8C1B-307A36D4D3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9">
                <a:extLst>
                  <a:ext uri="{FF2B5EF4-FFF2-40B4-BE49-F238E27FC236}">
                    <a16:creationId xmlns:a16="http://schemas.microsoft.com/office/drawing/2014/main" id="{2441E1C0-EA8F-4829-96F9-79E4F9F9B8A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20">
                <a:extLst>
                  <a:ext uri="{FF2B5EF4-FFF2-40B4-BE49-F238E27FC236}">
                    <a16:creationId xmlns:a16="http://schemas.microsoft.com/office/drawing/2014/main" id="{44BC57F8-5DE7-403F-B665-F6F2827DB8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21">
                <a:extLst>
                  <a:ext uri="{FF2B5EF4-FFF2-40B4-BE49-F238E27FC236}">
                    <a16:creationId xmlns:a16="http://schemas.microsoft.com/office/drawing/2014/main" id="{B34B239C-EECF-4F26-A48A-B0CC0F65BC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22">
                <a:extLst>
                  <a:ext uri="{FF2B5EF4-FFF2-40B4-BE49-F238E27FC236}">
                    <a16:creationId xmlns:a16="http://schemas.microsoft.com/office/drawing/2014/main" id="{9761DB51-CFA3-48D3-A481-6AAF4370D4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23">
                <a:extLst>
                  <a:ext uri="{FF2B5EF4-FFF2-40B4-BE49-F238E27FC236}">
                    <a16:creationId xmlns:a16="http://schemas.microsoft.com/office/drawing/2014/main" id="{8BF8C0DC-CA13-4B3A-9B31-81AD0D5A3B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24">
                <a:extLst>
                  <a:ext uri="{FF2B5EF4-FFF2-40B4-BE49-F238E27FC236}">
                    <a16:creationId xmlns:a16="http://schemas.microsoft.com/office/drawing/2014/main" id="{3B5D9432-1B5F-4352-8E2D-A4C9BA27882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25">
                <a:extLst>
                  <a:ext uri="{FF2B5EF4-FFF2-40B4-BE49-F238E27FC236}">
                    <a16:creationId xmlns:a16="http://schemas.microsoft.com/office/drawing/2014/main" id="{A72578CA-857C-4FF3-99D2-2409F1404F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6">
                <a:extLst>
                  <a:ext uri="{FF2B5EF4-FFF2-40B4-BE49-F238E27FC236}">
                    <a16:creationId xmlns:a16="http://schemas.microsoft.com/office/drawing/2014/main" id="{CAD4F8AF-D5EE-4F50-B004-20393F40DD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7">
                <a:extLst>
                  <a:ext uri="{FF2B5EF4-FFF2-40B4-BE49-F238E27FC236}">
                    <a16:creationId xmlns:a16="http://schemas.microsoft.com/office/drawing/2014/main" id="{8A57F274-20A6-4680-B7C0-AD8EA5A0BB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8">
                <a:extLst>
                  <a:ext uri="{FF2B5EF4-FFF2-40B4-BE49-F238E27FC236}">
                    <a16:creationId xmlns:a16="http://schemas.microsoft.com/office/drawing/2014/main" id="{0F14F482-588A-4EEB-8243-0F8DF0EBF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9">
                <a:extLst>
                  <a:ext uri="{FF2B5EF4-FFF2-40B4-BE49-F238E27FC236}">
                    <a16:creationId xmlns:a16="http://schemas.microsoft.com/office/drawing/2014/main" id="{DBE68752-D099-4312-A230-0F3B7131BC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30">
                <a:extLst>
                  <a:ext uri="{FF2B5EF4-FFF2-40B4-BE49-F238E27FC236}">
                    <a16:creationId xmlns:a16="http://schemas.microsoft.com/office/drawing/2014/main" id="{405BD9F5-ECE9-4C54-B627-8C58DFD735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81BDD497-9AE8-4EFE-A518-EB1944C837FD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1" name="Rectangle 32">
                <a:extLst>
                  <a:ext uri="{FF2B5EF4-FFF2-40B4-BE49-F238E27FC236}">
                    <a16:creationId xmlns:a16="http://schemas.microsoft.com/office/drawing/2014/main" id="{46DE1FDE-4944-42F3-AB62-2DB5477E3F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33">
                <a:extLst>
                  <a:ext uri="{FF2B5EF4-FFF2-40B4-BE49-F238E27FC236}">
                    <a16:creationId xmlns:a16="http://schemas.microsoft.com/office/drawing/2014/main" id="{06FCE84A-9F7C-4DFE-8CA9-5982F096E6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34">
                <a:extLst>
                  <a:ext uri="{FF2B5EF4-FFF2-40B4-BE49-F238E27FC236}">
                    <a16:creationId xmlns:a16="http://schemas.microsoft.com/office/drawing/2014/main" id="{DD56D081-1AAA-49A3-ABDB-5C753E6ABED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35">
                <a:extLst>
                  <a:ext uri="{FF2B5EF4-FFF2-40B4-BE49-F238E27FC236}">
                    <a16:creationId xmlns:a16="http://schemas.microsoft.com/office/drawing/2014/main" id="{BD4D92B3-9AE0-48B8-959E-07EA7AB29F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36">
                <a:extLst>
                  <a:ext uri="{FF2B5EF4-FFF2-40B4-BE49-F238E27FC236}">
                    <a16:creationId xmlns:a16="http://schemas.microsoft.com/office/drawing/2014/main" id="{3DD3026A-6FE6-4FA7-90F4-6DE1E8898CA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37">
                <a:extLst>
                  <a:ext uri="{FF2B5EF4-FFF2-40B4-BE49-F238E27FC236}">
                    <a16:creationId xmlns:a16="http://schemas.microsoft.com/office/drawing/2014/main" id="{AC970942-28D3-4460-85B7-BD20B0D76A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7" name="Rectangle 38">
                <a:extLst>
                  <a:ext uri="{FF2B5EF4-FFF2-40B4-BE49-F238E27FC236}">
                    <a16:creationId xmlns:a16="http://schemas.microsoft.com/office/drawing/2014/main" id="{03D96458-7899-4A24-B66B-461086FAA1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9">
                <a:extLst>
                  <a:ext uri="{FF2B5EF4-FFF2-40B4-BE49-F238E27FC236}">
                    <a16:creationId xmlns:a16="http://schemas.microsoft.com/office/drawing/2014/main" id="{C8A769BE-C8A3-44B6-A98B-9A0CA8C8C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40">
                <a:extLst>
                  <a:ext uri="{FF2B5EF4-FFF2-40B4-BE49-F238E27FC236}">
                    <a16:creationId xmlns:a16="http://schemas.microsoft.com/office/drawing/2014/main" id="{42866ABD-1FE3-40D1-8819-FC2FC19BC1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41">
                <a:extLst>
                  <a:ext uri="{FF2B5EF4-FFF2-40B4-BE49-F238E27FC236}">
                    <a16:creationId xmlns:a16="http://schemas.microsoft.com/office/drawing/2014/main" id="{0DA7C80D-458F-4BCF-9DF9-4EA5C63B69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42">
                <a:extLst>
                  <a:ext uri="{FF2B5EF4-FFF2-40B4-BE49-F238E27FC236}">
                    <a16:creationId xmlns:a16="http://schemas.microsoft.com/office/drawing/2014/main" id="{0BDDAC83-E0E2-46D1-BE39-29D715978A4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43">
                <a:extLst>
                  <a:ext uri="{FF2B5EF4-FFF2-40B4-BE49-F238E27FC236}">
                    <a16:creationId xmlns:a16="http://schemas.microsoft.com/office/drawing/2014/main" id="{778B5BE3-4E1C-4C31-8E26-1435B98AAD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44">
                <a:extLst>
                  <a:ext uri="{FF2B5EF4-FFF2-40B4-BE49-F238E27FC236}">
                    <a16:creationId xmlns:a16="http://schemas.microsoft.com/office/drawing/2014/main" id="{12D1914C-8D7D-4C81-BF2A-CC415E7FEF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45">
                <a:extLst>
                  <a:ext uri="{FF2B5EF4-FFF2-40B4-BE49-F238E27FC236}">
                    <a16:creationId xmlns:a16="http://schemas.microsoft.com/office/drawing/2014/main" id="{3F7280B3-7FC7-46CC-B0AA-9279C8F01F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6">
                <a:extLst>
                  <a:ext uri="{FF2B5EF4-FFF2-40B4-BE49-F238E27FC236}">
                    <a16:creationId xmlns:a16="http://schemas.microsoft.com/office/drawing/2014/main" id="{8518DB40-11B0-4C34-8085-E25C7CCE90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7">
                <a:extLst>
                  <a:ext uri="{FF2B5EF4-FFF2-40B4-BE49-F238E27FC236}">
                    <a16:creationId xmlns:a16="http://schemas.microsoft.com/office/drawing/2014/main" id="{A0A4571B-8522-4F7C-A623-D22275A4BA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8">
                <a:extLst>
                  <a:ext uri="{FF2B5EF4-FFF2-40B4-BE49-F238E27FC236}">
                    <a16:creationId xmlns:a16="http://schemas.microsoft.com/office/drawing/2014/main" id="{0058B0EA-93A6-4250-B9BB-2189D860E5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9">
                <a:extLst>
                  <a:ext uri="{FF2B5EF4-FFF2-40B4-BE49-F238E27FC236}">
                    <a16:creationId xmlns:a16="http://schemas.microsoft.com/office/drawing/2014/main" id="{AD35427D-2F04-45B3-A5EA-4C931023EC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50">
                <a:extLst>
                  <a:ext uri="{FF2B5EF4-FFF2-40B4-BE49-F238E27FC236}">
                    <a16:creationId xmlns:a16="http://schemas.microsoft.com/office/drawing/2014/main" id="{C9AE1296-0B65-425E-B952-6EA87FD817F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51">
                <a:extLst>
                  <a:ext uri="{FF2B5EF4-FFF2-40B4-BE49-F238E27FC236}">
                    <a16:creationId xmlns:a16="http://schemas.microsoft.com/office/drawing/2014/main" id="{7A1EA1D6-A2F2-45C1-B37A-53504239CE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52">
                <a:extLst>
                  <a:ext uri="{FF2B5EF4-FFF2-40B4-BE49-F238E27FC236}">
                    <a16:creationId xmlns:a16="http://schemas.microsoft.com/office/drawing/2014/main" id="{505AF1AD-40CE-4BC2-AC86-033E06E7B6F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53">
                <a:extLst>
                  <a:ext uri="{FF2B5EF4-FFF2-40B4-BE49-F238E27FC236}">
                    <a16:creationId xmlns:a16="http://schemas.microsoft.com/office/drawing/2014/main" id="{4E83FA98-5620-4FBC-83BE-A15F94C83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54">
                <a:extLst>
                  <a:ext uri="{FF2B5EF4-FFF2-40B4-BE49-F238E27FC236}">
                    <a16:creationId xmlns:a16="http://schemas.microsoft.com/office/drawing/2014/main" id="{994A88E7-EC98-4704-B017-A2BEA7AB44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55">
                <a:extLst>
                  <a:ext uri="{FF2B5EF4-FFF2-40B4-BE49-F238E27FC236}">
                    <a16:creationId xmlns:a16="http://schemas.microsoft.com/office/drawing/2014/main" id="{44F8541E-6BEB-4522-8934-CDC85C95B8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6">
                <a:extLst>
                  <a:ext uri="{FF2B5EF4-FFF2-40B4-BE49-F238E27FC236}">
                    <a16:creationId xmlns:a16="http://schemas.microsoft.com/office/drawing/2014/main" id="{41BE143F-1045-43B6-9112-9CA42EAB94D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7">
                <a:extLst>
                  <a:ext uri="{FF2B5EF4-FFF2-40B4-BE49-F238E27FC236}">
                    <a16:creationId xmlns:a16="http://schemas.microsoft.com/office/drawing/2014/main" id="{15B3273B-882C-4741-AFCB-88C00782C0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42D156E4-2FEE-41D1-B234-92FA676F4D8E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45" name="Rectangle 59">
                <a:extLst>
                  <a:ext uri="{FF2B5EF4-FFF2-40B4-BE49-F238E27FC236}">
                    <a16:creationId xmlns:a16="http://schemas.microsoft.com/office/drawing/2014/main" id="{1282A854-928F-4C4C-AF50-E805B6E24D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60">
                <a:extLst>
                  <a:ext uri="{FF2B5EF4-FFF2-40B4-BE49-F238E27FC236}">
                    <a16:creationId xmlns:a16="http://schemas.microsoft.com/office/drawing/2014/main" id="{BF09B981-640A-4B56-97EF-77A7674F2A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61">
                <a:extLst>
                  <a:ext uri="{FF2B5EF4-FFF2-40B4-BE49-F238E27FC236}">
                    <a16:creationId xmlns:a16="http://schemas.microsoft.com/office/drawing/2014/main" id="{0E3D84C4-7127-44E3-9D80-DD4C9DF86B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62">
                <a:extLst>
                  <a:ext uri="{FF2B5EF4-FFF2-40B4-BE49-F238E27FC236}">
                    <a16:creationId xmlns:a16="http://schemas.microsoft.com/office/drawing/2014/main" id="{3C0ED1F5-7157-4C03-AF23-63AA54E2020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63">
                <a:extLst>
                  <a:ext uri="{FF2B5EF4-FFF2-40B4-BE49-F238E27FC236}">
                    <a16:creationId xmlns:a16="http://schemas.microsoft.com/office/drawing/2014/main" id="{DA4CC94A-11EC-484D-93A8-A6BA55C94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64">
                <a:extLst>
                  <a:ext uri="{FF2B5EF4-FFF2-40B4-BE49-F238E27FC236}">
                    <a16:creationId xmlns:a16="http://schemas.microsoft.com/office/drawing/2014/main" id="{F3F8546E-5077-4146-94A8-9C4CC244E5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1" name="Rectangle 65">
                <a:extLst>
                  <a:ext uri="{FF2B5EF4-FFF2-40B4-BE49-F238E27FC236}">
                    <a16:creationId xmlns:a16="http://schemas.microsoft.com/office/drawing/2014/main" id="{931F67C4-9C1D-4588-A8E6-3E99D64C70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6">
                <a:extLst>
                  <a:ext uri="{FF2B5EF4-FFF2-40B4-BE49-F238E27FC236}">
                    <a16:creationId xmlns:a16="http://schemas.microsoft.com/office/drawing/2014/main" id="{EB21CB79-3CB2-4077-A9B9-C459851971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7">
                <a:extLst>
                  <a:ext uri="{FF2B5EF4-FFF2-40B4-BE49-F238E27FC236}">
                    <a16:creationId xmlns:a16="http://schemas.microsoft.com/office/drawing/2014/main" id="{DD611496-16E5-4416-B1A2-02348ABD39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8">
                <a:extLst>
                  <a:ext uri="{FF2B5EF4-FFF2-40B4-BE49-F238E27FC236}">
                    <a16:creationId xmlns:a16="http://schemas.microsoft.com/office/drawing/2014/main" id="{EF4511E4-6AE1-4AD2-9E94-8DFEBF58B1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9">
                <a:extLst>
                  <a:ext uri="{FF2B5EF4-FFF2-40B4-BE49-F238E27FC236}">
                    <a16:creationId xmlns:a16="http://schemas.microsoft.com/office/drawing/2014/main" id="{5A9F5148-2BFE-49A2-882C-9C270DAC2D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70">
                <a:extLst>
                  <a:ext uri="{FF2B5EF4-FFF2-40B4-BE49-F238E27FC236}">
                    <a16:creationId xmlns:a16="http://schemas.microsoft.com/office/drawing/2014/main" id="{17978533-954B-41FA-ACA1-BB2EAC45FE1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71">
                <a:extLst>
                  <a:ext uri="{FF2B5EF4-FFF2-40B4-BE49-F238E27FC236}">
                    <a16:creationId xmlns:a16="http://schemas.microsoft.com/office/drawing/2014/main" id="{9926B974-3B58-43BE-A627-034A472C617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72">
                <a:extLst>
                  <a:ext uri="{FF2B5EF4-FFF2-40B4-BE49-F238E27FC236}">
                    <a16:creationId xmlns:a16="http://schemas.microsoft.com/office/drawing/2014/main" id="{E88CA7B8-FC95-4FE1-9B97-D5EF9F9424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73">
                <a:extLst>
                  <a:ext uri="{FF2B5EF4-FFF2-40B4-BE49-F238E27FC236}">
                    <a16:creationId xmlns:a16="http://schemas.microsoft.com/office/drawing/2014/main" id="{A92934FD-C410-4C84-A5E1-081E7B422A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74">
                <a:extLst>
                  <a:ext uri="{FF2B5EF4-FFF2-40B4-BE49-F238E27FC236}">
                    <a16:creationId xmlns:a16="http://schemas.microsoft.com/office/drawing/2014/main" id="{2DA33973-6FE4-4D86-BBFB-90D4909293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75">
                <a:extLst>
                  <a:ext uri="{FF2B5EF4-FFF2-40B4-BE49-F238E27FC236}">
                    <a16:creationId xmlns:a16="http://schemas.microsoft.com/office/drawing/2014/main" id="{94818BD6-2B6E-47BE-B503-E9E8E6375D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6">
                <a:extLst>
                  <a:ext uri="{FF2B5EF4-FFF2-40B4-BE49-F238E27FC236}">
                    <a16:creationId xmlns:a16="http://schemas.microsoft.com/office/drawing/2014/main" id="{F051DFF7-292C-4CA6-B811-8790171A2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7">
                <a:extLst>
                  <a:ext uri="{FF2B5EF4-FFF2-40B4-BE49-F238E27FC236}">
                    <a16:creationId xmlns:a16="http://schemas.microsoft.com/office/drawing/2014/main" id="{728FA892-539E-4633-A6ED-61FF464A503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8">
                <a:extLst>
                  <a:ext uri="{FF2B5EF4-FFF2-40B4-BE49-F238E27FC236}">
                    <a16:creationId xmlns:a16="http://schemas.microsoft.com/office/drawing/2014/main" id="{FE6AF4DA-E293-4A89-BE4C-DD3E6BDBE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9">
                <a:extLst>
                  <a:ext uri="{FF2B5EF4-FFF2-40B4-BE49-F238E27FC236}">
                    <a16:creationId xmlns:a16="http://schemas.microsoft.com/office/drawing/2014/main" id="{11BA7696-6E60-4A76-8A02-38F11535F1F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80">
                <a:extLst>
                  <a:ext uri="{FF2B5EF4-FFF2-40B4-BE49-F238E27FC236}">
                    <a16:creationId xmlns:a16="http://schemas.microsoft.com/office/drawing/2014/main" id="{EBA43DA8-F00F-4803-9505-8D973D07BA4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81">
                <a:extLst>
                  <a:ext uri="{FF2B5EF4-FFF2-40B4-BE49-F238E27FC236}">
                    <a16:creationId xmlns:a16="http://schemas.microsoft.com/office/drawing/2014/main" id="{5996994C-303B-47AD-B7A1-EB4C4801F26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82">
                <a:extLst>
                  <a:ext uri="{FF2B5EF4-FFF2-40B4-BE49-F238E27FC236}">
                    <a16:creationId xmlns:a16="http://schemas.microsoft.com/office/drawing/2014/main" id="{AC9DA622-9D85-4CCD-AC5B-C16EC91FDA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83">
                <a:extLst>
                  <a:ext uri="{FF2B5EF4-FFF2-40B4-BE49-F238E27FC236}">
                    <a16:creationId xmlns:a16="http://schemas.microsoft.com/office/drawing/2014/main" id="{74795EEC-C77C-457E-8ED2-A2565D98D6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84">
                <a:extLst>
                  <a:ext uri="{FF2B5EF4-FFF2-40B4-BE49-F238E27FC236}">
                    <a16:creationId xmlns:a16="http://schemas.microsoft.com/office/drawing/2014/main" id="{E7A6C9D7-E009-43E7-83C2-4012ED6CC0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56EC6267-892C-414C-9F90-78AE254ABFE9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19" name="Rectangle 59">
                <a:extLst>
                  <a:ext uri="{FF2B5EF4-FFF2-40B4-BE49-F238E27FC236}">
                    <a16:creationId xmlns:a16="http://schemas.microsoft.com/office/drawing/2014/main" id="{3E75128E-3C74-4C95-89B7-CB30EBD0DA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" name="Rectangle 60">
                <a:extLst>
                  <a:ext uri="{FF2B5EF4-FFF2-40B4-BE49-F238E27FC236}">
                    <a16:creationId xmlns:a16="http://schemas.microsoft.com/office/drawing/2014/main" id="{5123F894-661A-41E9-A3C4-D651537859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" name="Rectangle 61">
                <a:extLst>
                  <a:ext uri="{FF2B5EF4-FFF2-40B4-BE49-F238E27FC236}">
                    <a16:creationId xmlns:a16="http://schemas.microsoft.com/office/drawing/2014/main" id="{6DE83EB5-D56C-4E03-AFAA-ABFCDBF526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" name="Rectangle 62">
                <a:extLst>
                  <a:ext uri="{FF2B5EF4-FFF2-40B4-BE49-F238E27FC236}">
                    <a16:creationId xmlns:a16="http://schemas.microsoft.com/office/drawing/2014/main" id="{A7150839-4B6F-48D6-8DC1-234F92C9969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" name="Rectangle 63">
                <a:extLst>
                  <a:ext uri="{FF2B5EF4-FFF2-40B4-BE49-F238E27FC236}">
                    <a16:creationId xmlns:a16="http://schemas.microsoft.com/office/drawing/2014/main" id="{F57DE175-BDB3-46EA-A233-0D1C4BC629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" name="Rectangle 64">
                <a:extLst>
                  <a:ext uri="{FF2B5EF4-FFF2-40B4-BE49-F238E27FC236}">
                    <a16:creationId xmlns:a16="http://schemas.microsoft.com/office/drawing/2014/main" id="{E0DC63F5-28E3-423C-884B-60E11C90CC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" name="Rectangle 65">
                <a:extLst>
                  <a:ext uri="{FF2B5EF4-FFF2-40B4-BE49-F238E27FC236}">
                    <a16:creationId xmlns:a16="http://schemas.microsoft.com/office/drawing/2014/main" id="{1B8EDB48-7E1A-4E8D-8DD6-E2E9045E5C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6">
                <a:extLst>
                  <a:ext uri="{FF2B5EF4-FFF2-40B4-BE49-F238E27FC236}">
                    <a16:creationId xmlns:a16="http://schemas.microsoft.com/office/drawing/2014/main" id="{7B2F1A3E-E3C9-4E74-A8BB-5D7489CCC8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7">
                <a:extLst>
                  <a:ext uri="{FF2B5EF4-FFF2-40B4-BE49-F238E27FC236}">
                    <a16:creationId xmlns:a16="http://schemas.microsoft.com/office/drawing/2014/main" id="{986E435A-5565-453A-9521-30F8988F19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8">
                <a:extLst>
                  <a:ext uri="{FF2B5EF4-FFF2-40B4-BE49-F238E27FC236}">
                    <a16:creationId xmlns:a16="http://schemas.microsoft.com/office/drawing/2014/main" id="{1B037B73-2947-4134-8DBF-86815CE18D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9">
                <a:extLst>
                  <a:ext uri="{FF2B5EF4-FFF2-40B4-BE49-F238E27FC236}">
                    <a16:creationId xmlns:a16="http://schemas.microsoft.com/office/drawing/2014/main" id="{59E3FCFD-4BC9-4154-9F9A-FEDADE6AF8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70">
                <a:extLst>
                  <a:ext uri="{FF2B5EF4-FFF2-40B4-BE49-F238E27FC236}">
                    <a16:creationId xmlns:a16="http://schemas.microsoft.com/office/drawing/2014/main" id="{75B4E090-E69E-4E1B-9D47-2E7610643E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71">
                <a:extLst>
                  <a:ext uri="{FF2B5EF4-FFF2-40B4-BE49-F238E27FC236}">
                    <a16:creationId xmlns:a16="http://schemas.microsoft.com/office/drawing/2014/main" id="{3E8EF4EA-870F-4671-9D93-BBDD11E3A6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72">
                <a:extLst>
                  <a:ext uri="{FF2B5EF4-FFF2-40B4-BE49-F238E27FC236}">
                    <a16:creationId xmlns:a16="http://schemas.microsoft.com/office/drawing/2014/main" id="{381F046F-5BF7-4214-B4FB-EEBE29F7CA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73">
                <a:extLst>
                  <a:ext uri="{FF2B5EF4-FFF2-40B4-BE49-F238E27FC236}">
                    <a16:creationId xmlns:a16="http://schemas.microsoft.com/office/drawing/2014/main" id="{836148AC-AF61-43A3-A1B1-BB54CE216A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74">
                <a:extLst>
                  <a:ext uri="{FF2B5EF4-FFF2-40B4-BE49-F238E27FC236}">
                    <a16:creationId xmlns:a16="http://schemas.microsoft.com/office/drawing/2014/main" id="{B1DE9085-D5E0-4B83-BB80-E434D7DDD1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75">
                <a:extLst>
                  <a:ext uri="{FF2B5EF4-FFF2-40B4-BE49-F238E27FC236}">
                    <a16:creationId xmlns:a16="http://schemas.microsoft.com/office/drawing/2014/main" id="{317373CF-A0A3-4A1C-88A0-683C2A8DF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6">
                <a:extLst>
                  <a:ext uri="{FF2B5EF4-FFF2-40B4-BE49-F238E27FC236}">
                    <a16:creationId xmlns:a16="http://schemas.microsoft.com/office/drawing/2014/main" id="{4347A2CA-AF14-4C9E-BBAB-D90DBAA96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7">
                <a:extLst>
                  <a:ext uri="{FF2B5EF4-FFF2-40B4-BE49-F238E27FC236}">
                    <a16:creationId xmlns:a16="http://schemas.microsoft.com/office/drawing/2014/main" id="{B9A6E2C3-57A3-42A9-A83E-18CDCD7C69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8">
                <a:extLst>
                  <a:ext uri="{FF2B5EF4-FFF2-40B4-BE49-F238E27FC236}">
                    <a16:creationId xmlns:a16="http://schemas.microsoft.com/office/drawing/2014/main" id="{66345FAF-D8B3-4589-B236-9592A4B2E67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9">
                <a:extLst>
                  <a:ext uri="{FF2B5EF4-FFF2-40B4-BE49-F238E27FC236}">
                    <a16:creationId xmlns:a16="http://schemas.microsoft.com/office/drawing/2014/main" id="{B6D66C40-7B12-4FAE-BA0D-F11071E94A8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80">
                <a:extLst>
                  <a:ext uri="{FF2B5EF4-FFF2-40B4-BE49-F238E27FC236}">
                    <a16:creationId xmlns:a16="http://schemas.microsoft.com/office/drawing/2014/main" id="{88E16CD4-DE64-472C-92F2-04F69839E8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81">
                <a:extLst>
                  <a:ext uri="{FF2B5EF4-FFF2-40B4-BE49-F238E27FC236}">
                    <a16:creationId xmlns:a16="http://schemas.microsoft.com/office/drawing/2014/main" id="{D595AF87-0CEC-4595-A702-E82EE7CBEF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82">
                <a:extLst>
                  <a:ext uri="{FF2B5EF4-FFF2-40B4-BE49-F238E27FC236}">
                    <a16:creationId xmlns:a16="http://schemas.microsoft.com/office/drawing/2014/main" id="{61ED73B8-7315-4650-922A-B9670ED5FF3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83">
                <a:extLst>
                  <a:ext uri="{FF2B5EF4-FFF2-40B4-BE49-F238E27FC236}">
                    <a16:creationId xmlns:a16="http://schemas.microsoft.com/office/drawing/2014/main" id="{78E5D2BE-A2AA-4686-881A-1AAC20E7698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84">
                <a:extLst>
                  <a:ext uri="{FF2B5EF4-FFF2-40B4-BE49-F238E27FC236}">
                    <a16:creationId xmlns:a16="http://schemas.microsoft.com/office/drawing/2014/main" id="{6983C63B-88C2-4A51-9595-E3C3B3B911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357" name="Title 1">
            <a:extLst>
              <a:ext uri="{FF2B5EF4-FFF2-40B4-BE49-F238E27FC236}">
                <a16:creationId xmlns:a16="http://schemas.microsoft.com/office/drawing/2014/main" id="{854A438C-BC9A-4A4F-ABD3-80A84279EC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9756" y="73844"/>
            <a:ext cx="10969943" cy="711081"/>
          </a:xfrm>
        </p:spPr>
        <p:txBody>
          <a:bodyPr>
            <a:noAutofit/>
          </a:bodyPr>
          <a:lstStyle>
            <a:lvl1pPr algn="l">
              <a:defRPr sz="3600">
                <a:solidFill>
                  <a:schemeClr val="bg1"/>
                </a:solidFill>
                <a:latin typeface="Cooper Black" panose="0208090404030B020404" pitchFamily="18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00383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out U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www.anubhavtrainings.com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8ACDF83-3992-49FB-93C3-FD7BBB55C91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575931" y="607234"/>
            <a:ext cx="6932127" cy="4386230"/>
          </a:xfrm>
          <a:custGeom>
            <a:avLst/>
            <a:gdLst>
              <a:gd name="connsiteX0" fmla="*/ 387523 w 6932127"/>
              <a:gd name="connsiteY0" fmla="*/ 0 h 4386230"/>
              <a:gd name="connsiteX1" fmla="*/ 6544604 w 6932127"/>
              <a:gd name="connsiteY1" fmla="*/ 0 h 4386230"/>
              <a:gd name="connsiteX2" fmla="*/ 6932127 w 6932127"/>
              <a:gd name="connsiteY2" fmla="*/ 387523 h 4386230"/>
              <a:gd name="connsiteX3" fmla="*/ 6932127 w 6932127"/>
              <a:gd name="connsiteY3" fmla="*/ 3998707 h 4386230"/>
              <a:gd name="connsiteX4" fmla="*/ 6544604 w 6932127"/>
              <a:gd name="connsiteY4" fmla="*/ 4386230 h 4386230"/>
              <a:gd name="connsiteX5" fmla="*/ 387523 w 6932127"/>
              <a:gd name="connsiteY5" fmla="*/ 4386230 h 4386230"/>
              <a:gd name="connsiteX6" fmla="*/ 0 w 6932127"/>
              <a:gd name="connsiteY6" fmla="*/ 3998707 h 4386230"/>
              <a:gd name="connsiteX7" fmla="*/ 0 w 6932127"/>
              <a:gd name="connsiteY7" fmla="*/ 387523 h 4386230"/>
              <a:gd name="connsiteX8" fmla="*/ 387523 w 6932127"/>
              <a:gd name="connsiteY8" fmla="*/ 0 h 43862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932127" h="4386230">
                <a:moveTo>
                  <a:pt x="387523" y="0"/>
                </a:moveTo>
                <a:lnTo>
                  <a:pt x="6544604" y="0"/>
                </a:lnTo>
                <a:cubicBezTo>
                  <a:pt x="6758627" y="0"/>
                  <a:pt x="6932127" y="173500"/>
                  <a:pt x="6932127" y="387523"/>
                </a:cubicBezTo>
                <a:lnTo>
                  <a:pt x="6932127" y="3998707"/>
                </a:lnTo>
                <a:cubicBezTo>
                  <a:pt x="6932127" y="4212730"/>
                  <a:pt x="6758627" y="4386230"/>
                  <a:pt x="6544604" y="4386230"/>
                </a:cubicBezTo>
                <a:lnTo>
                  <a:pt x="387523" y="4386230"/>
                </a:lnTo>
                <a:cubicBezTo>
                  <a:pt x="173500" y="4386230"/>
                  <a:pt x="0" y="4212730"/>
                  <a:pt x="0" y="3998707"/>
                </a:cubicBezTo>
                <a:lnTo>
                  <a:pt x="0" y="387523"/>
                </a:lnTo>
                <a:cubicBezTo>
                  <a:pt x="0" y="173500"/>
                  <a:pt x="173500" y="0"/>
                  <a:pt x="387523" y="0"/>
                </a:cubicBezTo>
                <a:close/>
              </a:path>
            </a:pathLst>
          </a:custGeom>
          <a:solidFill>
            <a:schemeClr val="accent3"/>
          </a:solidFill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txBody>
          <a:bodyPr wrap="square" anchor="ctr">
            <a:noAutofit/>
          </a:bodyPr>
          <a:lstStyle>
            <a:lvl1pPr marL="0" indent="0" algn="ctr">
              <a:buFontTx/>
              <a:buNone/>
              <a:defRPr>
                <a:solidFill>
                  <a:schemeClr val="bg1"/>
                </a:solidFill>
                <a:latin typeface="+mn-lt"/>
              </a:defRPr>
            </a:lvl1pPr>
          </a:lstStyle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30900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sp>
        <p:nvSpPr>
          <p:cNvPr id="364" name="Picture Placeholder 2">
            <a:extLst>
              <a:ext uri="{FF2B5EF4-FFF2-40B4-BE49-F238E27FC236}">
                <a16:creationId xmlns:a16="http://schemas.microsoft.com/office/drawing/2014/main" id="{251EF59E-16AF-4781-8288-EC19B9762CA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20540" y="-11151"/>
            <a:ext cx="6784876" cy="5685522"/>
          </a:xfrm>
          <a:custGeom>
            <a:avLst/>
            <a:gdLst>
              <a:gd name="connsiteX0" fmla="*/ 0 w 7654699"/>
              <a:gd name="connsiteY0" fmla="*/ 0 h 5678805"/>
              <a:gd name="connsiteX1" fmla="*/ 7654699 w 7654699"/>
              <a:gd name="connsiteY1" fmla="*/ 0 h 5678805"/>
              <a:gd name="connsiteX2" fmla="*/ 7654699 w 7654699"/>
              <a:gd name="connsiteY2" fmla="*/ 0 h 5678805"/>
              <a:gd name="connsiteX3" fmla="*/ 7654699 w 7654699"/>
              <a:gd name="connsiteY3" fmla="*/ 4808982 h 5678805"/>
              <a:gd name="connsiteX4" fmla="*/ 6784876 w 7654699"/>
              <a:gd name="connsiteY4" fmla="*/ 5678805 h 5678805"/>
              <a:gd name="connsiteX5" fmla="*/ 869823 w 7654699"/>
              <a:gd name="connsiteY5" fmla="*/ 5678805 h 5678805"/>
              <a:gd name="connsiteX6" fmla="*/ 0 w 7654699"/>
              <a:gd name="connsiteY6" fmla="*/ 4808982 h 5678805"/>
              <a:gd name="connsiteX7" fmla="*/ 0 w 7654699"/>
              <a:gd name="connsiteY7" fmla="*/ 0 h 5678805"/>
              <a:gd name="connsiteX8" fmla="*/ 0 w 7654699"/>
              <a:gd name="connsiteY8" fmla="*/ 0 h 5678805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9" fmla="*/ 0 w 7654699"/>
              <a:gd name="connsiteY9" fmla="*/ 6717 h 5685522"/>
              <a:gd name="connsiteX0" fmla="*/ 0 w 7654699"/>
              <a:gd name="connsiteY0" fmla="*/ 6717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8" fmla="*/ 0 w 7654699"/>
              <a:gd name="connsiteY8" fmla="*/ 6717 h 5685522"/>
              <a:gd name="connsiteX0" fmla="*/ 0 w 7654699"/>
              <a:gd name="connsiteY0" fmla="*/ 4815699 h 5685522"/>
              <a:gd name="connsiteX1" fmla="*/ 901515 w 7654699"/>
              <a:gd name="connsiteY1" fmla="*/ 0 h 5685522"/>
              <a:gd name="connsiteX2" fmla="*/ 7654699 w 7654699"/>
              <a:gd name="connsiteY2" fmla="*/ 6717 h 5685522"/>
              <a:gd name="connsiteX3" fmla="*/ 7654699 w 7654699"/>
              <a:gd name="connsiteY3" fmla="*/ 6717 h 5685522"/>
              <a:gd name="connsiteX4" fmla="*/ 7654699 w 7654699"/>
              <a:gd name="connsiteY4" fmla="*/ 4815699 h 5685522"/>
              <a:gd name="connsiteX5" fmla="*/ 6784876 w 7654699"/>
              <a:gd name="connsiteY5" fmla="*/ 5685522 h 5685522"/>
              <a:gd name="connsiteX6" fmla="*/ 869823 w 7654699"/>
              <a:gd name="connsiteY6" fmla="*/ 5685522 h 5685522"/>
              <a:gd name="connsiteX7" fmla="*/ 0 w 7654699"/>
              <a:gd name="connsiteY7" fmla="*/ 4815699 h 5685522"/>
              <a:gd name="connsiteX0" fmla="*/ 776254 w 7561130"/>
              <a:gd name="connsiteY0" fmla="*/ 5685522 h 5685522"/>
              <a:gd name="connsiteX1" fmla="*/ 807946 w 7561130"/>
              <a:gd name="connsiteY1" fmla="*/ 0 h 5685522"/>
              <a:gd name="connsiteX2" fmla="*/ 7561130 w 7561130"/>
              <a:gd name="connsiteY2" fmla="*/ 6717 h 5685522"/>
              <a:gd name="connsiteX3" fmla="*/ 7561130 w 7561130"/>
              <a:gd name="connsiteY3" fmla="*/ 6717 h 5685522"/>
              <a:gd name="connsiteX4" fmla="*/ 7561130 w 7561130"/>
              <a:gd name="connsiteY4" fmla="*/ 4815699 h 5685522"/>
              <a:gd name="connsiteX5" fmla="*/ 6691307 w 7561130"/>
              <a:gd name="connsiteY5" fmla="*/ 5685522 h 5685522"/>
              <a:gd name="connsiteX6" fmla="*/ 776254 w 7561130"/>
              <a:gd name="connsiteY6" fmla="*/ 5685522 h 5685522"/>
              <a:gd name="connsiteX0" fmla="*/ 0 w 6784876"/>
              <a:gd name="connsiteY0" fmla="*/ 5685522 h 5685522"/>
              <a:gd name="connsiteX1" fmla="*/ 31692 w 6784876"/>
              <a:gd name="connsiteY1" fmla="*/ 0 h 5685522"/>
              <a:gd name="connsiteX2" fmla="*/ 6784876 w 6784876"/>
              <a:gd name="connsiteY2" fmla="*/ 6717 h 5685522"/>
              <a:gd name="connsiteX3" fmla="*/ 6784876 w 6784876"/>
              <a:gd name="connsiteY3" fmla="*/ 6717 h 5685522"/>
              <a:gd name="connsiteX4" fmla="*/ 6784876 w 6784876"/>
              <a:gd name="connsiteY4" fmla="*/ 4815699 h 5685522"/>
              <a:gd name="connsiteX5" fmla="*/ 5915053 w 6784876"/>
              <a:gd name="connsiteY5" fmla="*/ 5685522 h 5685522"/>
              <a:gd name="connsiteX6" fmla="*/ 0 w 6784876"/>
              <a:gd name="connsiteY6" fmla="*/ 5685522 h 56855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84876" h="5685522">
                <a:moveTo>
                  <a:pt x="0" y="5685522"/>
                </a:moveTo>
                <a:lnTo>
                  <a:pt x="31692" y="0"/>
                </a:lnTo>
                <a:lnTo>
                  <a:pt x="6784876" y="6717"/>
                </a:lnTo>
                <a:lnTo>
                  <a:pt x="6784876" y="6717"/>
                </a:lnTo>
                <a:lnTo>
                  <a:pt x="6784876" y="4815699"/>
                </a:lnTo>
                <a:cubicBezTo>
                  <a:pt x="6784876" y="5296089"/>
                  <a:pt x="6395443" y="5685522"/>
                  <a:pt x="5915053" y="5685522"/>
                </a:cubicBezTo>
                <a:lnTo>
                  <a:pt x="0" y="5685522"/>
                </a:lnTo>
                <a:close/>
              </a:path>
            </a:pathLst>
          </a:custGeom>
          <a:solidFill>
            <a:schemeClr val="accent3"/>
          </a:solidFill>
          <a:effectLst>
            <a:outerShdw blurRad="635000" dist="825500" dir="21540000" algn="l" rotWithShape="0">
              <a:prstClr val="black">
                <a:alpha val="20000"/>
              </a:prstClr>
            </a:outerShdw>
          </a:effectLst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3200"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143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ur Team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  <a:p>
            <a:endParaRPr lang="en-US" dirty="0"/>
          </a:p>
        </p:txBody>
      </p:sp>
      <p:sp>
        <p:nvSpPr>
          <p:cNvPr id="363" name="Picture Placeholder 13">
            <a:extLst>
              <a:ext uri="{FF2B5EF4-FFF2-40B4-BE49-F238E27FC236}">
                <a16:creationId xmlns:a16="http://schemas.microsoft.com/office/drawing/2014/main" id="{AF7BEAA2-6D2C-4224-A195-391044C69E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286125" y="2297680"/>
            <a:ext cx="1728788" cy="1728787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5" name="Picture Placeholder 13">
            <a:extLst>
              <a:ext uri="{FF2B5EF4-FFF2-40B4-BE49-F238E27FC236}">
                <a16:creationId xmlns:a16="http://schemas.microsoft.com/office/drawing/2014/main" id="{23BFF80F-B426-466E-B0BF-CF7C190E492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12310" y="1412776"/>
            <a:ext cx="1681778" cy="1681777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6" name="Picture Placeholder 13">
            <a:extLst>
              <a:ext uri="{FF2B5EF4-FFF2-40B4-BE49-F238E27FC236}">
                <a16:creationId xmlns:a16="http://schemas.microsoft.com/office/drawing/2014/main" id="{41BD29D0-2556-4715-91D8-E02770D6F82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622663" y="3342563"/>
            <a:ext cx="1302826" cy="1302824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67" name="Picture Placeholder 13">
            <a:extLst>
              <a:ext uri="{FF2B5EF4-FFF2-40B4-BE49-F238E27FC236}">
                <a16:creationId xmlns:a16="http://schemas.microsoft.com/office/drawing/2014/main" id="{4B3928D8-3106-4129-84DA-31AD6A29256F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5103405" y="3537009"/>
            <a:ext cx="2012950" cy="2012946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380" name="Title 1">
            <a:extLst>
              <a:ext uri="{FF2B5EF4-FFF2-40B4-BE49-F238E27FC236}">
                <a16:creationId xmlns:a16="http://schemas.microsoft.com/office/drawing/2014/main" id="{FEE9D826-2462-4D57-A5DD-57BFA6D51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</p:spPr>
        <p:txBody>
          <a:bodyPr>
            <a:noAutofit/>
          </a:bodyPr>
          <a:lstStyle>
            <a:lvl1pPr algn="ctr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924982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ktop Mocku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81" name="Freeform: Shape 380">
            <a:extLst>
              <a:ext uri="{FF2B5EF4-FFF2-40B4-BE49-F238E27FC236}">
                <a16:creationId xmlns:a16="http://schemas.microsoft.com/office/drawing/2014/main" id="{AE984D29-61FE-4C99-9687-A51CC7822CA6}"/>
              </a:ext>
            </a:extLst>
          </p:cNvPr>
          <p:cNvSpPr/>
          <p:nvPr userDrawn="1"/>
        </p:nvSpPr>
        <p:spPr>
          <a:xfrm>
            <a:off x="5662364" y="1569860"/>
            <a:ext cx="6526461" cy="5288141"/>
          </a:xfrm>
          <a:custGeom>
            <a:avLst/>
            <a:gdLst>
              <a:gd name="connsiteX0" fmla="*/ 393743 w 6526461"/>
              <a:gd name="connsiteY0" fmla="*/ 0 h 5288141"/>
              <a:gd name="connsiteX1" fmla="*/ 6526461 w 6526461"/>
              <a:gd name="connsiteY1" fmla="*/ 0 h 5288141"/>
              <a:gd name="connsiteX2" fmla="*/ 6526461 w 6526461"/>
              <a:gd name="connsiteY2" fmla="*/ 5288141 h 5288141"/>
              <a:gd name="connsiteX3" fmla="*/ 0 w 6526461"/>
              <a:gd name="connsiteY3" fmla="*/ 5288141 h 5288141"/>
              <a:gd name="connsiteX4" fmla="*/ 0 w 6526461"/>
              <a:gd name="connsiteY4" fmla="*/ 393743 h 5288141"/>
              <a:gd name="connsiteX5" fmla="*/ 393743 w 6526461"/>
              <a:gd name="connsiteY5" fmla="*/ 0 h 52881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26461" h="5288141">
                <a:moveTo>
                  <a:pt x="393743" y="0"/>
                </a:moveTo>
                <a:lnTo>
                  <a:pt x="6526461" y="0"/>
                </a:lnTo>
                <a:lnTo>
                  <a:pt x="6526461" y="5288141"/>
                </a:lnTo>
                <a:lnTo>
                  <a:pt x="0" y="5288141"/>
                </a:lnTo>
                <a:lnTo>
                  <a:pt x="0" y="393743"/>
                </a:lnTo>
                <a:cubicBezTo>
                  <a:pt x="0" y="176285"/>
                  <a:pt x="176285" y="0"/>
                  <a:pt x="393743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82" name="Picture Placeholder 381">
            <a:extLst>
              <a:ext uri="{FF2B5EF4-FFF2-40B4-BE49-F238E27FC236}">
                <a16:creationId xmlns:a16="http://schemas.microsoft.com/office/drawing/2014/main" id="{8F59953D-8D34-4876-B098-4D1DAD1918E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266549" y="2111829"/>
            <a:ext cx="5922276" cy="4746172"/>
          </a:xfrm>
          <a:custGeom>
            <a:avLst/>
            <a:gdLst>
              <a:gd name="connsiteX0" fmla="*/ 0 w 5922276"/>
              <a:gd name="connsiteY0" fmla="*/ 0 h 4746172"/>
              <a:gd name="connsiteX1" fmla="*/ 5922276 w 5922276"/>
              <a:gd name="connsiteY1" fmla="*/ 0 h 4746172"/>
              <a:gd name="connsiteX2" fmla="*/ 5922276 w 5922276"/>
              <a:gd name="connsiteY2" fmla="*/ 4746172 h 4746172"/>
              <a:gd name="connsiteX3" fmla="*/ 0 w 5922276"/>
              <a:gd name="connsiteY3" fmla="*/ 4746172 h 47461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22276" h="4746172">
                <a:moveTo>
                  <a:pt x="0" y="0"/>
                </a:moveTo>
                <a:lnTo>
                  <a:pt x="5922276" y="0"/>
                </a:lnTo>
                <a:lnTo>
                  <a:pt x="5922276" y="4746172"/>
                </a:lnTo>
                <a:lnTo>
                  <a:pt x="0" y="4746172"/>
                </a:lnTo>
                <a:close/>
              </a:path>
            </a:pathLst>
          </a:custGeom>
          <a:solidFill>
            <a:schemeClr val="accent3"/>
          </a:solidFill>
        </p:spPr>
        <p:txBody>
          <a:bodyPr wrap="square"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69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8C1607FC-4025-4535-B960-C423F1504CE5}"/>
              </a:ext>
            </a:extLst>
          </p:cNvPr>
          <p:cNvGrpSpPr/>
          <p:nvPr userDrawn="1"/>
        </p:nvGrpSpPr>
        <p:grpSpPr>
          <a:xfrm>
            <a:off x="354110" y="326571"/>
            <a:ext cx="11480604" cy="6185861"/>
            <a:chOff x="354110" y="326571"/>
            <a:chExt cx="11480604" cy="6185861"/>
          </a:xfrm>
          <a:solidFill>
            <a:schemeClr val="accent1">
              <a:lumMod val="90000"/>
              <a:lumOff val="10000"/>
              <a:alpha val="20000"/>
            </a:schemeClr>
          </a:solidFill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5651BEEC-E6AC-4E4B-9B88-D2F823311FDE}"/>
                </a:ext>
              </a:extLst>
            </p:cNvPr>
            <p:cNvGrpSpPr/>
            <p:nvPr/>
          </p:nvGrpSpPr>
          <p:grpSpPr>
            <a:xfrm>
              <a:off x="354110" y="326571"/>
              <a:ext cx="11480604" cy="109990"/>
              <a:chOff x="354110" y="326571"/>
              <a:chExt cx="11480604" cy="109990"/>
            </a:xfrm>
            <a:grpFill/>
          </p:grpSpPr>
          <p:sp>
            <p:nvSpPr>
              <p:cNvPr id="337" name="Rectangle 5">
                <a:extLst>
                  <a:ext uri="{FF2B5EF4-FFF2-40B4-BE49-F238E27FC236}">
                    <a16:creationId xmlns:a16="http://schemas.microsoft.com/office/drawing/2014/main" id="{85C298FF-97F9-4147-B827-D8E5136C26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8" name="Rectangle 6">
                <a:extLst>
                  <a:ext uri="{FF2B5EF4-FFF2-40B4-BE49-F238E27FC236}">
                    <a16:creationId xmlns:a16="http://schemas.microsoft.com/office/drawing/2014/main" id="{9408EFDD-1492-4223-8E65-A093D2F1BB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9" name="Rectangle 7">
                <a:extLst>
                  <a:ext uri="{FF2B5EF4-FFF2-40B4-BE49-F238E27FC236}">
                    <a16:creationId xmlns:a16="http://schemas.microsoft.com/office/drawing/2014/main" id="{F894E7F8-7101-42ED-9EE3-85F58C6EF3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0" name="Rectangle 8">
                <a:extLst>
                  <a:ext uri="{FF2B5EF4-FFF2-40B4-BE49-F238E27FC236}">
                    <a16:creationId xmlns:a16="http://schemas.microsoft.com/office/drawing/2014/main" id="{877C8C7E-1793-4536-97A4-63A3591EF9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1" name="Rectangle 9">
                <a:extLst>
                  <a:ext uri="{FF2B5EF4-FFF2-40B4-BE49-F238E27FC236}">
                    <a16:creationId xmlns:a16="http://schemas.microsoft.com/office/drawing/2014/main" id="{077D2BC4-41B3-4D98-84CA-A2503EF131C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2" name="Rectangle 10">
                <a:extLst>
                  <a:ext uri="{FF2B5EF4-FFF2-40B4-BE49-F238E27FC236}">
                    <a16:creationId xmlns:a16="http://schemas.microsoft.com/office/drawing/2014/main" id="{DE4270DF-458E-4975-B86F-E605B966C6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3" name="Rectangle 11">
                <a:extLst>
                  <a:ext uri="{FF2B5EF4-FFF2-40B4-BE49-F238E27FC236}">
                    <a16:creationId xmlns:a16="http://schemas.microsoft.com/office/drawing/2014/main" id="{5334B1DA-DE9D-46A4-B1CC-07D8B5B37F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4" name="Rectangle 12">
                <a:extLst>
                  <a:ext uri="{FF2B5EF4-FFF2-40B4-BE49-F238E27FC236}">
                    <a16:creationId xmlns:a16="http://schemas.microsoft.com/office/drawing/2014/main" id="{1CF1EF4A-5FEC-4B62-A622-2DEE7B72C0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5" name="Rectangle 13">
                <a:extLst>
                  <a:ext uri="{FF2B5EF4-FFF2-40B4-BE49-F238E27FC236}">
                    <a16:creationId xmlns:a16="http://schemas.microsoft.com/office/drawing/2014/main" id="{322BDF90-AD9B-4F68-8F1B-8AE6FD1E47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6" name="Rectangle 14">
                <a:extLst>
                  <a:ext uri="{FF2B5EF4-FFF2-40B4-BE49-F238E27FC236}">
                    <a16:creationId xmlns:a16="http://schemas.microsoft.com/office/drawing/2014/main" id="{93F9BC3E-2349-4557-A942-FF58D34975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7" name="Rectangle 15">
                <a:extLst>
                  <a:ext uri="{FF2B5EF4-FFF2-40B4-BE49-F238E27FC236}">
                    <a16:creationId xmlns:a16="http://schemas.microsoft.com/office/drawing/2014/main" id="{D4E479F8-DBB7-4E24-82DB-9187E1DA157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8" name="Rectangle 16">
                <a:extLst>
                  <a:ext uri="{FF2B5EF4-FFF2-40B4-BE49-F238E27FC236}">
                    <a16:creationId xmlns:a16="http://schemas.microsoft.com/office/drawing/2014/main" id="{88729413-47AC-4DEA-A613-0B6158FCB8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9" name="Rectangle 17">
                <a:extLst>
                  <a:ext uri="{FF2B5EF4-FFF2-40B4-BE49-F238E27FC236}">
                    <a16:creationId xmlns:a16="http://schemas.microsoft.com/office/drawing/2014/main" id="{20F824DD-152A-4F6D-952E-24ADD1A8C07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0" name="Rectangle 18">
                <a:extLst>
                  <a:ext uri="{FF2B5EF4-FFF2-40B4-BE49-F238E27FC236}">
                    <a16:creationId xmlns:a16="http://schemas.microsoft.com/office/drawing/2014/main" id="{951C09E8-C755-4AEB-9C27-AE9621753A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1" name="Rectangle 19">
                <a:extLst>
                  <a:ext uri="{FF2B5EF4-FFF2-40B4-BE49-F238E27FC236}">
                    <a16:creationId xmlns:a16="http://schemas.microsoft.com/office/drawing/2014/main" id="{32F64432-EE66-40C8-A67A-FA722F75D5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2" name="Rectangle 20">
                <a:extLst>
                  <a:ext uri="{FF2B5EF4-FFF2-40B4-BE49-F238E27FC236}">
                    <a16:creationId xmlns:a16="http://schemas.microsoft.com/office/drawing/2014/main" id="{29005991-F871-4DFB-9517-DCB334B68B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3" name="Rectangle 21">
                <a:extLst>
                  <a:ext uri="{FF2B5EF4-FFF2-40B4-BE49-F238E27FC236}">
                    <a16:creationId xmlns:a16="http://schemas.microsoft.com/office/drawing/2014/main" id="{1C601034-B07F-4FCA-B65F-4BA94F1FEF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4" name="Rectangle 22">
                <a:extLst>
                  <a:ext uri="{FF2B5EF4-FFF2-40B4-BE49-F238E27FC236}">
                    <a16:creationId xmlns:a16="http://schemas.microsoft.com/office/drawing/2014/main" id="{A3C10F51-A92E-4F5D-841E-2495E85BD8B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5" name="Rectangle 23">
                <a:extLst>
                  <a:ext uri="{FF2B5EF4-FFF2-40B4-BE49-F238E27FC236}">
                    <a16:creationId xmlns:a16="http://schemas.microsoft.com/office/drawing/2014/main" id="{8656C742-4C71-41EC-9EED-8A0FF35A8B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6" name="Rectangle 24">
                <a:extLst>
                  <a:ext uri="{FF2B5EF4-FFF2-40B4-BE49-F238E27FC236}">
                    <a16:creationId xmlns:a16="http://schemas.microsoft.com/office/drawing/2014/main" id="{DD7837C0-45DC-47B0-8EB6-E1AFA3DF28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7" name="Rectangle 25">
                <a:extLst>
                  <a:ext uri="{FF2B5EF4-FFF2-40B4-BE49-F238E27FC236}">
                    <a16:creationId xmlns:a16="http://schemas.microsoft.com/office/drawing/2014/main" id="{C6C4A808-47AA-4933-B20F-A80BEEFBDE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8" name="Rectangle 26">
                <a:extLst>
                  <a:ext uri="{FF2B5EF4-FFF2-40B4-BE49-F238E27FC236}">
                    <a16:creationId xmlns:a16="http://schemas.microsoft.com/office/drawing/2014/main" id="{1916F620-2E67-4716-A335-AA9D0F9A9B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9" name="Rectangle 27">
                <a:extLst>
                  <a:ext uri="{FF2B5EF4-FFF2-40B4-BE49-F238E27FC236}">
                    <a16:creationId xmlns:a16="http://schemas.microsoft.com/office/drawing/2014/main" id="{54529738-34CA-43C1-9448-C6D7594E392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0" name="Rectangle 28">
                <a:extLst>
                  <a:ext uri="{FF2B5EF4-FFF2-40B4-BE49-F238E27FC236}">
                    <a16:creationId xmlns:a16="http://schemas.microsoft.com/office/drawing/2014/main" id="{AB2B254B-6166-4F70-A263-5F5630C8AF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1" name="Rectangle 29">
                <a:extLst>
                  <a:ext uri="{FF2B5EF4-FFF2-40B4-BE49-F238E27FC236}">
                    <a16:creationId xmlns:a16="http://schemas.microsoft.com/office/drawing/2014/main" id="{CC179163-7F45-4275-B900-184CA908E7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26571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2" name="Rectangle 30">
                <a:extLst>
                  <a:ext uri="{FF2B5EF4-FFF2-40B4-BE49-F238E27FC236}">
                    <a16:creationId xmlns:a16="http://schemas.microsoft.com/office/drawing/2014/main" id="{A16179B1-495E-40B6-BA3E-4FE45BD06F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26571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6CC022AE-7DA1-4DBC-B4FA-A550170E3244}"/>
                </a:ext>
              </a:extLst>
            </p:cNvPr>
            <p:cNvGrpSpPr/>
            <p:nvPr/>
          </p:nvGrpSpPr>
          <p:grpSpPr>
            <a:xfrm>
              <a:off x="354110" y="833283"/>
              <a:ext cx="11480604" cy="108822"/>
              <a:chOff x="354110" y="834963"/>
              <a:chExt cx="11480604" cy="108822"/>
            </a:xfrm>
            <a:grpFill/>
          </p:grpSpPr>
          <p:sp>
            <p:nvSpPr>
              <p:cNvPr id="311" name="Rectangle 32">
                <a:extLst>
                  <a:ext uri="{FF2B5EF4-FFF2-40B4-BE49-F238E27FC236}">
                    <a16:creationId xmlns:a16="http://schemas.microsoft.com/office/drawing/2014/main" id="{E6CEC545-E6D9-4264-BEA6-119B54AE4C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2" name="Rectangle 33">
                <a:extLst>
                  <a:ext uri="{FF2B5EF4-FFF2-40B4-BE49-F238E27FC236}">
                    <a16:creationId xmlns:a16="http://schemas.microsoft.com/office/drawing/2014/main" id="{60C7E7B9-97E8-4AE1-A9F0-162381B38D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3" name="Rectangle 34">
                <a:extLst>
                  <a:ext uri="{FF2B5EF4-FFF2-40B4-BE49-F238E27FC236}">
                    <a16:creationId xmlns:a16="http://schemas.microsoft.com/office/drawing/2014/main" id="{BC9E105B-3AD3-4AC9-8C4E-3DABA3F821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4" name="Rectangle 35">
                <a:extLst>
                  <a:ext uri="{FF2B5EF4-FFF2-40B4-BE49-F238E27FC236}">
                    <a16:creationId xmlns:a16="http://schemas.microsoft.com/office/drawing/2014/main" id="{B10232F8-CE74-495F-B906-B4B2237079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5" name="Rectangle 36">
                <a:extLst>
                  <a:ext uri="{FF2B5EF4-FFF2-40B4-BE49-F238E27FC236}">
                    <a16:creationId xmlns:a16="http://schemas.microsoft.com/office/drawing/2014/main" id="{377EBFB6-EE61-435B-A0EA-67D67D892FE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6" name="Rectangle 37">
                <a:extLst>
                  <a:ext uri="{FF2B5EF4-FFF2-40B4-BE49-F238E27FC236}">
                    <a16:creationId xmlns:a16="http://schemas.microsoft.com/office/drawing/2014/main" id="{7837C467-758B-463F-B551-93C783E129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7" name="Rectangle 38">
                <a:extLst>
                  <a:ext uri="{FF2B5EF4-FFF2-40B4-BE49-F238E27FC236}">
                    <a16:creationId xmlns:a16="http://schemas.microsoft.com/office/drawing/2014/main" id="{C77A01F7-C261-4381-86C3-4C89EE66C70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8" name="Rectangle 39">
                <a:extLst>
                  <a:ext uri="{FF2B5EF4-FFF2-40B4-BE49-F238E27FC236}">
                    <a16:creationId xmlns:a16="http://schemas.microsoft.com/office/drawing/2014/main" id="{7477D541-DCD7-4A47-BAD6-421CE795D86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9" name="Rectangle 40">
                <a:extLst>
                  <a:ext uri="{FF2B5EF4-FFF2-40B4-BE49-F238E27FC236}">
                    <a16:creationId xmlns:a16="http://schemas.microsoft.com/office/drawing/2014/main" id="{4E64ADB5-6C15-4DFA-A1D8-CCB52869EB2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0" name="Rectangle 41">
                <a:extLst>
                  <a:ext uri="{FF2B5EF4-FFF2-40B4-BE49-F238E27FC236}">
                    <a16:creationId xmlns:a16="http://schemas.microsoft.com/office/drawing/2014/main" id="{AC57F5E1-8997-4B18-B946-EC6DFA386D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1" name="Rectangle 42">
                <a:extLst>
                  <a:ext uri="{FF2B5EF4-FFF2-40B4-BE49-F238E27FC236}">
                    <a16:creationId xmlns:a16="http://schemas.microsoft.com/office/drawing/2014/main" id="{AC1B45CA-8F96-41DA-A93A-FD14080BEB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2" name="Rectangle 43">
                <a:extLst>
                  <a:ext uri="{FF2B5EF4-FFF2-40B4-BE49-F238E27FC236}">
                    <a16:creationId xmlns:a16="http://schemas.microsoft.com/office/drawing/2014/main" id="{703118E8-5E3B-4DFA-9921-369E22CA03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3" name="Rectangle 44">
                <a:extLst>
                  <a:ext uri="{FF2B5EF4-FFF2-40B4-BE49-F238E27FC236}">
                    <a16:creationId xmlns:a16="http://schemas.microsoft.com/office/drawing/2014/main" id="{ED301010-E5DC-4676-A476-7C14D84A53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4" name="Rectangle 45">
                <a:extLst>
                  <a:ext uri="{FF2B5EF4-FFF2-40B4-BE49-F238E27FC236}">
                    <a16:creationId xmlns:a16="http://schemas.microsoft.com/office/drawing/2014/main" id="{37F85CBA-9F8F-490A-A6C5-555D548FDA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5" name="Rectangle 46">
                <a:extLst>
                  <a:ext uri="{FF2B5EF4-FFF2-40B4-BE49-F238E27FC236}">
                    <a16:creationId xmlns:a16="http://schemas.microsoft.com/office/drawing/2014/main" id="{4CDDB648-0406-4415-9B3A-F56F9D7B2E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6" name="Rectangle 47">
                <a:extLst>
                  <a:ext uri="{FF2B5EF4-FFF2-40B4-BE49-F238E27FC236}">
                    <a16:creationId xmlns:a16="http://schemas.microsoft.com/office/drawing/2014/main" id="{9656844F-AFE3-4957-A69F-F4A848FEF63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7" name="Rectangle 48">
                <a:extLst>
                  <a:ext uri="{FF2B5EF4-FFF2-40B4-BE49-F238E27FC236}">
                    <a16:creationId xmlns:a16="http://schemas.microsoft.com/office/drawing/2014/main" id="{5A3A99BA-4854-4231-B6BB-888D83A0100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8" name="Rectangle 49">
                <a:extLst>
                  <a:ext uri="{FF2B5EF4-FFF2-40B4-BE49-F238E27FC236}">
                    <a16:creationId xmlns:a16="http://schemas.microsoft.com/office/drawing/2014/main" id="{22B51AD2-0C6E-467F-A47F-34DAB5BB7E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9" name="Rectangle 50">
                <a:extLst>
                  <a:ext uri="{FF2B5EF4-FFF2-40B4-BE49-F238E27FC236}">
                    <a16:creationId xmlns:a16="http://schemas.microsoft.com/office/drawing/2014/main" id="{EDE14BA8-EBD0-4206-8FB2-6B9E4AB28F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0" name="Rectangle 51">
                <a:extLst>
                  <a:ext uri="{FF2B5EF4-FFF2-40B4-BE49-F238E27FC236}">
                    <a16:creationId xmlns:a16="http://schemas.microsoft.com/office/drawing/2014/main" id="{F2846FEF-2688-4964-A02B-231009108D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1" name="Rectangle 52">
                <a:extLst>
                  <a:ext uri="{FF2B5EF4-FFF2-40B4-BE49-F238E27FC236}">
                    <a16:creationId xmlns:a16="http://schemas.microsoft.com/office/drawing/2014/main" id="{93E03F91-49D8-43EE-B637-0558AECB0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2" name="Rectangle 53">
                <a:extLst>
                  <a:ext uri="{FF2B5EF4-FFF2-40B4-BE49-F238E27FC236}">
                    <a16:creationId xmlns:a16="http://schemas.microsoft.com/office/drawing/2014/main" id="{25EB1B6D-371C-4129-8792-C87711A4DC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3" name="Rectangle 54">
                <a:extLst>
                  <a:ext uri="{FF2B5EF4-FFF2-40B4-BE49-F238E27FC236}">
                    <a16:creationId xmlns:a16="http://schemas.microsoft.com/office/drawing/2014/main" id="{F0762AD7-4B47-41B5-90EC-26D5248FC1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4" name="Rectangle 55">
                <a:extLst>
                  <a:ext uri="{FF2B5EF4-FFF2-40B4-BE49-F238E27FC236}">
                    <a16:creationId xmlns:a16="http://schemas.microsoft.com/office/drawing/2014/main" id="{77F5372A-DF0C-4EB4-8383-88ACAFBC34E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5" name="Rectangle 56">
                <a:extLst>
                  <a:ext uri="{FF2B5EF4-FFF2-40B4-BE49-F238E27FC236}">
                    <a16:creationId xmlns:a16="http://schemas.microsoft.com/office/drawing/2014/main" id="{E1647C36-4FD2-4648-B99F-D1A25055E7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834963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6" name="Rectangle 57">
                <a:extLst>
                  <a:ext uri="{FF2B5EF4-FFF2-40B4-BE49-F238E27FC236}">
                    <a16:creationId xmlns:a16="http://schemas.microsoft.com/office/drawing/2014/main" id="{ACEC7B34-ADAF-47D3-BF11-ED91BA7A1A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834963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86937529-B296-43D8-A41E-AB8B81312F52}"/>
                </a:ext>
              </a:extLst>
            </p:cNvPr>
            <p:cNvGrpSpPr/>
            <p:nvPr/>
          </p:nvGrpSpPr>
          <p:grpSpPr>
            <a:xfrm>
              <a:off x="354110" y="1338827"/>
              <a:ext cx="11480604" cy="109990"/>
              <a:chOff x="354110" y="1342187"/>
              <a:chExt cx="11480604" cy="109990"/>
            </a:xfrm>
            <a:grpFill/>
          </p:grpSpPr>
          <p:sp>
            <p:nvSpPr>
              <p:cNvPr id="285" name="Rectangle 59">
                <a:extLst>
                  <a:ext uri="{FF2B5EF4-FFF2-40B4-BE49-F238E27FC236}">
                    <a16:creationId xmlns:a16="http://schemas.microsoft.com/office/drawing/2014/main" id="{D5764D4B-1D40-4C27-A916-0AC8D92994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6" name="Rectangle 60">
                <a:extLst>
                  <a:ext uri="{FF2B5EF4-FFF2-40B4-BE49-F238E27FC236}">
                    <a16:creationId xmlns:a16="http://schemas.microsoft.com/office/drawing/2014/main" id="{8D6FB00B-87D1-4116-9000-867A2BDD99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7" name="Rectangle 61">
                <a:extLst>
                  <a:ext uri="{FF2B5EF4-FFF2-40B4-BE49-F238E27FC236}">
                    <a16:creationId xmlns:a16="http://schemas.microsoft.com/office/drawing/2014/main" id="{13141309-AB43-4A97-A80F-35655D9BF20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8" name="Rectangle 62">
                <a:extLst>
                  <a:ext uri="{FF2B5EF4-FFF2-40B4-BE49-F238E27FC236}">
                    <a16:creationId xmlns:a16="http://schemas.microsoft.com/office/drawing/2014/main" id="{C9A0F710-6D9F-43AD-AC28-FF4E5216550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9" name="Rectangle 63">
                <a:extLst>
                  <a:ext uri="{FF2B5EF4-FFF2-40B4-BE49-F238E27FC236}">
                    <a16:creationId xmlns:a16="http://schemas.microsoft.com/office/drawing/2014/main" id="{22D043F3-2F25-42E6-A0CC-C1417E89D1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0" name="Rectangle 64">
                <a:extLst>
                  <a:ext uri="{FF2B5EF4-FFF2-40B4-BE49-F238E27FC236}">
                    <a16:creationId xmlns:a16="http://schemas.microsoft.com/office/drawing/2014/main" id="{128AE702-54D4-4937-85C0-321F9B6D172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1" name="Rectangle 65">
                <a:extLst>
                  <a:ext uri="{FF2B5EF4-FFF2-40B4-BE49-F238E27FC236}">
                    <a16:creationId xmlns:a16="http://schemas.microsoft.com/office/drawing/2014/main" id="{495CD95D-8E09-4DE3-AD35-D07AE4DACF5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2" name="Rectangle 66">
                <a:extLst>
                  <a:ext uri="{FF2B5EF4-FFF2-40B4-BE49-F238E27FC236}">
                    <a16:creationId xmlns:a16="http://schemas.microsoft.com/office/drawing/2014/main" id="{F9E349F8-478A-454D-B3EF-507AC59758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3" name="Rectangle 67">
                <a:extLst>
                  <a:ext uri="{FF2B5EF4-FFF2-40B4-BE49-F238E27FC236}">
                    <a16:creationId xmlns:a16="http://schemas.microsoft.com/office/drawing/2014/main" id="{038DA8FC-06DE-457C-A8EE-5A7FEC447F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4" name="Rectangle 68">
                <a:extLst>
                  <a:ext uri="{FF2B5EF4-FFF2-40B4-BE49-F238E27FC236}">
                    <a16:creationId xmlns:a16="http://schemas.microsoft.com/office/drawing/2014/main" id="{37F3C727-E73B-4515-BA7B-40F0811025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5" name="Rectangle 69">
                <a:extLst>
                  <a:ext uri="{FF2B5EF4-FFF2-40B4-BE49-F238E27FC236}">
                    <a16:creationId xmlns:a16="http://schemas.microsoft.com/office/drawing/2014/main" id="{7ACA813C-C067-4264-85A3-D6CC63AFF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6" name="Rectangle 70">
                <a:extLst>
                  <a:ext uri="{FF2B5EF4-FFF2-40B4-BE49-F238E27FC236}">
                    <a16:creationId xmlns:a16="http://schemas.microsoft.com/office/drawing/2014/main" id="{7F1EFEF0-7477-4565-8B37-7950FACA67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7" name="Rectangle 71">
                <a:extLst>
                  <a:ext uri="{FF2B5EF4-FFF2-40B4-BE49-F238E27FC236}">
                    <a16:creationId xmlns:a16="http://schemas.microsoft.com/office/drawing/2014/main" id="{F425C54F-BDFC-4555-881A-B6F267624F2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8" name="Rectangle 72">
                <a:extLst>
                  <a:ext uri="{FF2B5EF4-FFF2-40B4-BE49-F238E27FC236}">
                    <a16:creationId xmlns:a16="http://schemas.microsoft.com/office/drawing/2014/main" id="{213AFED9-7175-4A0D-92DC-B39BAE0FD3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9" name="Rectangle 73">
                <a:extLst>
                  <a:ext uri="{FF2B5EF4-FFF2-40B4-BE49-F238E27FC236}">
                    <a16:creationId xmlns:a16="http://schemas.microsoft.com/office/drawing/2014/main" id="{9E4FCFC2-A1ED-453A-B612-E5E0B39C2A9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0" name="Rectangle 74">
                <a:extLst>
                  <a:ext uri="{FF2B5EF4-FFF2-40B4-BE49-F238E27FC236}">
                    <a16:creationId xmlns:a16="http://schemas.microsoft.com/office/drawing/2014/main" id="{1C9D742B-9152-4EF7-A612-B519BF62C6C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1" name="Rectangle 75">
                <a:extLst>
                  <a:ext uri="{FF2B5EF4-FFF2-40B4-BE49-F238E27FC236}">
                    <a16:creationId xmlns:a16="http://schemas.microsoft.com/office/drawing/2014/main" id="{2149792F-282E-44D6-84AE-7D31FA24B2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2" name="Rectangle 76">
                <a:extLst>
                  <a:ext uri="{FF2B5EF4-FFF2-40B4-BE49-F238E27FC236}">
                    <a16:creationId xmlns:a16="http://schemas.microsoft.com/office/drawing/2014/main" id="{BEAFEECA-B893-49C1-9039-812C4AF541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3" name="Rectangle 77">
                <a:extLst>
                  <a:ext uri="{FF2B5EF4-FFF2-40B4-BE49-F238E27FC236}">
                    <a16:creationId xmlns:a16="http://schemas.microsoft.com/office/drawing/2014/main" id="{122E4F71-6D60-47F1-8100-1C8190AADA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4" name="Rectangle 78">
                <a:extLst>
                  <a:ext uri="{FF2B5EF4-FFF2-40B4-BE49-F238E27FC236}">
                    <a16:creationId xmlns:a16="http://schemas.microsoft.com/office/drawing/2014/main" id="{E9A54785-45A1-4BC8-A85E-CA3EB19FF38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5" name="Rectangle 79">
                <a:extLst>
                  <a:ext uri="{FF2B5EF4-FFF2-40B4-BE49-F238E27FC236}">
                    <a16:creationId xmlns:a16="http://schemas.microsoft.com/office/drawing/2014/main" id="{D765DC5F-87A3-4E46-88C5-F2101A2941F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6" name="Rectangle 80">
                <a:extLst>
                  <a:ext uri="{FF2B5EF4-FFF2-40B4-BE49-F238E27FC236}">
                    <a16:creationId xmlns:a16="http://schemas.microsoft.com/office/drawing/2014/main" id="{644B6B17-5BBC-4A03-8899-52E7DF7FE6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7" name="Rectangle 81">
                <a:extLst>
                  <a:ext uri="{FF2B5EF4-FFF2-40B4-BE49-F238E27FC236}">
                    <a16:creationId xmlns:a16="http://schemas.microsoft.com/office/drawing/2014/main" id="{987BE756-32EA-455B-8130-C8E83B1B3B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8" name="Rectangle 82">
                <a:extLst>
                  <a:ext uri="{FF2B5EF4-FFF2-40B4-BE49-F238E27FC236}">
                    <a16:creationId xmlns:a16="http://schemas.microsoft.com/office/drawing/2014/main" id="{5C7821F2-B5EF-4833-B9B9-5AE62E01175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9" name="Rectangle 83">
                <a:extLst>
                  <a:ext uri="{FF2B5EF4-FFF2-40B4-BE49-F238E27FC236}">
                    <a16:creationId xmlns:a16="http://schemas.microsoft.com/office/drawing/2014/main" id="{EDF1C499-3F66-4B42-92C0-855DDB14CD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342187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0" name="Rectangle 84">
                <a:extLst>
                  <a:ext uri="{FF2B5EF4-FFF2-40B4-BE49-F238E27FC236}">
                    <a16:creationId xmlns:a16="http://schemas.microsoft.com/office/drawing/2014/main" id="{3A95874A-F523-4169-A3FB-782B25C88E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342187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7F2D639A-C347-4082-9643-F89AF7802C05}"/>
                </a:ext>
              </a:extLst>
            </p:cNvPr>
            <p:cNvGrpSpPr/>
            <p:nvPr/>
          </p:nvGrpSpPr>
          <p:grpSpPr>
            <a:xfrm>
              <a:off x="354110" y="1845539"/>
              <a:ext cx="11480604" cy="109990"/>
              <a:chOff x="354110" y="1850572"/>
              <a:chExt cx="11480604" cy="109990"/>
            </a:xfrm>
            <a:grpFill/>
          </p:grpSpPr>
          <p:sp>
            <p:nvSpPr>
              <p:cNvPr id="259" name="Rectangle 5">
                <a:extLst>
                  <a:ext uri="{FF2B5EF4-FFF2-40B4-BE49-F238E27FC236}">
                    <a16:creationId xmlns:a16="http://schemas.microsoft.com/office/drawing/2014/main" id="{6291B61F-460B-41F6-82CC-088066FD85C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0" name="Rectangle 6">
                <a:extLst>
                  <a:ext uri="{FF2B5EF4-FFF2-40B4-BE49-F238E27FC236}">
                    <a16:creationId xmlns:a16="http://schemas.microsoft.com/office/drawing/2014/main" id="{C588270F-A3F7-4DD2-8B81-C30BA641256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1" name="Rectangle 7">
                <a:extLst>
                  <a:ext uri="{FF2B5EF4-FFF2-40B4-BE49-F238E27FC236}">
                    <a16:creationId xmlns:a16="http://schemas.microsoft.com/office/drawing/2014/main" id="{050F8909-1A69-4BF3-BC80-ECD1B486FA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2" name="Rectangle 8">
                <a:extLst>
                  <a:ext uri="{FF2B5EF4-FFF2-40B4-BE49-F238E27FC236}">
                    <a16:creationId xmlns:a16="http://schemas.microsoft.com/office/drawing/2014/main" id="{995EC835-8CAE-48D8-ADF0-22B6D986B1E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3" name="Rectangle 9">
                <a:extLst>
                  <a:ext uri="{FF2B5EF4-FFF2-40B4-BE49-F238E27FC236}">
                    <a16:creationId xmlns:a16="http://schemas.microsoft.com/office/drawing/2014/main" id="{5076577D-01F8-484C-8AEB-1091039A66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4" name="Rectangle 10">
                <a:extLst>
                  <a:ext uri="{FF2B5EF4-FFF2-40B4-BE49-F238E27FC236}">
                    <a16:creationId xmlns:a16="http://schemas.microsoft.com/office/drawing/2014/main" id="{5FAA1557-63ED-4C2E-89BE-E827B69C47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5" name="Rectangle 11">
                <a:extLst>
                  <a:ext uri="{FF2B5EF4-FFF2-40B4-BE49-F238E27FC236}">
                    <a16:creationId xmlns:a16="http://schemas.microsoft.com/office/drawing/2014/main" id="{63D8B1EF-AF76-4A72-B4E3-FC4D1B4E7A8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6" name="Rectangle 12">
                <a:extLst>
                  <a:ext uri="{FF2B5EF4-FFF2-40B4-BE49-F238E27FC236}">
                    <a16:creationId xmlns:a16="http://schemas.microsoft.com/office/drawing/2014/main" id="{4DF3DA51-2B69-42BD-A6DE-6F85AA1161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7" name="Rectangle 13">
                <a:extLst>
                  <a:ext uri="{FF2B5EF4-FFF2-40B4-BE49-F238E27FC236}">
                    <a16:creationId xmlns:a16="http://schemas.microsoft.com/office/drawing/2014/main" id="{464ECA3E-44D7-43DE-A35E-EADB2D8D7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8" name="Rectangle 14">
                <a:extLst>
                  <a:ext uri="{FF2B5EF4-FFF2-40B4-BE49-F238E27FC236}">
                    <a16:creationId xmlns:a16="http://schemas.microsoft.com/office/drawing/2014/main" id="{36E4F914-DFE7-4297-8E42-A27710155F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9" name="Rectangle 15">
                <a:extLst>
                  <a:ext uri="{FF2B5EF4-FFF2-40B4-BE49-F238E27FC236}">
                    <a16:creationId xmlns:a16="http://schemas.microsoft.com/office/drawing/2014/main" id="{164AA26B-0915-4E61-AFF2-BDA8ED551B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0" name="Rectangle 16">
                <a:extLst>
                  <a:ext uri="{FF2B5EF4-FFF2-40B4-BE49-F238E27FC236}">
                    <a16:creationId xmlns:a16="http://schemas.microsoft.com/office/drawing/2014/main" id="{D5AB2E4B-626F-4072-87E5-595D35EFADA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1" name="Rectangle 17">
                <a:extLst>
                  <a:ext uri="{FF2B5EF4-FFF2-40B4-BE49-F238E27FC236}">
                    <a16:creationId xmlns:a16="http://schemas.microsoft.com/office/drawing/2014/main" id="{65DAB362-330B-46D1-BCA8-58DF84B02A0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2" name="Rectangle 18">
                <a:extLst>
                  <a:ext uri="{FF2B5EF4-FFF2-40B4-BE49-F238E27FC236}">
                    <a16:creationId xmlns:a16="http://schemas.microsoft.com/office/drawing/2014/main" id="{354D240F-C2AD-45B8-AC36-32AD2EAD65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3" name="Rectangle 19">
                <a:extLst>
                  <a:ext uri="{FF2B5EF4-FFF2-40B4-BE49-F238E27FC236}">
                    <a16:creationId xmlns:a16="http://schemas.microsoft.com/office/drawing/2014/main" id="{90E2C084-FE42-498D-9DD1-54C9F18333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4" name="Rectangle 20">
                <a:extLst>
                  <a:ext uri="{FF2B5EF4-FFF2-40B4-BE49-F238E27FC236}">
                    <a16:creationId xmlns:a16="http://schemas.microsoft.com/office/drawing/2014/main" id="{C350DA86-5C2C-4CB7-B1CC-4409FC6899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5" name="Rectangle 21">
                <a:extLst>
                  <a:ext uri="{FF2B5EF4-FFF2-40B4-BE49-F238E27FC236}">
                    <a16:creationId xmlns:a16="http://schemas.microsoft.com/office/drawing/2014/main" id="{3476D016-BE0E-40FB-AE03-36C7206310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6" name="Rectangle 22">
                <a:extLst>
                  <a:ext uri="{FF2B5EF4-FFF2-40B4-BE49-F238E27FC236}">
                    <a16:creationId xmlns:a16="http://schemas.microsoft.com/office/drawing/2014/main" id="{4207A264-69D9-418A-8329-92D261B9B62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7" name="Rectangle 23">
                <a:extLst>
                  <a:ext uri="{FF2B5EF4-FFF2-40B4-BE49-F238E27FC236}">
                    <a16:creationId xmlns:a16="http://schemas.microsoft.com/office/drawing/2014/main" id="{A6B0A29B-A2CB-436D-9F5A-97AC9E9B35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8" name="Rectangle 24">
                <a:extLst>
                  <a:ext uri="{FF2B5EF4-FFF2-40B4-BE49-F238E27FC236}">
                    <a16:creationId xmlns:a16="http://schemas.microsoft.com/office/drawing/2014/main" id="{E9855E46-BFAF-42D9-AC3D-C449C9315DD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9" name="Rectangle 25">
                <a:extLst>
                  <a:ext uri="{FF2B5EF4-FFF2-40B4-BE49-F238E27FC236}">
                    <a16:creationId xmlns:a16="http://schemas.microsoft.com/office/drawing/2014/main" id="{8A0832E2-B419-44F2-AA90-20EF152828F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0" name="Rectangle 26">
                <a:extLst>
                  <a:ext uri="{FF2B5EF4-FFF2-40B4-BE49-F238E27FC236}">
                    <a16:creationId xmlns:a16="http://schemas.microsoft.com/office/drawing/2014/main" id="{19E36BF2-3D4E-4C2B-8D4A-DCF9E92FAE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1" name="Rectangle 27">
                <a:extLst>
                  <a:ext uri="{FF2B5EF4-FFF2-40B4-BE49-F238E27FC236}">
                    <a16:creationId xmlns:a16="http://schemas.microsoft.com/office/drawing/2014/main" id="{038C7A5F-FE20-45D2-9A21-6F27B6DEE7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2" name="Rectangle 28">
                <a:extLst>
                  <a:ext uri="{FF2B5EF4-FFF2-40B4-BE49-F238E27FC236}">
                    <a16:creationId xmlns:a16="http://schemas.microsoft.com/office/drawing/2014/main" id="{E6296672-5055-43EF-8C50-F99741CCADC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3" name="Rectangle 29">
                <a:extLst>
                  <a:ext uri="{FF2B5EF4-FFF2-40B4-BE49-F238E27FC236}">
                    <a16:creationId xmlns:a16="http://schemas.microsoft.com/office/drawing/2014/main" id="{9F789C90-FBCD-48B5-800E-4829555286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185057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4" name="Rectangle 30">
                <a:extLst>
                  <a:ext uri="{FF2B5EF4-FFF2-40B4-BE49-F238E27FC236}">
                    <a16:creationId xmlns:a16="http://schemas.microsoft.com/office/drawing/2014/main" id="{DDF49BA7-3A02-4020-A1E4-11270C68624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185057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66A8B488-F73F-46BA-AAC6-FAAE1D26CA95}"/>
                </a:ext>
              </a:extLst>
            </p:cNvPr>
            <p:cNvGrpSpPr/>
            <p:nvPr/>
          </p:nvGrpSpPr>
          <p:grpSpPr>
            <a:xfrm>
              <a:off x="354110" y="2352251"/>
              <a:ext cx="11480604" cy="108822"/>
              <a:chOff x="354110" y="2358964"/>
              <a:chExt cx="11480604" cy="108822"/>
            </a:xfrm>
            <a:grpFill/>
          </p:grpSpPr>
          <p:sp>
            <p:nvSpPr>
              <p:cNvPr id="233" name="Rectangle 32">
                <a:extLst>
                  <a:ext uri="{FF2B5EF4-FFF2-40B4-BE49-F238E27FC236}">
                    <a16:creationId xmlns:a16="http://schemas.microsoft.com/office/drawing/2014/main" id="{B4B13D94-DCE1-468B-AF50-848FB46E49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4" name="Rectangle 33">
                <a:extLst>
                  <a:ext uri="{FF2B5EF4-FFF2-40B4-BE49-F238E27FC236}">
                    <a16:creationId xmlns:a16="http://schemas.microsoft.com/office/drawing/2014/main" id="{D42897BB-EFBB-4C3E-B7D8-39558C9973F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5" name="Rectangle 34">
                <a:extLst>
                  <a:ext uri="{FF2B5EF4-FFF2-40B4-BE49-F238E27FC236}">
                    <a16:creationId xmlns:a16="http://schemas.microsoft.com/office/drawing/2014/main" id="{4FAE9ED1-B75E-4074-8A29-538EBAC7511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6" name="Rectangle 35">
                <a:extLst>
                  <a:ext uri="{FF2B5EF4-FFF2-40B4-BE49-F238E27FC236}">
                    <a16:creationId xmlns:a16="http://schemas.microsoft.com/office/drawing/2014/main" id="{04AF33C2-82DD-4449-B5ED-C6E11A9176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7" name="Rectangle 36">
                <a:extLst>
                  <a:ext uri="{FF2B5EF4-FFF2-40B4-BE49-F238E27FC236}">
                    <a16:creationId xmlns:a16="http://schemas.microsoft.com/office/drawing/2014/main" id="{A402AA2F-3566-4F90-A3D7-2F6ACC0596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8" name="Rectangle 37">
                <a:extLst>
                  <a:ext uri="{FF2B5EF4-FFF2-40B4-BE49-F238E27FC236}">
                    <a16:creationId xmlns:a16="http://schemas.microsoft.com/office/drawing/2014/main" id="{12257C74-8FE2-4A5A-AE7D-4253FD48B2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9" name="Rectangle 38">
                <a:extLst>
                  <a:ext uri="{FF2B5EF4-FFF2-40B4-BE49-F238E27FC236}">
                    <a16:creationId xmlns:a16="http://schemas.microsoft.com/office/drawing/2014/main" id="{EDCCE78B-73E1-4347-A0AB-893F31DE0D7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0" name="Rectangle 39">
                <a:extLst>
                  <a:ext uri="{FF2B5EF4-FFF2-40B4-BE49-F238E27FC236}">
                    <a16:creationId xmlns:a16="http://schemas.microsoft.com/office/drawing/2014/main" id="{71A20C81-1914-4715-86F6-FC2A3887F21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1" name="Rectangle 40">
                <a:extLst>
                  <a:ext uri="{FF2B5EF4-FFF2-40B4-BE49-F238E27FC236}">
                    <a16:creationId xmlns:a16="http://schemas.microsoft.com/office/drawing/2014/main" id="{30EB0F8B-2241-4BB6-B10C-10150726F1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2" name="Rectangle 41">
                <a:extLst>
                  <a:ext uri="{FF2B5EF4-FFF2-40B4-BE49-F238E27FC236}">
                    <a16:creationId xmlns:a16="http://schemas.microsoft.com/office/drawing/2014/main" id="{93DC7C70-8C17-43A4-9F9B-0C24A1A8816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3" name="Rectangle 42">
                <a:extLst>
                  <a:ext uri="{FF2B5EF4-FFF2-40B4-BE49-F238E27FC236}">
                    <a16:creationId xmlns:a16="http://schemas.microsoft.com/office/drawing/2014/main" id="{700DA9A2-C7ED-46FB-B7ED-912E60E910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4" name="Rectangle 43">
                <a:extLst>
                  <a:ext uri="{FF2B5EF4-FFF2-40B4-BE49-F238E27FC236}">
                    <a16:creationId xmlns:a16="http://schemas.microsoft.com/office/drawing/2014/main" id="{23993B3F-B1E2-4626-915E-30EA0C27114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5" name="Rectangle 44">
                <a:extLst>
                  <a:ext uri="{FF2B5EF4-FFF2-40B4-BE49-F238E27FC236}">
                    <a16:creationId xmlns:a16="http://schemas.microsoft.com/office/drawing/2014/main" id="{70A847F2-326C-4A11-90C5-5A5E3BC0062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6" name="Rectangle 45">
                <a:extLst>
                  <a:ext uri="{FF2B5EF4-FFF2-40B4-BE49-F238E27FC236}">
                    <a16:creationId xmlns:a16="http://schemas.microsoft.com/office/drawing/2014/main" id="{D050CF34-CB80-475B-86F9-30114A7E61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7" name="Rectangle 46">
                <a:extLst>
                  <a:ext uri="{FF2B5EF4-FFF2-40B4-BE49-F238E27FC236}">
                    <a16:creationId xmlns:a16="http://schemas.microsoft.com/office/drawing/2014/main" id="{72F7682D-8B8B-4827-9F84-5A883F2575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8" name="Rectangle 47">
                <a:extLst>
                  <a:ext uri="{FF2B5EF4-FFF2-40B4-BE49-F238E27FC236}">
                    <a16:creationId xmlns:a16="http://schemas.microsoft.com/office/drawing/2014/main" id="{096B96DB-AD07-4F59-8D81-878896D609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49" name="Rectangle 48">
                <a:extLst>
                  <a:ext uri="{FF2B5EF4-FFF2-40B4-BE49-F238E27FC236}">
                    <a16:creationId xmlns:a16="http://schemas.microsoft.com/office/drawing/2014/main" id="{8B2388B0-7437-4F3C-B5AF-A99838656D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0" name="Rectangle 49">
                <a:extLst>
                  <a:ext uri="{FF2B5EF4-FFF2-40B4-BE49-F238E27FC236}">
                    <a16:creationId xmlns:a16="http://schemas.microsoft.com/office/drawing/2014/main" id="{FBE62A09-5F6A-4BC0-9413-4B7222385A0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1" name="Rectangle 50">
                <a:extLst>
                  <a:ext uri="{FF2B5EF4-FFF2-40B4-BE49-F238E27FC236}">
                    <a16:creationId xmlns:a16="http://schemas.microsoft.com/office/drawing/2014/main" id="{FD4120A0-F176-4CF5-BD30-0A467CCD6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2" name="Rectangle 51">
                <a:extLst>
                  <a:ext uri="{FF2B5EF4-FFF2-40B4-BE49-F238E27FC236}">
                    <a16:creationId xmlns:a16="http://schemas.microsoft.com/office/drawing/2014/main" id="{8075DBF6-9812-49E0-8973-F29DF46219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3" name="Rectangle 52">
                <a:extLst>
                  <a:ext uri="{FF2B5EF4-FFF2-40B4-BE49-F238E27FC236}">
                    <a16:creationId xmlns:a16="http://schemas.microsoft.com/office/drawing/2014/main" id="{55CA37AD-A3E1-4489-9138-C3852B352A1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4" name="Rectangle 53">
                <a:extLst>
                  <a:ext uri="{FF2B5EF4-FFF2-40B4-BE49-F238E27FC236}">
                    <a16:creationId xmlns:a16="http://schemas.microsoft.com/office/drawing/2014/main" id="{C88268CA-A454-432A-BBC6-F3C2F2736E0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5" name="Rectangle 54">
                <a:extLst>
                  <a:ext uri="{FF2B5EF4-FFF2-40B4-BE49-F238E27FC236}">
                    <a16:creationId xmlns:a16="http://schemas.microsoft.com/office/drawing/2014/main" id="{3EA71045-4C26-49CD-944A-9D37A7B686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6" name="Rectangle 55">
                <a:extLst>
                  <a:ext uri="{FF2B5EF4-FFF2-40B4-BE49-F238E27FC236}">
                    <a16:creationId xmlns:a16="http://schemas.microsoft.com/office/drawing/2014/main" id="{4CA66C44-3E69-4CC0-BE3E-5099678F39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7" name="Rectangle 56">
                <a:extLst>
                  <a:ext uri="{FF2B5EF4-FFF2-40B4-BE49-F238E27FC236}">
                    <a16:creationId xmlns:a16="http://schemas.microsoft.com/office/drawing/2014/main" id="{DBCD939E-7346-4FE8-9A9E-3196A16340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35896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58" name="Rectangle 57">
                <a:extLst>
                  <a:ext uri="{FF2B5EF4-FFF2-40B4-BE49-F238E27FC236}">
                    <a16:creationId xmlns:a16="http://schemas.microsoft.com/office/drawing/2014/main" id="{2048A8D9-1609-4979-9E04-CE3C740052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35896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7" name="Group 16">
              <a:extLst>
                <a:ext uri="{FF2B5EF4-FFF2-40B4-BE49-F238E27FC236}">
                  <a16:creationId xmlns:a16="http://schemas.microsoft.com/office/drawing/2014/main" id="{518EF978-EC3B-4512-9384-D9CDBEA6D3B0}"/>
                </a:ext>
              </a:extLst>
            </p:cNvPr>
            <p:cNvGrpSpPr/>
            <p:nvPr/>
          </p:nvGrpSpPr>
          <p:grpSpPr>
            <a:xfrm>
              <a:off x="354110" y="2857795"/>
              <a:ext cx="11480604" cy="109990"/>
              <a:chOff x="354110" y="2866188"/>
              <a:chExt cx="11480604" cy="109990"/>
            </a:xfrm>
            <a:grpFill/>
          </p:grpSpPr>
          <p:sp>
            <p:nvSpPr>
              <p:cNvPr id="207" name="Rectangle 59">
                <a:extLst>
                  <a:ext uri="{FF2B5EF4-FFF2-40B4-BE49-F238E27FC236}">
                    <a16:creationId xmlns:a16="http://schemas.microsoft.com/office/drawing/2014/main" id="{1CDD4CCD-B616-436B-A3FD-F9E6416D616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8" name="Rectangle 60">
                <a:extLst>
                  <a:ext uri="{FF2B5EF4-FFF2-40B4-BE49-F238E27FC236}">
                    <a16:creationId xmlns:a16="http://schemas.microsoft.com/office/drawing/2014/main" id="{C714A79D-593F-4D51-9527-0F7D4467015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9" name="Rectangle 61">
                <a:extLst>
                  <a:ext uri="{FF2B5EF4-FFF2-40B4-BE49-F238E27FC236}">
                    <a16:creationId xmlns:a16="http://schemas.microsoft.com/office/drawing/2014/main" id="{E7C7988F-856E-46FD-8950-CCDDDA38C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0" name="Rectangle 62">
                <a:extLst>
                  <a:ext uri="{FF2B5EF4-FFF2-40B4-BE49-F238E27FC236}">
                    <a16:creationId xmlns:a16="http://schemas.microsoft.com/office/drawing/2014/main" id="{6A604DC1-6DD7-4A5F-939D-B7E3D6B4459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1" name="Rectangle 63">
                <a:extLst>
                  <a:ext uri="{FF2B5EF4-FFF2-40B4-BE49-F238E27FC236}">
                    <a16:creationId xmlns:a16="http://schemas.microsoft.com/office/drawing/2014/main" id="{5E841B6F-400E-43A2-BA9E-713E1210E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2" name="Rectangle 64">
                <a:extLst>
                  <a:ext uri="{FF2B5EF4-FFF2-40B4-BE49-F238E27FC236}">
                    <a16:creationId xmlns:a16="http://schemas.microsoft.com/office/drawing/2014/main" id="{EB3556E4-BBFF-4497-86CB-E08210DD43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3" name="Rectangle 65">
                <a:extLst>
                  <a:ext uri="{FF2B5EF4-FFF2-40B4-BE49-F238E27FC236}">
                    <a16:creationId xmlns:a16="http://schemas.microsoft.com/office/drawing/2014/main" id="{4ED49176-4A95-47F2-9609-F517D91CE5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4" name="Rectangle 66">
                <a:extLst>
                  <a:ext uri="{FF2B5EF4-FFF2-40B4-BE49-F238E27FC236}">
                    <a16:creationId xmlns:a16="http://schemas.microsoft.com/office/drawing/2014/main" id="{C285A21A-D02C-4E2C-9129-0E4FD14398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5" name="Rectangle 67">
                <a:extLst>
                  <a:ext uri="{FF2B5EF4-FFF2-40B4-BE49-F238E27FC236}">
                    <a16:creationId xmlns:a16="http://schemas.microsoft.com/office/drawing/2014/main" id="{0FAC70C0-5E77-440D-AA2C-C5F3A3CEC69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6" name="Rectangle 68">
                <a:extLst>
                  <a:ext uri="{FF2B5EF4-FFF2-40B4-BE49-F238E27FC236}">
                    <a16:creationId xmlns:a16="http://schemas.microsoft.com/office/drawing/2014/main" id="{5463B017-838F-413D-8764-821503622A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7" name="Rectangle 69">
                <a:extLst>
                  <a:ext uri="{FF2B5EF4-FFF2-40B4-BE49-F238E27FC236}">
                    <a16:creationId xmlns:a16="http://schemas.microsoft.com/office/drawing/2014/main" id="{D1A17899-795E-470F-B52B-0EE1A5143D8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8" name="Rectangle 70">
                <a:extLst>
                  <a:ext uri="{FF2B5EF4-FFF2-40B4-BE49-F238E27FC236}">
                    <a16:creationId xmlns:a16="http://schemas.microsoft.com/office/drawing/2014/main" id="{BFA98CD7-C296-4FF8-AEA4-137B730DF3A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19" name="Rectangle 71">
                <a:extLst>
                  <a:ext uri="{FF2B5EF4-FFF2-40B4-BE49-F238E27FC236}">
                    <a16:creationId xmlns:a16="http://schemas.microsoft.com/office/drawing/2014/main" id="{9F11BA7F-A440-4A5A-9145-C2CBF5DAF0D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0" name="Rectangle 72">
                <a:extLst>
                  <a:ext uri="{FF2B5EF4-FFF2-40B4-BE49-F238E27FC236}">
                    <a16:creationId xmlns:a16="http://schemas.microsoft.com/office/drawing/2014/main" id="{D21FFF55-7EAD-40FA-9864-F5B8971D141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1" name="Rectangle 73">
                <a:extLst>
                  <a:ext uri="{FF2B5EF4-FFF2-40B4-BE49-F238E27FC236}">
                    <a16:creationId xmlns:a16="http://schemas.microsoft.com/office/drawing/2014/main" id="{30F55C85-4BDF-4A1A-A90A-C676A91173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2" name="Rectangle 74">
                <a:extLst>
                  <a:ext uri="{FF2B5EF4-FFF2-40B4-BE49-F238E27FC236}">
                    <a16:creationId xmlns:a16="http://schemas.microsoft.com/office/drawing/2014/main" id="{CD376222-CE2E-460E-A86D-CEEFFC77F8C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3" name="Rectangle 75">
                <a:extLst>
                  <a:ext uri="{FF2B5EF4-FFF2-40B4-BE49-F238E27FC236}">
                    <a16:creationId xmlns:a16="http://schemas.microsoft.com/office/drawing/2014/main" id="{D9F6E244-E70D-4E98-BE65-616D29AD4D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4" name="Rectangle 76">
                <a:extLst>
                  <a:ext uri="{FF2B5EF4-FFF2-40B4-BE49-F238E27FC236}">
                    <a16:creationId xmlns:a16="http://schemas.microsoft.com/office/drawing/2014/main" id="{E3B75F8F-57C0-4AD6-92A4-826B4281F4A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5" name="Rectangle 77">
                <a:extLst>
                  <a:ext uri="{FF2B5EF4-FFF2-40B4-BE49-F238E27FC236}">
                    <a16:creationId xmlns:a16="http://schemas.microsoft.com/office/drawing/2014/main" id="{A535E84C-3ECC-4B95-9FA9-A4AD23F2F27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6" name="Rectangle 78">
                <a:extLst>
                  <a:ext uri="{FF2B5EF4-FFF2-40B4-BE49-F238E27FC236}">
                    <a16:creationId xmlns:a16="http://schemas.microsoft.com/office/drawing/2014/main" id="{B36D8AB3-727A-44D7-B945-11021E7E565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7" name="Rectangle 79">
                <a:extLst>
                  <a:ext uri="{FF2B5EF4-FFF2-40B4-BE49-F238E27FC236}">
                    <a16:creationId xmlns:a16="http://schemas.microsoft.com/office/drawing/2014/main" id="{D97F58A0-5D6C-414B-81E1-932E36D87F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8" name="Rectangle 80">
                <a:extLst>
                  <a:ext uri="{FF2B5EF4-FFF2-40B4-BE49-F238E27FC236}">
                    <a16:creationId xmlns:a16="http://schemas.microsoft.com/office/drawing/2014/main" id="{34645A3A-2DF2-467B-ADEC-66C2680074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29" name="Rectangle 81">
                <a:extLst>
                  <a:ext uri="{FF2B5EF4-FFF2-40B4-BE49-F238E27FC236}">
                    <a16:creationId xmlns:a16="http://schemas.microsoft.com/office/drawing/2014/main" id="{2991A0D8-2D5D-4B08-9704-9BFB93B162F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0" name="Rectangle 82">
                <a:extLst>
                  <a:ext uri="{FF2B5EF4-FFF2-40B4-BE49-F238E27FC236}">
                    <a16:creationId xmlns:a16="http://schemas.microsoft.com/office/drawing/2014/main" id="{7128A5D3-8A8E-4A5B-ACA1-5A01DEAE2F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1" name="Rectangle 83">
                <a:extLst>
                  <a:ext uri="{FF2B5EF4-FFF2-40B4-BE49-F238E27FC236}">
                    <a16:creationId xmlns:a16="http://schemas.microsoft.com/office/drawing/2014/main" id="{D017036E-3A97-4D6A-AA9F-AA9B8E3E0E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286618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32" name="Rectangle 84">
                <a:extLst>
                  <a:ext uri="{FF2B5EF4-FFF2-40B4-BE49-F238E27FC236}">
                    <a16:creationId xmlns:a16="http://schemas.microsoft.com/office/drawing/2014/main" id="{5BCCE486-20E6-47E4-96AF-5AFB021736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286618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6BB728-4849-4082-9FF0-0EA3AABEBCF4}"/>
                </a:ext>
              </a:extLst>
            </p:cNvPr>
            <p:cNvGrpSpPr/>
            <p:nvPr/>
          </p:nvGrpSpPr>
          <p:grpSpPr>
            <a:xfrm>
              <a:off x="354110" y="3364507"/>
              <a:ext cx="11480604" cy="109990"/>
              <a:chOff x="354110" y="3364062"/>
              <a:chExt cx="11480604" cy="109990"/>
            </a:xfrm>
            <a:grpFill/>
          </p:grpSpPr>
          <p:sp>
            <p:nvSpPr>
              <p:cNvPr id="181" name="Rectangle 5">
                <a:extLst>
                  <a:ext uri="{FF2B5EF4-FFF2-40B4-BE49-F238E27FC236}">
                    <a16:creationId xmlns:a16="http://schemas.microsoft.com/office/drawing/2014/main" id="{AC28E286-CB3B-41B8-9829-2A09FD0F1C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2" name="Rectangle 6">
                <a:extLst>
                  <a:ext uri="{FF2B5EF4-FFF2-40B4-BE49-F238E27FC236}">
                    <a16:creationId xmlns:a16="http://schemas.microsoft.com/office/drawing/2014/main" id="{A6CBC9BD-AE25-437A-9246-679B5C4DB89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3" name="Rectangle 7">
                <a:extLst>
                  <a:ext uri="{FF2B5EF4-FFF2-40B4-BE49-F238E27FC236}">
                    <a16:creationId xmlns:a16="http://schemas.microsoft.com/office/drawing/2014/main" id="{BDB3BE91-D24B-44FB-A0BE-35ABBB2313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4" name="Rectangle 8">
                <a:extLst>
                  <a:ext uri="{FF2B5EF4-FFF2-40B4-BE49-F238E27FC236}">
                    <a16:creationId xmlns:a16="http://schemas.microsoft.com/office/drawing/2014/main" id="{02BF76EB-C07C-40D8-ABF9-14A0E81337B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5" name="Rectangle 9">
                <a:extLst>
                  <a:ext uri="{FF2B5EF4-FFF2-40B4-BE49-F238E27FC236}">
                    <a16:creationId xmlns:a16="http://schemas.microsoft.com/office/drawing/2014/main" id="{FC0AC496-1F3F-4359-904E-5527E0BAD7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6" name="Rectangle 10">
                <a:extLst>
                  <a:ext uri="{FF2B5EF4-FFF2-40B4-BE49-F238E27FC236}">
                    <a16:creationId xmlns:a16="http://schemas.microsoft.com/office/drawing/2014/main" id="{67A5809D-4B79-4E2A-8B9D-C29BBE187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7" name="Rectangle 11">
                <a:extLst>
                  <a:ext uri="{FF2B5EF4-FFF2-40B4-BE49-F238E27FC236}">
                    <a16:creationId xmlns:a16="http://schemas.microsoft.com/office/drawing/2014/main" id="{5FA8A205-5CFE-4939-86AC-E0D585AB2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8" name="Rectangle 12">
                <a:extLst>
                  <a:ext uri="{FF2B5EF4-FFF2-40B4-BE49-F238E27FC236}">
                    <a16:creationId xmlns:a16="http://schemas.microsoft.com/office/drawing/2014/main" id="{553F272B-5533-4FB6-A9F0-875A21EC046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9" name="Rectangle 13">
                <a:extLst>
                  <a:ext uri="{FF2B5EF4-FFF2-40B4-BE49-F238E27FC236}">
                    <a16:creationId xmlns:a16="http://schemas.microsoft.com/office/drawing/2014/main" id="{187F64CB-DEFF-42C8-A80D-BF5D20C7E7B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0" name="Rectangle 14">
                <a:extLst>
                  <a:ext uri="{FF2B5EF4-FFF2-40B4-BE49-F238E27FC236}">
                    <a16:creationId xmlns:a16="http://schemas.microsoft.com/office/drawing/2014/main" id="{D8A81EE6-EC79-451C-8888-B85838267D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1" name="Rectangle 15">
                <a:extLst>
                  <a:ext uri="{FF2B5EF4-FFF2-40B4-BE49-F238E27FC236}">
                    <a16:creationId xmlns:a16="http://schemas.microsoft.com/office/drawing/2014/main" id="{2F75E8FE-AE95-4C7F-8BE5-50A035B1B1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2" name="Rectangle 16">
                <a:extLst>
                  <a:ext uri="{FF2B5EF4-FFF2-40B4-BE49-F238E27FC236}">
                    <a16:creationId xmlns:a16="http://schemas.microsoft.com/office/drawing/2014/main" id="{521C11C5-735B-4510-A6D4-19E28495580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3" name="Rectangle 17">
                <a:extLst>
                  <a:ext uri="{FF2B5EF4-FFF2-40B4-BE49-F238E27FC236}">
                    <a16:creationId xmlns:a16="http://schemas.microsoft.com/office/drawing/2014/main" id="{DE053974-1CFB-4C67-9102-E4BA82742CC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4" name="Rectangle 18">
                <a:extLst>
                  <a:ext uri="{FF2B5EF4-FFF2-40B4-BE49-F238E27FC236}">
                    <a16:creationId xmlns:a16="http://schemas.microsoft.com/office/drawing/2014/main" id="{00A33D5E-F49C-4A86-B377-B3598B7EF79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5" name="Rectangle 19">
                <a:extLst>
                  <a:ext uri="{FF2B5EF4-FFF2-40B4-BE49-F238E27FC236}">
                    <a16:creationId xmlns:a16="http://schemas.microsoft.com/office/drawing/2014/main" id="{7B19912A-F019-49AD-A23F-B9B6F8E598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6" name="Rectangle 20">
                <a:extLst>
                  <a:ext uri="{FF2B5EF4-FFF2-40B4-BE49-F238E27FC236}">
                    <a16:creationId xmlns:a16="http://schemas.microsoft.com/office/drawing/2014/main" id="{0EDE0526-CBA2-4A01-9D59-24F0B138B6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7" name="Rectangle 21">
                <a:extLst>
                  <a:ext uri="{FF2B5EF4-FFF2-40B4-BE49-F238E27FC236}">
                    <a16:creationId xmlns:a16="http://schemas.microsoft.com/office/drawing/2014/main" id="{5E66E413-A492-40ED-BCC5-F23480C017D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8" name="Rectangle 22">
                <a:extLst>
                  <a:ext uri="{FF2B5EF4-FFF2-40B4-BE49-F238E27FC236}">
                    <a16:creationId xmlns:a16="http://schemas.microsoft.com/office/drawing/2014/main" id="{6FCFA5F2-AFE6-49D8-BE15-40E90D43FF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99" name="Rectangle 23">
                <a:extLst>
                  <a:ext uri="{FF2B5EF4-FFF2-40B4-BE49-F238E27FC236}">
                    <a16:creationId xmlns:a16="http://schemas.microsoft.com/office/drawing/2014/main" id="{AD7A4E43-F44A-43CF-A9D7-BA4D8B2B2F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0" name="Rectangle 24">
                <a:extLst>
                  <a:ext uri="{FF2B5EF4-FFF2-40B4-BE49-F238E27FC236}">
                    <a16:creationId xmlns:a16="http://schemas.microsoft.com/office/drawing/2014/main" id="{FC2E67AB-58DA-4BCF-81D2-0040BBD9621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1" name="Rectangle 25">
                <a:extLst>
                  <a:ext uri="{FF2B5EF4-FFF2-40B4-BE49-F238E27FC236}">
                    <a16:creationId xmlns:a16="http://schemas.microsoft.com/office/drawing/2014/main" id="{C99A6A98-815A-4877-8FE9-06C0CB7E14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2" name="Rectangle 26">
                <a:extLst>
                  <a:ext uri="{FF2B5EF4-FFF2-40B4-BE49-F238E27FC236}">
                    <a16:creationId xmlns:a16="http://schemas.microsoft.com/office/drawing/2014/main" id="{C64F5A0E-D9C8-4999-8349-EA4D5F6ACFA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3" name="Rectangle 27">
                <a:extLst>
                  <a:ext uri="{FF2B5EF4-FFF2-40B4-BE49-F238E27FC236}">
                    <a16:creationId xmlns:a16="http://schemas.microsoft.com/office/drawing/2014/main" id="{6935F975-0CC7-414B-9F9C-44875EF3FCA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4" name="Rectangle 28">
                <a:extLst>
                  <a:ext uri="{FF2B5EF4-FFF2-40B4-BE49-F238E27FC236}">
                    <a16:creationId xmlns:a16="http://schemas.microsoft.com/office/drawing/2014/main" id="{21DEE8DA-7AB4-4341-BEF7-E8343A7BDF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5" name="Rectangle 29">
                <a:extLst>
                  <a:ext uri="{FF2B5EF4-FFF2-40B4-BE49-F238E27FC236}">
                    <a16:creationId xmlns:a16="http://schemas.microsoft.com/office/drawing/2014/main" id="{AF4FCF43-3009-4229-89F8-D62F91C9267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364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06" name="Rectangle 30">
                <a:extLst>
                  <a:ext uri="{FF2B5EF4-FFF2-40B4-BE49-F238E27FC236}">
                    <a16:creationId xmlns:a16="http://schemas.microsoft.com/office/drawing/2014/main" id="{21EAAE8A-F99B-4A0B-8E7D-566273D5E9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364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9899924C-8D1C-46B4-9F38-88AD7EA3A211}"/>
                </a:ext>
              </a:extLst>
            </p:cNvPr>
            <p:cNvGrpSpPr/>
            <p:nvPr/>
          </p:nvGrpSpPr>
          <p:grpSpPr>
            <a:xfrm>
              <a:off x="354110" y="3871219"/>
              <a:ext cx="11480604" cy="108822"/>
              <a:chOff x="354110" y="3872454"/>
              <a:chExt cx="11480604" cy="108822"/>
            </a:xfrm>
            <a:grpFill/>
          </p:grpSpPr>
          <p:sp>
            <p:nvSpPr>
              <p:cNvPr id="155" name="Rectangle 32">
                <a:extLst>
                  <a:ext uri="{FF2B5EF4-FFF2-40B4-BE49-F238E27FC236}">
                    <a16:creationId xmlns:a16="http://schemas.microsoft.com/office/drawing/2014/main" id="{FD0840A3-FF5F-4E9F-AAB6-948A5E4EC0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6" name="Rectangle 33">
                <a:extLst>
                  <a:ext uri="{FF2B5EF4-FFF2-40B4-BE49-F238E27FC236}">
                    <a16:creationId xmlns:a16="http://schemas.microsoft.com/office/drawing/2014/main" id="{F50A1B14-0F67-4FC2-88F7-3BE9E0EB2DE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7" name="Rectangle 34">
                <a:extLst>
                  <a:ext uri="{FF2B5EF4-FFF2-40B4-BE49-F238E27FC236}">
                    <a16:creationId xmlns:a16="http://schemas.microsoft.com/office/drawing/2014/main" id="{0081421C-B014-4BA9-9B01-C495814F14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8" name="Rectangle 35">
                <a:extLst>
                  <a:ext uri="{FF2B5EF4-FFF2-40B4-BE49-F238E27FC236}">
                    <a16:creationId xmlns:a16="http://schemas.microsoft.com/office/drawing/2014/main" id="{F2F01CCA-56ED-486D-8B82-39DC92A848E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9" name="Rectangle 36">
                <a:extLst>
                  <a:ext uri="{FF2B5EF4-FFF2-40B4-BE49-F238E27FC236}">
                    <a16:creationId xmlns:a16="http://schemas.microsoft.com/office/drawing/2014/main" id="{D80D4491-E5C9-4C50-81FD-6FC11F9488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0" name="Rectangle 37">
                <a:extLst>
                  <a:ext uri="{FF2B5EF4-FFF2-40B4-BE49-F238E27FC236}">
                    <a16:creationId xmlns:a16="http://schemas.microsoft.com/office/drawing/2014/main" id="{FEC9B9BF-B893-41BF-B931-31F1750D89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1" name="Rectangle 38">
                <a:extLst>
                  <a:ext uri="{FF2B5EF4-FFF2-40B4-BE49-F238E27FC236}">
                    <a16:creationId xmlns:a16="http://schemas.microsoft.com/office/drawing/2014/main" id="{3CAD1EA0-31D2-4388-AC66-BE422B6142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2" name="Rectangle 39">
                <a:extLst>
                  <a:ext uri="{FF2B5EF4-FFF2-40B4-BE49-F238E27FC236}">
                    <a16:creationId xmlns:a16="http://schemas.microsoft.com/office/drawing/2014/main" id="{992B7398-2CE5-4B74-B42B-0E4E9FA210C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3" name="Rectangle 40">
                <a:extLst>
                  <a:ext uri="{FF2B5EF4-FFF2-40B4-BE49-F238E27FC236}">
                    <a16:creationId xmlns:a16="http://schemas.microsoft.com/office/drawing/2014/main" id="{2AC042C8-974E-43A8-B1AB-D62435FE96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4" name="Rectangle 41">
                <a:extLst>
                  <a:ext uri="{FF2B5EF4-FFF2-40B4-BE49-F238E27FC236}">
                    <a16:creationId xmlns:a16="http://schemas.microsoft.com/office/drawing/2014/main" id="{2D6F1AB9-6712-4B85-8932-7F5F1BCFDA3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5" name="Rectangle 42">
                <a:extLst>
                  <a:ext uri="{FF2B5EF4-FFF2-40B4-BE49-F238E27FC236}">
                    <a16:creationId xmlns:a16="http://schemas.microsoft.com/office/drawing/2014/main" id="{80DC2507-35DC-491B-8CB6-90312B184ED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6" name="Rectangle 43">
                <a:extLst>
                  <a:ext uri="{FF2B5EF4-FFF2-40B4-BE49-F238E27FC236}">
                    <a16:creationId xmlns:a16="http://schemas.microsoft.com/office/drawing/2014/main" id="{778102A0-D658-43A1-846D-9B9E4B9AE14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7" name="Rectangle 44">
                <a:extLst>
                  <a:ext uri="{FF2B5EF4-FFF2-40B4-BE49-F238E27FC236}">
                    <a16:creationId xmlns:a16="http://schemas.microsoft.com/office/drawing/2014/main" id="{0532E36E-F8F7-4121-80C1-216501C391E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8" name="Rectangle 45">
                <a:extLst>
                  <a:ext uri="{FF2B5EF4-FFF2-40B4-BE49-F238E27FC236}">
                    <a16:creationId xmlns:a16="http://schemas.microsoft.com/office/drawing/2014/main" id="{EBD0C1A7-E07E-492D-A5B7-899D81C3591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69" name="Rectangle 46">
                <a:extLst>
                  <a:ext uri="{FF2B5EF4-FFF2-40B4-BE49-F238E27FC236}">
                    <a16:creationId xmlns:a16="http://schemas.microsoft.com/office/drawing/2014/main" id="{FF89631E-3434-468A-BE5A-16772FE2F3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0" name="Rectangle 47">
                <a:extLst>
                  <a:ext uri="{FF2B5EF4-FFF2-40B4-BE49-F238E27FC236}">
                    <a16:creationId xmlns:a16="http://schemas.microsoft.com/office/drawing/2014/main" id="{C379EE06-9745-42DA-BBC1-A082CA50F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1" name="Rectangle 48">
                <a:extLst>
                  <a:ext uri="{FF2B5EF4-FFF2-40B4-BE49-F238E27FC236}">
                    <a16:creationId xmlns:a16="http://schemas.microsoft.com/office/drawing/2014/main" id="{06184212-6301-4320-A25C-8350DB2579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2" name="Rectangle 49">
                <a:extLst>
                  <a:ext uri="{FF2B5EF4-FFF2-40B4-BE49-F238E27FC236}">
                    <a16:creationId xmlns:a16="http://schemas.microsoft.com/office/drawing/2014/main" id="{D81215A9-8DA9-436E-BFD3-672FD476BE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3" name="Rectangle 50">
                <a:extLst>
                  <a:ext uri="{FF2B5EF4-FFF2-40B4-BE49-F238E27FC236}">
                    <a16:creationId xmlns:a16="http://schemas.microsoft.com/office/drawing/2014/main" id="{7F4705F9-3317-4397-B01E-644775B19C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4" name="Rectangle 51">
                <a:extLst>
                  <a:ext uri="{FF2B5EF4-FFF2-40B4-BE49-F238E27FC236}">
                    <a16:creationId xmlns:a16="http://schemas.microsoft.com/office/drawing/2014/main" id="{2857C00E-FADC-42AA-AA16-38A83D5AF73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5" name="Rectangle 52">
                <a:extLst>
                  <a:ext uri="{FF2B5EF4-FFF2-40B4-BE49-F238E27FC236}">
                    <a16:creationId xmlns:a16="http://schemas.microsoft.com/office/drawing/2014/main" id="{74EAC93D-EF3C-4092-B15E-15494A23FE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6" name="Rectangle 53">
                <a:extLst>
                  <a:ext uri="{FF2B5EF4-FFF2-40B4-BE49-F238E27FC236}">
                    <a16:creationId xmlns:a16="http://schemas.microsoft.com/office/drawing/2014/main" id="{5D3EEE91-37CE-4F2F-905E-D7AFCC6E456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7" name="Rectangle 54">
                <a:extLst>
                  <a:ext uri="{FF2B5EF4-FFF2-40B4-BE49-F238E27FC236}">
                    <a16:creationId xmlns:a16="http://schemas.microsoft.com/office/drawing/2014/main" id="{368F77C6-C453-499B-8B47-39BE1A310E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8" name="Rectangle 55">
                <a:extLst>
                  <a:ext uri="{FF2B5EF4-FFF2-40B4-BE49-F238E27FC236}">
                    <a16:creationId xmlns:a16="http://schemas.microsoft.com/office/drawing/2014/main" id="{4EB7C421-E508-4232-A011-40643DB79DC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79" name="Rectangle 56">
                <a:extLst>
                  <a:ext uri="{FF2B5EF4-FFF2-40B4-BE49-F238E27FC236}">
                    <a16:creationId xmlns:a16="http://schemas.microsoft.com/office/drawing/2014/main" id="{B7A7C2F9-930E-4B50-9AA3-47FE15F43A0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3872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80" name="Rectangle 57">
                <a:extLst>
                  <a:ext uri="{FF2B5EF4-FFF2-40B4-BE49-F238E27FC236}">
                    <a16:creationId xmlns:a16="http://schemas.microsoft.com/office/drawing/2014/main" id="{4ADCC0C0-6310-4ED1-A69B-CF3133EB556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3872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8F8A1E95-3088-4CA0-BA17-9F2DBDABF9DB}"/>
                </a:ext>
              </a:extLst>
            </p:cNvPr>
            <p:cNvGrpSpPr/>
            <p:nvPr/>
          </p:nvGrpSpPr>
          <p:grpSpPr>
            <a:xfrm>
              <a:off x="354110" y="4376763"/>
              <a:ext cx="11480604" cy="109990"/>
              <a:chOff x="354110" y="4379678"/>
              <a:chExt cx="11480604" cy="109990"/>
            </a:xfrm>
            <a:grpFill/>
          </p:grpSpPr>
          <p:sp>
            <p:nvSpPr>
              <p:cNvPr id="129" name="Rectangle 59">
                <a:extLst>
                  <a:ext uri="{FF2B5EF4-FFF2-40B4-BE49-F238E27FC236}">
                    <a16:creationId xmlns:a16="http://schemas.microsoft.com/office/drawing/2014/main" id="{EFCB7559-FD17-472B-B7A1-3FFC63C8BCC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0" name="Rectangle 60">
                <a:extLst>
                  <a:ext uri="{FF2B5EF4-FFF2-40B4-BE49-F238E27FC236}">
                    <a16:creationId xmlns:a16="http://schemas.microsoft.com/office/drawing/2014/main" id="{2DA5B014-05A6-4DC4-A1AF-6B4B382336C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1" name="Rectangle 61">
                <a:extLst>
                  <a:ext uri="{FF2B5EF4-FFF2-40B4-BE49-F238E27FC236}">
                    <a16:creationId xmlns:a16="http://schemas.microsoft.com/office/drawing/2014/main" id="{FEA4E4F7-8218-4E7C-9E87-224A643273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2" name="Rectangle 62">
                <a:extLst>
                  <a:ext uri="{FF2B5EF4-FFF2-40B4-BE49-F238E27FC236}">
                    <a16:creationId xmlns:a16="http://schemas.microsoft.com/office/drawing/2014/main" id="{A94D8FC5-1EBD-4EE3-98BE-790ADC20DBF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3" name="Rectangle 63">
                <a:extLst>
                  <a:ext uri="{FF2B5EF4-FFF2-40B4-BE49-F238E27FC236}">
                    <a16:creationId xmlns:a16="http://schemas.microsoft.com/office/drawing/2014/main" id="{30D19DB9-4852-4829-8388-B6807A0BF6D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4" name="Rectangle 64">
                <a:extLst>
                  <a:ext uri="{FF2B5EF4-FFF2-40B4-BE49-F238E27FC236}">
                    <a16:creationId xmlns:a16="http://schemas.microsoft.com/office/drawing/2014/main" id="{084DC439-7F3A-4989-96B7-B29D496E65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5" name="Rectangle 65">
                <a:extLst>
                  <a:ext uri="{FF2B5EF4-FFF2-40B4-BE49-F238E27FC236}">
                    <a16:creationId xmlns:a16="http://schemas.microsoft.com/office/drawing/2014/main" id="{35EB4226-F03D-4819-A4CC-D42233D588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6" name="Rectangle 66">
                <a:extLst>
                  <a:ext uri="{FF2B5EF4-FFF2-40B4-BE49-F238E27FC236}">
                    <a16:creationId xmlns:a16="http://schemas.microsoft.com/office/drawing/2014/main" id="{E00FCAAA-AC7E-4B03-AD5E-74ABD976422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7" name="Rectangle 67">
                <a:extLst>
                  <a:ext uri="{FF2B5EF4-FFF2-40B4-BE49-F238E27FC236}">
                    <a16:creationId xmlns:a16="http://schemas.microsoft.com/office/drawing/2014/main" id="{7D3AA8CA-C2E8-4862-8F87-EFAEFBCFF0C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8" name="Rectangle 68">
                <a:extLst>
                  <a:ext uri="{FF2B5EF4-FFF2-40B4-BE49-F238E27FC236}">
                    <a16:creationId xmlns:a16="http://schemas.microsoft.com/office/drawing/2014/main" id="{217BE0BD-ECA6-4A6D-9864-90AF19AF302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39" name="Rectangle 69">
                <a:extLst>
                  <a:ext uri="{FF2B5EF4-FFF2-40B4-BE49-F238E27FC236}">
                    <a16:creationId xmlns:a16="http://schemas.microsoft.com/office/drawing/2014/main" id="{4367775C-E241-437A-90EC-7A4D13D422E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0" name="Rectangle 70">
                <a:extLst>
                  <a:ext uri="{FF2B5EF4-FFF2-40B4-BE49-F238E27FC236}">
                    <a16:creationId xmlns:a16="http://schemas.microsoft.com/office/drawing/2014/main" id="{45804E6D-FE13-4F7A-A02C-81ED1ACEAFA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1" name="Rectangle 71">
                <a:extLst>
                  <a:ext uri="{FF2B5EF4-FFF2-40B4-BE49-F238E27FC236}">
                    <a16:creationId xmlns:a16="http://schemas.microsoft.com/office/drawing/2014/main" id="{A09F54AC-51E7-45A0-B639-BFEC5FE67CC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2" name="Rectangle 72">
                <a:extLst>
                  <a:ext uri="{FF2B5EF4-FFF2-40B4-BE49-F238E27FC236}">
                    <a16:creationId xmlns:a16="http://schemas.microsoft.com/office/drawing/2014/main" id="{CA60C1A9-4AD0-4191-96A2-CC1DD32F6F9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3" name="Rectangle 73">
                <a:extLst>
                  <a:ext uri="{FF2B5EF4-FFF2-40B4-BE49-F238E27FC236}">
                    <a16:creationId xmlns:a16="http://schemas.microsoft.com/office/drawing/2014/main" id="{9A28ED63-9408-4F16-A85E-E76BA9F9AD0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4" name="Rectangle 74">
                <a:extLst>
                  <a:ext uri="{FF2B5EF4-FFF2-40B4-BE49-F238E27FC236}">
                    <a16:creationId xmlns:a16="http://schemas.microsoft.com/office/drawing/2014/main" id="{8E63D1D1-CF92-468A-B012-24216CA08E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5" name="Rectangle 75">
                <a:extLst>
                  <a:ext uri="{FF2B5EF4-FFF2-40B4-BE49-F238E27FC236}">
                    <a16:creationId xmlns:a16="http://schemas.microsoft.com/office/drawing/2014/main" id="{8FC2CD59-128D-4D06-937E-4505D57D198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6" name="Rectangle 76">
                <a:extLst>
                  <a:ext uri="{FF2B5EF4-FFF2-40B4-BE49-F238E27FC236}">
                    <a16:creationId xmlns:a16="http://schemas.microsoft.com/office/drawing/2014/main" id="{B9A7B9E1-4CEE-41C8-A799-EE4B9AFCD0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7" name="Rectangle 77">
                <a:extLst>
                  <a:ext uri="{FF2B5EF4-FFF2-40B4-BE49-F238E27FC236}">
                    <a16:creationId xmlns:a16="http://schemas.microsoft.com/office/drawing/2014/main" id="{3C824F84-B682-4EA2-AFC1-D56DF71A0CD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8" name="Rectangle 78">
                <a:extLst>
                  <a:ext uri="{FF2B5EF4-FFF2-40B4-BE49-F238E27FC236}">
                    <a16:creationId xmlns:a16="http://schemas.microsoft.com/office/drawing/2014/main" id="{154DDE76-05F9-405C-86DB-477B87DBB84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49" name="Rectangle 79">
                <a:extLst>
                  <a:ext uri="{FF2B5EF4-FFF2-40B4-BE49-F238E27FC236}">
                    <a16:creationId xmlns:a16="http://schemas.microsoft.com/office/drawing/2014/main" id="{28217A81-8951-475F-9F90-88B99F13D6E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0" name="Rectangle 80">
                <a:extLst>
                  <a:ext uri="{FF2B5EF4-FFF2-40B4-BE49-F238E27FC236}">
                    <a16:creationId xmlns:a16="http://schemas.microsoft.com/office/drawing/2014/main" id="{DD226742-8914-401E-8D78-93F56B2E481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1" name="Rectangle 81">
                <a:extLst>
                  <a:ext uri="{FF2B5EF4-FFF2-40B4-BE49-F238E27FC236}">
                    <a16:creationId xmlns:a16="http://schemas.microsoft.com/office/drawing/2014/main" id="{B0E1AE86-33D6-4D1D-BC23-EA8A4AF1CFD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2" name="Rectangle 82">
                <a:extLst>
                  <a:ext uri="{FF2B5EF4-FFF2-40B4-BE49-F238E27FC236}">
                    <a16:creationId xmlns:a16="http://schemas.microsoft.com/office/drawing/2014/main" id="{CCA69695-3790-4A9F-9CC1-5EBCB1C96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3" name="Rectangle 83">
                <a:extLst>
                  <a:ext uri="{FF2B5EF4-FFF2-40B4-BE49-F238E27FC236}">
                    <a16:creationId xmlns:a16="http://schemas.microsoft.com/office/drawing/2014/main" id="{E75DD56F-C446-4037-8A60-A6C1A44E8CF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379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54" name="Rectangle 84">
                <a:extLst>
                  <a:ext uri="{FF2B5EF4-FFF2-40B4-BE49-F238E27FC236}">
                    <a16:creationId xmlns:a16="http://schemas.microsoft.com/office/drawing/2014/main" id="{3658AAE9-4C55-47F2-9C83-497627EC28D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379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09F6D0B-FF49-4CC2-90DB-BE84FEA93E9F}"/>
                </a:ext>
              </a:extLst>
            </p:cNvPr>
            <p:cNvGrpSpPr/>
            <p:nvPr/>
          </p:nvGrpSpPr>
          <p:grpSpPr>
            <a:xfrm>
              <a:off x="354110" y="4883475"/>
              <a:ext cx="11480604" cy="109990"/>
              <a:chOff x="354110" y="4888062"/>
              <a:chExt cx="11480604" cy="109990"/>
            </a:xfrm>
            <a:grpFill/>
          </p:grpSpPr>
          <p:sp>
            <p:nvSpPr>
              <p:cNvPr id="103" name="Rectangle 5">
                <a:extLst>
                  <a:ext uri="{FF2B5EF4-FFF2-40B4-BE49-F238E27FC236}">
                    <a16:creationId xmlns:a16="http://schemas.microsoft.com/office/drawing/2014/main" id="{5B16BA60-1923-4CB8-AC58-3FA97E97824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4" name="Rectangle 6">
                <a:extLst>
                  <a:ext uri="{FF2B5EF4-FFF2-40B4-BE49-F238E27FC236}">
                    <a16:creationId xmlns:a16="http://schemas.microsoft.com/office/drawing/2014/main" id="{5472B612-6D9A-49B7-A1A5-EF7EBDCE08E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5" name="Rectangle 7">
                <a:extLst>
                  <a:ext uri="{FF2B5EF4-FFF2-40B4-BE49-F238E27FC236}">
                    <a16:creationId xmlns:a16="http://schemas.microsoft.com/office/drawing/2014/main" id="{19A7F840-07E0-4852-B348-40D8EB6148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6" name="Rectangle 8">
                <a:extLst>
                  <a:ext uri="{FF2B5EF4-FFF2-40B4-BE49-F238E27FC236}">
                    <a16:creationId xmlns:a16="http://schemas.microsoft.com/office/drawing/2014/main" id="{F501C6E7-9683-4F5F-ADB4-D120A8CE23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7" name="Rectangle 9">
                <a:extLst>
                  <a:ext uri="{FF2B5EF4-FFF2-40B4-BE49-F238E27FC236}">
                    <a16:creationId xmlns:a16="http://schemas.microsoft.com/office/drawing/2014/main" id="{6B0B292A-E263-45E9-8363-AB5BA07DC7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8" name="Rectangle 10">
                <a:extLst>
                  <a:ext uri="{FF2B5EF4-FFF2-40B4-BE49-F238E27FC236}">
                    <a16:creationId xmlns:a16="http://schemas.microsoft.com/office/drawing/2014/main" id="{F6D80E9D-A930-4211-B815-FA67CF10A5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9" name="Rectangle 11">
                <a:extLst>
                  <a:ext uri="{FF2B5EF4-FFF2-40B4-BE49-F238E27FC236}">
                    <a16:creationId xmlns:a16="http://schemas.microsoft.com/office/drawing/2014/main" id="{75CB23DF-89C3-4513-88A0-E31FACFB7D1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0" name="Rectangle 12">
                <a:extLst>
                  <a:ext uri="{FF2B5EF4-FFF2-40B4-BE49-F238E27FC236}">
                    <a16:creationId xmlns:a16="http://schemas.microsoft.com/office/drawing/2014/main" id="{792B94F3-12D9-42E8-91C9-DE5D158733B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1" name="Rectangle 13">
                <a:extLst>
                  <a:ext uri="{FF2B5EF4-FFF2-40B4-BE49-F238E27FC236}">
                    <a16:creationId xmlns:a16="http://schemas.microsoft.com/office/drawing/2014/main" id="{F5C29CE0-8ED9-4F8F-B865-6A66D95AA6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2" name="Rectangle 14">
                <a:extLst>
                  <a:ext uri="{FF2B5EF4-FFF2-40B4-BE49-F238E27FC236}">
                    <a16:creationId xmlns:a16="http://schemas.microsoft.com/office/drawing/2014/main" id="{E1288316-CFF0-4D0C-A6EA-50B406EBF6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3" name="Rectangle 15">
                <a:extLst>
                  <a:ext uri="{FF2B5EF4-FFF2-40B4-BE49-F238E27FC236}">
                    <a16:creationId xmlns:a16="http://schemas.microsoft.com/office/drawing/2014/main" id="{4BF70EA3-0A87-40BD-94BF-76AAEC816C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4" name="Rectangle 16">
                <a:extLst>
                  <a:ext uri="{FF2B5EF4-FFF2-40B4-BE49-F238E27FC236}">
                    <a16:creationId xmlns:a16="http://schemas.microsoft.com/office/drawing/2014/main" id="{8AC49DAE-1800-40B4-908D-DACDDBFF213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5" name="Rectangle 17">
                <a:extLst>
                  <a:ext uri="{FF2B5EF4-FFF2-40B4-BE49-F238E27FC236}">
                    <a16:creationId xmlns:a16="http://schemas.microsoft.com/office/drawing/2014/main" id="{236BF9F5-A935-4DA3-A4A9-52DD30165B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6" name="Rectangle 18">
                <a:extLst>
                  <a:ext uri="{FF2B5EF4-FFF2-40B4-BE49-F238E27FC236}">
                    <a16:creationId xmlns:a16="http://schemas.microsoft.com/office/drawing/2014/main" id="{97FE846A-6C60-49BD-8759-77095BC2477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7" name="Rectangle 19">
                <a:extLst>
                  <a:ext uri="{FF2B5EF4-FFF2-40B4-BE49-F238E27FC236}">
                    <a16:creationId xmlns:a16="http://schemas.microsoft.com/office/drawing/2014/main" id="{FA924FA8-FE97-40A1-852B-77A498A7C44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8" name="Rectangle 20">
                <a:extLst>
                  <a:ext uri="{FF2B5EF4-FFF2-40B4-BE49-F238E27FC236}">
                    <a16:creationId xmlns:a16="http://schemas.microsoft.com/office/drawing/2014/main" id="{3C593FAE-CE47-48A5-AC85-6174EAC0A21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19" name="Rectangle 21">
                <a:extLst>
                  <a:ext uri="{FF2B5EF4-FFF2-40B4-BE49-F238E27FC236}">
                    <a16:creationId xmlns:a16="http://schemas.microsoft.com/office/drawing/2014/main" id="{E2228A57-948E-4482-9E06-D9E725176D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0" name="Rectangle 22">
                <a:extLst>
                  <a:ext uri="{FF2B5EF4-FFF2-40B4-BE49-F238E27FC236}">
                    <a16:creationId xmlns:a16="http://schemas.microsoft.com/office/drawing/2014/main" id="{1EF13CFA-22CA-4C10-BE90-D5CC115A891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1" name="Rectangle 23">
                <a:extLst>
                  <a:ext uri="{FF2B5EF4-FFF2-40B4-BE49-F238E27FC236}">
                    <a16:creationId xmlns:a16="http://schemas.microsoft.com/office/drawing/2014/main" id="{0E8E90A3-1641-4E9B-A194-D5F117F9AEF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2" name="Rectangle 24">
                <a:extLst>
                  <a:ext uri="{FF2B5EF4-FFF2-40B4-BE49-F238E27FC236}">
                    <a16:creationId xmlns:a16="http://schemas.microsoft.com/office/drawing/2014/main" id="{A68EDFEF-E0D3-402A-9521-3DF38E4B8F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3" name="Rectangle 25">
                <a:extLst>
                  <a:ext uri="{FF2B5EF4-FFF2-40B4-BE49-F238E27FC236}">
                    <a16:creationId xmlns:a16="http://schemas.microsoft.com/office/drawing/2014/main" id="{CCF9D944-04E9-47A8-9177-AFC8A6780FC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4" name="Rectangle 26">
                <a:extLst>
                  <a:ext uri="{FF2B5EF4-FFF2-40B4-BE49-F238E27FC236}">
                    <a16:creationId xmlns:a16="http://schemas.microsoft.com/office/drawing/2014/main" id="{ABDECE26-FC06-416E-A783-A77B3FFA3AF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5" name="Rectangle 27">
                <a:extLst>
                  <a:ext uri="{FF2B5EF4-FFF2-40B4-BE49-F238E27FC236}">
                    <a16:creationId xmlns:a16="http://schemas.microsoft.com/office/drawing/2014/main" id="{1F81018F-D062-471E-8E4D-BF55555F50D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6" name="Rectangle 28">
                <a:extLst>
                  <a:ext uri="{FF2B5EF4-FFF2-40B4-BE49-F238E27FC236}">
                    <a16:creationId xmlns:a16="http://schemas.microsoft.com/office/drawing/2014/main" id="{75BC1DFB-E2E0-44A2-8449-1511B5F4C2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7" name="Rectangle 29">
                <a:extLst>
                  <a:ext uri="{FF2B5EF4-FFF2-40B4-BE49-F238E27FC236}">
                    <a16:creationId xmlns:a16="http://schemas.microsoft.com/office/drawing/2014/main" id="{FE671700-5C5E-4E82-8FDC-49E44FF739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4888062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28" name="Rectangle 30">
                <a:extLst>
                  <a:ext uri="{FF2B5EF4-FFF2-40B4-BE49-F238E27FC236}">
                    <a16:creationId xmlns:a16="http://schemas.microsoft.com/office/drawing/2014/main" id="{367003AF-BC87-4F81-81EB-3D09A24C99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4888062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5E7D7A4E-C314-4987-9657-060E28CAA6A0}"/>
                </a:ext>
              </a:extLst>
            </p:cNvPr>
            <p:cNvGrpSpPr/>
            <p:nvPr/>
          </p:nvGrpSpPr>
          <p:grpSpPr>
            <a:xfrm>
              <a:off x="354110" y="5390187"/>
              <a:ext cx="11480604" cy="108822"/>
              <a:chOff x="354110" y="5396454"/>
              <a:chExt cx="11480604" cy="108822"/>
            </a:xfrm>
            <a:grpFill/>
          </p:grpSpPr>
          <p:sp>
            <p:nvSpPr>
              <p:cNvPr id="77" name="Rectangle 32">
                <a:extLst>
                  <a:ext uri="{FF2B5EF4-FFF2-40B4-BE49-F238E27FC236}">
                    <a16:creationId xmlns:a16="http://schemas.microsoft.com/office/drawing/2014/main" id="{8E8A1AC8-CA63-4F37-A8CF-FF832D8BE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8" name="Rectangle 33">
                <a:extLst>
                  <a:ext uri="{FF2B5EF4-FFF2-40B4-BE49-F238E27FC236}">
                    <a16:creationId xmlns:a16="http://schemas.microsoft.com/office/drawing/2014/main" id="{628E2734-FDDB-44A3-9AF2-03978429626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9" name="Rectangle 34">
                <a:extLst>
                  <a:ext uri="{FF2B5EF4-FFF2-40B4-BE49-F238E27FC236}">
                    <a16:creationId xmlns:a16="http://schemas.microsoft.com/office/drawing/2014/main" id="{088CF2A2-82EB-4956-973F-6A38CD7EA05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0" name="Rectangle 35">
                <a:extLst>
                  <a:ext uri="{FF2B5EF4-FFF2-40B4-BE49-F238E27FC236}">
                    <a16:creationId xmlns:a16="http://schemas.microsoft.com/office/drawing/2014/main" id="{C040EEA9-3095-4F30-8483-23F37448C25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1" name="Rectangle 36">
                <a:extLst>
                  <a:ext uri="{FF2B5EF4-FFF2-40B4-BE49-F238E27FC236}">
                    <a16:creationId xmlns:a16="http://schemas.microsoft.com/office/drawing/2014/main" id="{749693CE-451B-4AFB-88A8-C12ED178EA2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2" name="Rectangle 37">
                <a:extLst>
                  <a:ext uri="{FF2B5EF4-FFF2-40B4-BE49-F238E27FC236}">
                    <a16:creationId xmlns:a16="http://schemas.microsoft.com/office/drawing/2014/main" id="{30280489-C791-44E8-963D-1255607CDB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3" name="Rectangle 38">
                <a:extLst>
                  <a:ext uri="{FF2B5EF4-FFF2-40B4-BE49-F238E27FC236}">
                    <a16:creationId xmlns:a16="http://schemas.microsoft.com/office/drawing/2014/main" id="{8CC74FC2-413D-4801-AE6D-107C3B11292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4" name="Rectangle 39">
                <a:extLst>
                  <a:ext uri="{FF2B5EF4-FFF2-40B4-BE49-F238E27FC236}">
                    <a16:creationId xmlns:a16="http://schemas.microsoft.com/office/drawing/2014/main" id="{B285A8B1-8801-46CD-91B8-97CE12F3199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5" name="Rectangle 40">
                <a:extLst>
                  <a:ext uri="{FF2B5EF4-FFF2-40B4-BE49-F238E27FC236}">
                    <a16:creationId xmlns:a16="http://schemas.microsoft.com/office/drawing/2014/main" id="{2DCB03A8-663D-4DCB-A3A5-59C55ED3049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6" name="Rectangle 41">
                <a:extLst>
                  <a:ext uri="{FF2B5EF4-FFF2-40B4-BE49-F238E27FC236}">
                    <a16:creationId xmlns:a16="http://schemas.microsoft.com/office/drawing/2014/main" id="{5407D7A5-9403-4899-B30F-57F9270DFA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7" name="Rectangle 42">
                <a:extLst>
                  <a:ext uri="{FF2B5EF4-FFF2-40B4-BE49-F238E27FC236}">
                    <a16:creationId xmlns:a16="http://schemas.microsoft.com/office/drawing/2014/main" id="{A5A712A8-2D9C-4566-93D7-A554219464B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8" name="Rectangle 43">
                <a:extLst>
                  <a:ext uri="{FF2B5EF4-FFF2-40B4-BE49-F238E27FC236}">
                    <a16:creationId xmlns:a16="http://schemas.microsoft.com/office/drawing/2014/main" id="{4B61ED17-0B4A-42B3-B859-84E6FBD9F9B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89" name="Rectangle 44">
                <a:extLst>
                  <a:ext uri="{FF2B5EF4-FFF2-40B4-BE49-F238E27FC236}">
                    <a16:creationId xmlns:a16="http://schemas.microsoft.com/office/drawing/2014/main" id="{7FF71609-E043-4DD4-BBED-210943BF31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0" name="Rectangle 45">
                <a:extLst>
                  <a:ext uri="{FF2B5EF4-FFF2-40B4-BE49-F238E27FC236}">
                    <a16:creationId xmlns:a16="http://schemas.microsoft.com/office/drawing/2014/main" id="{9107E37E-3623-4410-8CEA-DA33995A6A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1" name="Rectangle 46">
                <a:extLst>
                  <a:ext uri="{FF2B5EF4-FFF2-40B4-BE49-F238E27FC236}">
                    <a16:creationId xmlns:a16="http://schemas.microsoft.com/office/drawing/2014/main" id="{B83800E2-BDEE-48AC-9D9F-0B03C123FB6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2" name="Rectangle 47">
                <a:extLst>
                  <a:ext uri="{FF2B5EF4-FFF2-40B4-BE49-F238E27FC236}">
                    <a16:creationId xmlns:a16="http://schemas.microsoft.com/office/drawing/2014/main" id="{924E8ED7-0B54-488C-86FD-838BEC6C72B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3" name="Rectangle 48">
                <a:extLst>
                  <a:ext uri="{FF2B5EF4-FFF2-40B4-BE49-F238E27FC236}">
                    <a16:creationId xmlns:a16="http://schemas.microsoft.com/office/drawing/2014/main" id="{5E731C89-5DF4-4419-9A67-52BAEC37335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4" name="Rectangle 49">
                <a:extLst>
                  <a:ext uri="{FF2B5EF4-FFF2-40B4-BE49-F238E27FC236}">
                    <a16:creationId xmlns:a16="http://schemas.microsoft.com/office/drawing/2014/main" id="{D7B0E779-6D3D-4414-91BB-C1BBE6380DF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5" name="Rectangle 50">
                <a:extLst>
                  <a:ext uri="{FF2B5EF4-FFF2-40B4-BE49-F238E27FC236}">
                    <a16:creationId xmlns:a16="http://schemas.microsoft.com/office/drawing/2014/main" id="{E846AB63-6AAB-4E86-B4BA-7853BD60217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6" name="Rectangle 51">
                <a:extLst>
                  <a:ext uri="{FF2B5EF4-FFF2-40B4-BE49-F238E27FC236}">
                    <a16:creationId xmlns:a16="http://schemas.microsoft.com/office/drawing/2014/main" id="{D05AC798-949B-4443-ADBB-917EF526FE1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7" name="Rectangle 52">
                <a:extLst>
                  <a:ext uri="{FF2B5EF4-FFF2-40B4-BE49-F238E27FC236}">
                    <a16:creationId xmlns:a16="http://schemas.microsoft.com/office/drawing/2014/main" id="{8B3E2107-60AF-4064-A551-A333E6249CE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8" name="Rectangle 53">
                <a:extLst>
                  <a:ext uri="{FF2B5EF4-FFF2-40B4-BE49-F238E27FC236}">
                    <a16:creationId xmlns:a16="http://schemas.microsoft.com/office/drawing/2014/main" id="{055FD3E8-A340-4393-92E1-4FD68288FDB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99" name="Rectangle 54">
                <a:extLst>
                  <a:ext uri="{FF2B5EF4-FFF2-40B4-BE49-F238E27FC236}">
                    <a16:creationId xmlns:a16="http://schemas.microsoft.com/office/drawing/2014/main" id="{C18C5E0E-D82C-4F82-A0E3-6BE9AAF75E2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0" name="Rectangle 55">
                <a:extLst>
                  <a:ext uri="{FF2B5EF4-FFF2-40B4-BE49-F238E27FC236}">
                    <a16:creationId xmlns:a16="http://schemas.microsoft.com/office/drawing/2014/main" id="{677F5FC4-34F3-400A-9970-A7EA63DB4B5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1" name="Rectangle 56">
                <a:extLst>
                  <a:ext uri="{FF2B5EF4-FFF2-40B4-BE49-F238E27FC236}">
                    <a16:creationId xmlns:a16="http://schemas.microsoft.com/office/drawing/2014/main" id="{2A4794CF-928E-4F8E-A532-7800E5996B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396454"/>
                <a:ext cx="10999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102" name="Rectangle 57">
                <a:extLst>
                  <a:ext uri="{FF2B5EF4-FFF2-40B4-BE49-F238E27FC236}">
                    <a16:creationId xmlns:a16="http://schemas.microsoft.com/office/drawing/2014/main" id="{E4F63079-D99A-4ECA-AE8B-8E93D429560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396454"/>
                <a:ext cx="108822" cy="108822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8F81BE07-E676-45EB-9AFA-7BF1FBB657A2}"/>
                </a:ext>
              </a:extLst>
            </p:cNvPr>
            <p:cNvGrpSpPr/>
            <p:nvPr/>
          </p:nvGrpSpPr>
          <p:grpSpPr>
            <a:xfrm>
              <a:off x="354110" y="5895731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51" name="Rectangle 59">
                <a:extLst>
                  <a:ext uri="{FF2B5EF4-FFF2-40B4-BE49-F238E27FC236}">
                    <a16:creationId xmlns:a16="http://schemas.microsoft.com/office/drawing/2014/main" id="{90F41A19-F592-419E-BB70-0A26A5A2C99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2" name="Rectangle 60">
                <a:extLst>
                  <a:ext uri="{FF2B5EF4-FFF2-40B4-BE49-F238E27FC236}">
                    <a16:creationId xmlns:a16="http://schemas.microsoft.com/office/drawing/2014/main" id="{1469FDD4-E3FD-413E-AE75-22EE1F631B6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3" name="Rectangle 61">
                <a:extLst>
                  <a:ext uri="{FF2B5EF4-FFF2-40B4-BE49-F238E27FC236}">
                    <a16:creationId xmlns:a16="http://schemas.microsoft.com/office/drawing/2014/main" id="{FE475E5D-8646-4FC9-BFFB-619E2D0E25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4" name="Rectangle 62">
                <a:extLst>
                  <a:ext uri="{FF2B5EF4-FFF2-40B4-BE49-F238E27FC236}">
                    <a16:creationId xmlns:a16="http://schemas.microsoft.com/office/drawing/2014/main" id="{3D36A72E-C554-4C3C-9B1B-6CB10E5F62B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5" name="Rectangle 63">
                <a:extLst>
                  <a:ext uri="{FF2B5EF4-FFF2-40B4-BE49-F238E27FC236}">
                    <a16:creationId xmlns:a16="http://schemas.microsoft.com/office/drawing/2014/main" id="{7A4E6F93-4FD1-43BD-92BD-564F60D0B6D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6" name="Rectangle 64">
                <a:extLst>
                  <a:ext uri="{FF2B5EF4-FFF2-40B4-BE49-F238E27FC236}">
                    <a16:creationId xmlns:a16="http://schemas.microsoft.com/office/drawing/2014/main" id="{91390BA3-956A-4FEA-961B-6154DE6FB76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7" name="Rectangle 65">
                <a:extLst>
                  <a:ext uri="{FF2B5EF4-FFF2-40B4-BE49-F238E27FC236}">
                    <a16:creationId xmlns:a16="http://schemas.microsoft.com/office/drawing/2014/main" id="{3BDA4482-76BD-4B95-9A99-C9D97E68F67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8" name="Rectangle 66">
                <a:extLst>
                  <a:ext uri="{FF2B5EF4-FFF2-40B4-BE49-F238E27FC236}">
                    <a16:creationId xmlns:a16="http://schemas.microsoft.com/office/drawing/2014/main" id="{7C89DCF1-7783-4715-A5F6-F69C325A84F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9" name="Rectangle 67">
                <a:extLst>
                  <a:ext uri="{FF2B5EF4-FFF2-40B4-BE49-F238E27FC236}">
                    <a16:creationId xmlns:a16="http://schemas.microsoft.com/office/drawing/2014/main" id="{C358A697-8E33-4B4A-8E88-7C19923AD43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0" name="Rectangle 68">
                <a:extLst>
                  <a:ext uri="{FF2B5EF4-FFF2-40B4-BE49-F238E27FC236}">
                    <a16:creationId xmlns:a16="http://schemas.microsoft.com/office/drawing/2014/main" id="{8716A687-A14A-4B91-AB47-EC1722AF30A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1" name="Rectangle 69">
                <a:extLst>
                  <a:ext uri="{FF2B5EF4-FFF2-40B4-BE49-F238E27FC236}">
                    <a16:creationId xmlns:a16="http://schemas.microsoft.com/office/drawing/2014/main" id="{3597BC4D-A8AB-476D-A463-DDA92D6194C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2" name="Rectangle 70">
                <a:extLst>
                  <a:ext uri="{FF2B5EF4-FFF2-40B4-BE49-F238E27FC236}">
                    <a16:creationId xmlns:a16="http://schemas.microsoft.com/office/drawing/2014/main" id="{3D5FE933-374E-4D22-95B5-F8B154CFC29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3" name="Rectangle 71">
                <a:extLst>
                  <a:ext uri="{FF2B5EF4-FFF2-40B4-BE49-F238E27FC236}">
                    <a16:creationId xmlns:a16="http://schemas.microsoft.com/office/drawing/2014/main" id="{4DA4C424-BC57-46B1-8A19-98F4A1F4BC5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4" name="Rectangle 72">
                <a:extLst>
                  <a:ext uri="{FF2B5EF4-FFF2-40B4-BE49-F238E27FC236}">
                    <a16:creationId xmlns:a16="http://schemas.microsoft.com/office/drawing/2014/main" id="{8072EEA5-91EE-47E9-9C82-96966E37CB8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5" name="Rectangle 73">
                <a:extLst>
                  <a:ext uri="{FF2B5EF4-FFF2-40B4-BE49-F238E27FC236}">
                    <a16:creationId xmlns:a16="http://schemas.microsoft.com/office/drawing/2014/main" id="{D2366CD8-B517-40C0-8E52-217CE8F1647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6" name="Rectangle 74">
                <a:extLst>
                  <a:ext uri="{FF2B5EF4-FFF2-40B4-BE49-F238E27FC236}">
                    <a16:creationId xmlns:a16="http://schemas.microsoft.com/office/drawing/2014/main" id="{2739573F-C01A-4A42-BDB4-F8717CD6555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7" name="Rectangle 75">
                <a:extLst>
                  <a:ext uri="{FF2B5EF4-FFF2-40B4-BE49-F238E27FC236}">
                    <a16:creationId xmlns:a16="http://schemas.microsoft.com/office/drawing/2014/main" id="{94A56444-668B-41B0-8986-65EB2B4A320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8" name="Rectangle 76">
                <a:extLst>
                  <a:ext uri="{FF2B5EF4-FFF2-40B4-BE49-F238E27FC236}">
                    <a16:creationId xmlns:a16="http://schemas.microsoft.com/office/drawing/2014/main" id="{B2CFF404-368E-4A76-A2CA-471611869B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69" name="Rectangle 77">
                <a:extLst>
                  <a:ext uri="{FF2B5EF4-FFF2-40B4-BE49-F238E27FC236}">
                    <a16:creationId xmlns:a16="http://schemas.microsoft.com/office/drawing/2014/main" id="{3B1857CC-9DC7-43E3-98B6-0DCBB2DC18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0" name="Rectangle 78">
                <a:extLst>
                  <a:ext uri="{FF2B5EF4-FFF2-40B4-BE49-F238E27FC236}">
                    <a16:creationId xmlns:a16="http://schemas.microsoft.com/office/drawing/2014/main" id="{13C3C468-F3E2-4B75-BB66-184F85DD01B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1" name="Rectangle 79">
                <a:extLst>
                  <a:ext uri="{FF2B5EF4-FFF2-40B4-BE49-F238E27FC236}">
                    <a16:creationId xmlns:a16="http://schemas.microsoft.com/office/drawing/2014/main" id="{1A0E9336-6E7F-4174-BB8B-7B675743AA4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2" name="Rectangle 80">
                <a:extLst>
                  <a:ext uri="{FF2B5EF4-FFF2-40B4-BE49-F238E27FC236}">
                    <a16:creationId xmlns:a16="http://schemas.microsoft.com/office/drawing/2014/main" id="{1AB6293C-8454-4149-8126-EFE23BCE434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3" name="Rectangle 81">
                <a:extLst>
                  <a:ext uri="{FF2B5EF4-FFF2-40B4-BE49-F238E27FC236}">
                    <a16:creationId xmlns:a16="http://schemas.microsoft.com/office/drawing/2014/main" id="{BAE4953B-46B2-4552-8D6A-C67D4FCB3D6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4" name="Rectangle 82">
                <a:extLst>
                  <a:ext uri="{FF2B5EF4-FFF2-40B4-BE49-F238E27FC236}">
                    <a16:creationId xmlns:a16="http://schemas.microsoft.com/office/drawing/2014/main" id="{40C5CC0E-449E-4E60-822F-5A4AB69E541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5" name="Rectangle 83">
                <a:extLst>
                  <a:ext uri="{FF2B5EF4-FFF2-40B4-BE49-F238E27FC236}">
                    <a16:creationId xmlns:a16="http://schemas.microsoft.com/office/drawing/2014/main" id="{B2688373-3DD7-4956-8759-7CB2AF735B5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76" name="Rectangle 84">
                <a:extLst>
                  <a:ext uri="{FF2B5EF4-FFF2-40B4-BE49-F238E27FC236}">
                    <a16:creationId xmlns:a16="http://schemas.microsoft.com/office/drawing/2014/main" id="{50B8E454-F10F-456B-81ED-301B191CA48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0ABA5C-8D36-4AAD-9494-669B8A3E9E86}"/>
                </a:ext>
              </a:extLst>
            </p:cNvPr>
            <p:cNvGrpSpPr/>
            <p:nvPr/>
          </p:nvGrpSpPr>
          <p:grpSpPr>
            <a:xfrm>
              <a:off x="354110" y="6402442"/>
              <a:ext cx="11480604" cy="109990"/>
              <a:chOff x="354110" y="5903678"/>
              <a:chExt cx="11480604" cy="109990"/>
            </a:xfrm>
            <a:grpFill/>
          </p:grpSpPr>
          <p:sp>
            <p:nvSpPr>
              <p:cNvPr id="25" name="Rectangle 59">
                <a:extLst>
                  <a:ext uri="{FF2B5EF4-FFF2-40B4-BE49-F238E27FC236}">
                    <a16:creationId xmlns:a16="http://schemas.microsoft.com/office/drawing/2014/main" id="{9006E5F9-87EA-4BFF-AC26-08D7B4E6558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411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6" name="Rectangle 60">
                <a:extLst>
                  <a:ext uri="{FF2B5EF4-FFF2-40B4-BE49-F238E27FC236}">
                    <a16:creationId xmlns:a16="http://schemas.microsoft.com/office/drawing/2014/main" id="{40F26277-619B-41A3-9D5F-A02E6914E16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954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7" name="Rectangle 61">
                <a:extLst>
                  <a:ext uri="{FF2B5EF4-FFF2-40B4-BE49-F238E27FC236}">
                    <a16:creationId xmlns:a16="http://schemas.microsoft.com/office/drawing/2014/main" id="{23DB5C85-827B-49AF-BC96-24E7ABDAD9B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6380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8" name="Rectangle 62">
                <a:extLst>
                  <a:ext uri="{FF2B5EF4-FFF2-40B4-BE49-F238E27FC236}">
                    <a16:creationId xmlns:a16="http://schemas.microsoft.com/office/drawing/2014/main" id="{847A0A99-2056-4E0E-8A5A-2CBCA33AFFD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71923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29" name="Rectangle 63">
                <a:extLst>
                  <a:ext uri="{FF2B5EF4-FFF2-40B4-BE49-F238E27FC236}">
                    <a16:creationId xmlns:a16="http://schemas.microsoft.com/office/drawing/2014/main" id="{5474EE8D-D88A-47FF-9107-09082030E050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17350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0" name="Rectangle 64">
                <a:extLst>
                  <a:ext uri="{FF2B5EF4-FFF2-40B4-BE49-F238E27FC236}">
                    <a16:creationId xmlns:a16="http://schemas.microsoft.com/office/drawing/2014/main" id="{0EC4B1DB-FB22-4303-B2D7-5E60C557A83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62893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1" name="Rectangle 65">
                <a:extLst>
                  <a:ext uri="{FF2B5EF4-FFF2-40B4-BE49-F238E27FC236}">
                    <a16:creationId xmlns:a16="http://schemas.microsoft.com/office/drawing/2014/main" id="{B5127279-9249-47F2-8A42-1F7F68517E9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083197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2" name="Rectangle 66">
                <a:extLst>
                  <a:ext uri="{FF2B5EF4-FFF2-40B4-BE49-F238E27FC236}">
                    <a16:creationId xmlns:a16="http://schemas.microsoft.com/office/drawing/2014/main" id="{4BE3E747-CD2D-4EA9-8A1C-AFC94F6403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538630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3" name="Rectangle 67">
                <a:extLst>
                  <a:ext uri="{FF2B5EF4-FFF2-40B4-BE49-F238E27FC236}">
                    <a16:creationId xmlns:a16="http://schemas.microsoft.com/office/drawing/2014/main" id="{844450CC-44D2-4CFB-9D82-BA80F0CA0E8F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99289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4" name="Rectangle 68">
                <a:extLst>
                  <a:ext uri="{FF2B5EF4-FFF2-40B4-BE49-F238E27FC236}">
                    <a16:creationId xmlns:a16="http://schemas.microsoft.com/office/drawing/2014/main" id="{56C9C6B8-074B-4807-A953-D5D69AEE2F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448326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5" name="Rectangle 69">
                <a:extLst>
                  <a:ext uri="{FF2B5EF4-FFF2-40B4-BE49-F238E27FC236}">
                    <a16:creationId xmlns:a16="http://schemas.microsoft.com/office/drawing/2014/main" id="{55A940DF-BE4B-4046-BF7D-7BBB8316FF8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4902589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6" name="Rectangle 70">
                <a:extLst>
                  <a:ext uri="{FF2B5EF4-FFF2-40B4-BE49-F238E27FC236}">
                    <a16:creationId xmlns:a16="http://schemas.microsoft.com/office/drawing/2014/main" id="{79FECFE2-55AB-4195-B4F2-F1831B09013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35802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7" name="Rectangle 71">
                <a:extLst>
                  <a:ext uri="{FF2B5EF4-FFF2-40B4-BE49-F238E27FC236}">
                    <a16:creationId xmlns:a16="http://schemas.microsoft.com/office/drawing/2014/main" id="{F78BF45E-3F1B-4CCF-AB55-6AACA1D7968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5812285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8" name="Rectangle 72">
                <a:extLst>
                  <a:ext uri="{FF2B5EF4-FFF2-40B4-BE49-F238E27FC236}">
                    <a16:creationId xmlns:a16="http://schemas.microsoft.com/office/drawing/2014/main" id="{CEAEA0D2-DAF5-42AD-824D-BF0A0786ACD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26771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39" name="Rectangle 73">
                <a:extLst>
                  <a:ext uri="{FF2B5EF4-FFF2-40B4-BE49-F238E27FC236}">
                    <a16:creationId xmlns:a16="http://schemas.microsoft.com/office/drawing/2014/main" id="{2616B93B-15A3-4A25-B322-A4A334791D4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672198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0" name="Rectangle 74">
                <a:extLst>
                  <a:ext uri="{FF2B5EF4-FFF2-40B4-BE49-F238E27FC236}">
                    <a16:creationId xmlns:a16="http://schemas.microsoft.com/office/drawing/2014/main" id="{26C24972-CC21-4F79-908A-8F7EEF3C3BF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177414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1" name="Rectangle 75">
                <a:extLst>
                  <a:ext uri="{FF2B5EF4-FFF2-40B4-BE49-F238E27FC236}">
                    <a16:creationId xmlns:a16="http://schemas.microsoft.com/office/drawing/2014/main" id="{FD7C3FD5-0F89-4B6D-AC87-8001A0810CFA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631676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2" name="Rectangle 76">
                <a:extLst>
                  <a:ext uri="{FF2B5EF4-FFF2-40B4-BE49-F238E27FC236}">
                    <a16:creationId xmlns:a16="http://schemas.microsoft.com/office/drawing/2014/main" id="{B03C108E-68F6-4221-BC40-C5E3C190447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087109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3" name="Rectangle 77">
                <a:extLst>
                  <a:ext uri="{FF2B5EF4-FFF2-40B4-BE49-F238E27FC236}">
                    <a16:creationId xmlns:a16="http://schemas.microsoft.com/office/drawing/2014/main" id="{AEE8C851-520C-4A98-839F-17DEECB4C1E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541372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4" name="Rectangle 78">
                <a:extLst>
                  <a:ext uri="{FF2B5EF4-FFF2-40B4-BE49-F238E27FC236}">
                    <a16:creationId xmlns:a16="http://schemas.microsoft.com/office/drawing/2014/main" id="{64CDD37E-8761-499B-B591-D1B68A0C6023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996805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5" name="Rectangle 79">
                <a:extLst>
                  <a:ext uri="{FF2B5EF4-FFF2-40B4-BE49-F238E27FC236}">
                    <a16:creationId xmlns:a16="http://schemas.microsoft.com/office/drawing/2014/main" id="{CF1D9CFA-A92A-4012-8DBE-A1AFE416C0D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451068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6" name="Rectangle 80">
                <a:extLst>
                  <a:ext uri="{FF2B5EF4-FFF2-40B4-BE49-F238E27FC236}">
                    <a16:creationId xmlns:a16="http://schemas.microsoft.com/office/drawing/2014/main" id="{5B28FF0B-0B00-4C89-9B32-5FCEE8CF723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906501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7" name="Rectangle 81">
                <a:extLst>
                  <a:ext uri="{FF2B5EF4-FFF2-40B4-BE49-F238E27FC236}">
                    <a16:creationId xmlns:a16="http://schemas.microsoft.com/office/drawing/2014/main" id="{3F39461F-D7C3-4741-A3BF-B2B81AC1BD42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360763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8" name="Rectangle 82">
                <a:extLst>
                  <a:ext uri="{FF2B5EF4-FFF2-40B4-BE49-F238E27FC236}">
                    <a16:creationId xmlns:a16="http://schemas.microsoft.com/office/drawing/2014/main" id="{B209DBFB-FB6A-41D4-B8FD-371C1627C2D7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816197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49" name="Rectangle 83">
                <a:extLst>
                  <a:ext uri="{FF2B5EF4-FFF2-40B4-BE49-F238E27FC236}">
                    <a16:creationId xmlns:a16="http://schemas.microsoft.com/office/drawing/2014/main" id="{9851ABD3-4B24-43E9-8246-B439DE28902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270460" y="5903678"/>
                <a:ext cx="10999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  <p:sp>
            <p:nvSpPr>
              <p:cNvPr id="50" name="Rectangle 84">
                <a:extLst>
                  <a:ext uri="{FF2B5EF4-FFF2-40B4-BE49-F238E27FC236}">
                    <a16:creationId xmlns:a16="http://schemas.microsoft.com/office/drawing/2014/main" id="{C66181AB-B727-41A6-A789-CF6AAB6890A6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1725892" y="5903678"/>
                <a:ext cx="108822" cy="109990"/>
              </a:xfrm>
              <a:prstGeom prst="rect">
                <a:avLst/>
              </a:prstGeom>
              <a:grpFill/>
              <a:ln w="9525">
                <a:noFill/>
                <a:miter lim="800000"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IN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042361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hat we do?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E69268-9C8B-4EBF-A9EE-DC5DC2D48DC3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64" name="Rectangle 5">
            <a:extLst>
              <a:ext uri="{FF2B5EF4-FFF2-40B4-BE49-F238E27FC236}">
                <a16:creationId xmlns:a16="http://schemas.microsoft.com/office/drawing/2014/main" id="{1D5D3984-7DC7-4194-AD39-51045112AC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5" name="Rectangle 6">
            <a:extLst>
              <a:ext uri="{FF2B5EF4-FFF2-40B4-BE49-F238E27FC236}">
                <a16:creationId xmlns:a16="http://schemas.microsoft.com/office/drawing/2014/main" id="{C4A1AA13-BC36-4E79-B4E8-CBD99F7B0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6" name="Rectangle 7">
            <a:extLst>
              <a:ext uri="{FF2B5EF4-FFF2-40B4-BE49-F238E27FC236}">
                <a16:creationId xmlns:a16="http://schemas.microsoft.com/office/drawing/2014/main" id="{064FA383-421A-4408-B960-0EEA4EA6D8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7" name="Rectangle 8">
            <a:extLst>
              <a:ext uri="{FF2B5EF4-FFF2-40B4-BE49-F238E27FC236}">
                <a16:creationId xmlns:a16="http://schemas.microsoft.com/office/drawing/2014/main" id="{A749CDFB-EE99-4334-8923-0D518C5B2B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8" name="Rectangle 9">
            <a:extLst>
              <a:ext uri="{FF2B5EF4-FFF2-40B4-BE49-F238E27FC236}">
                <a16:creationId xmlns:a16="http://schemas.microsoft.com/office/drawing/2014/main" id="{6E9A5901-7AB9-4355-8A8C-EDEDF74E0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9" name="Rectangle 10">
            <a:extLst>
              <a:ext uri="{FF2B5EF4-FFF2-40B4-BE49-F238E27FC236}">
                <a16:creationId xmlns:a16="http://schemas.microsoft.com/office/drawing/2014/main" id="{719A89F7-F1DD-434B-B30D-4B32BEFEB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0" name="Rectangle 11">
            <a:extLst>
              <a:ext uri="{FF2B5EF4-FFF2-40B4-BE49-F238E27FC236}">
                <a16:creationId xmlns:a16="http://schemas.microsoft.com/office/drawing/2014/main" id="{E2F34566-8F29-46BF-862B-492CFB9F0B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1" name="Rectangle 12">
            <a:extLst>
              <a:ext uri="{FF2B5EF4-FFF2-40B4-BE49-F238E27FC236}">
                <a16:creationId xmlns:a16="http://schemas.microsoft.com/office/drawing/2014/main" id="{13B17D5B-B8E7-479A-9557-1DE1F3355D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2" name="Rectangle 13">
            <a:extLst>
              <a:ext uri="{FF2B5EF4-FFF2-40B4-BE49-F238E27FC236}">
                <a16:creationId xmlns:a16="http://schemas.microsoft.com/office/drawing/2014/main" id="{648B9A6E-E46B-4E77-8AFC-175F26F718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3" name="Rectangle 14">
            <a:extLst>
              <a:ext uri="{FF2B5EF4-FFF2-40B4-BE49-F238E27FC236}">
                <a16:creationId xmlns:a16="http://schemas.microsoft.com/office/drawing/2014/main" id="{66ED677A-B450-444C-8C05-6164CEFBB2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4" name="Rectangle 15">
            <a:extLst>
              <a:ext uri="{FF2B5EF4-FFF2-40B4-BE49-F238E27FC236}">
                <a16:creationId xmlns:a16="http://schemas.microsoft.com/office/drawing/2014/main" id="{6B37F876-20AD-4B0B-B794-D98057E31C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5" name="Rectangle 16">
            <a:extLst>
              <a:ext uri="{FF2B5EF4-FFF2-40B4-BE49-F238E27FC236}">
                <a16:creationId xmlns:a16="http://schemas.microsoft.com/office/drawing/2014/main" id="{9EED317B-A291-4834-AF57-5CB5972CF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6" name="Rectangle 17">
            <a:extLst>
              <a:ext uri="{FF2B5EF4-FFF2-40B4-BE49-F238E27FC236}">
                <a16:creationId xmlns:a16="http://schemas.microsoft.com/office/drawing/2014/main" id="{6F10DAB5-CF53-4900-8A89-3398C2031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7" name="Rectangle 18">
            <a:extLst>
              <a:ext uri="{FF2B5EF4-FFF2-40B4-BE49-F238E27FC236}">
                <a16:creationId xmlns:a16="http://schemas.microsoft.com/office/drawing/2014/main" id="{F5888EEF-E323-44C5-9096-B1D8A26B3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8" name="Rectangle 19">
            <a:extLst>
              <a:ext uri="{FF2B5EF4-FFF2-40B4-BE49-F238E27FC236}">
                <a16:creationId xmlns:a16="http://schemas.microsoft.com/office/drawing/2014/main" id="{9825D3DA-CFCD-4B62-AA3E-6B6A3F6A4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79" name="Rectangle 20">
            <a:extLst>
              <a:ext uri="{FF2B5EF4-FFF2-40B4-BE49-F238E27FC236}">
                <a16:creationId xmlns:a16="http://schemas.microsoft.com/office/drawing/2014/main" id="{485F1DFD-B6E0-4E81-9E5D-A16F629BFD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0" name="Rectangle 21">
            <a:extLst>
              <a:ext uri="{FF2B5EF4-FFF2-40B4-BE49-F238E27FC236}">
                <a16:creationId xmlns:a16="http://schemas.microsoft.com/office/drawing/2014/main" id="{22C892AF-FE66-492B-8360-9F3902E2D2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1" name="Rectangle 22">
            <a:extLst>
              <a:ext uri="{FF2B5EF4-FFF2-40B4-BE49-F238E27FC236}">
                <a16:creationId xmlns:a16="http://schemas.microsoft.com/office/drawing/2014/main" id="{BF8787BC-8DED-4E08-BA9C-0F363C018F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2" name="Rectangle 23">
            <a:extLst>
              <a:ext uri="{FF2B5EF4-FFF2-40B4-BE49-F238E27FC236}">
                <a16:creationId xmlns:a16="http://schemas.microsoft.com/office/drawing/2014/main" id="{ECC6E2E7-5D4C-494A-9957-C74873D73B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3" name="Rectangle 24">
            <a:extLst>
              <a:ext uri="{FF2B5EF4-FFF2-40B4-BE49-F238E27FC236}">
                <a16:creationId xmlns:a16="http://schemas.microsoft.com/office/drawing/2014/main" id="{619B2CB8-4BD4-49C4-99C7-1EDC4DE98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4" name="Rectangle 25">
            <a:extLst>
              <a:ext uri="{FF2B5EF4-FFF2-40B4-BE49-F238E27FC236}">
                <a16:creationId xmlns:a16="http://schemas.microsoft.com/office/drawing/2014/main" id="{2BD052E5-B9B7-4DDC-921A-0BA5DC53AF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5" name="Rectangle 26">
            <a:extLst>
              <a:ext uri="{FF2B5EF4-FFF2-40B4-BE49-F238E27FC236}">
                <a16:creationId xmlns:a16="http://schemas.microsoft.com/office/drawing/2014/main" id="{854CCDB5-6DB3-4877-AAD4-2D60BD9045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6" name="Rectangle 27">
            <a:extLst>
              <a:ext uri="{FF2B5EF4-FFF2-40B4-BE49-F238E27FC236}">
                <a16:creationId xmlns:a16="http://schemas.microsoft.com/office/drawing/2014/main" id="{E3701413-7CE4-4A3C-88EA-C6C0B42E4A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7" name="Rectangle 28">
            <a:extLst>
              <a:ext uri="{FF2B5EF4-FFF2-40B4-BE49-F238E27FC236}">
                <a16:creationId xmlns:a16="http://schemas.microsoft.com/office/drawing/2014/main" id="{BA36D018-6320-417B-8F9E-55683DDC96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8" name="Rectangle 29">
            <a:extLst>
              <a:ext uri="{FF2B5EF4-FFF2-40B4-BE49-F238E27FC236}">
                <a16:creationId xmlns:a16="http://schemas.microsoft.com/office/drawing/2014/main" id="{2B1F5663-A83E-4D95-BDF4-EBB44F3CCC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89" name="Rectangle 30">
            <a:extLst>
              <a:ext uri="{FF2B5EF4-FFF2-40B4-BE49-F238E27FC236}">
                <a16:creationId xmlns:a16="http://schemas.microsoft.com/office/drawing/2014/main" id="{462D901F-2505-492E-B20E-7B4077FF6D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0" name="Rectangle 32">
            <a:extLst>
              <a:ext uri="{FF2B5EF4-FFF2-40B4-BE49-F238E27FC236}">
                <a16:creationId xmlns:a16="http://schemas.microsoft.com/office/drawing/2014/main" id="{FDEA931C-C5A4-4A39-893A-F9D600DAA1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4963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1" name="Rectangle 33">
            <a:extLst>
              <a:ext uri="{FF2B5EF4-FFF2-40B4-BE49-F238E27FC236}">
                <a16:creationId xmlns:a16="http://schemas.microsoft.com/office/drawing/2014/main" id="{53FAB04F-C814-4903-887C-6B8749BF48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2" name="Rectangle 34">
            <a:extLst>
              <a:ext uri="{FF2B5EF4-FFF2-40B4-BE49-F238E27FC236}">
                <a16:creationId xmlns:a16="http://schemas.microsoft.com/office/drawing/2014/main" id="{E80BB6CA-5007-43DC-9106-9AC1FD8F5F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3" name="Rectangle 35">
            <a:extLst>
              <a:ext uri="{FF2B5EF4-FFF2-40B4-BE49-F238E27FC236}">
                <a16:creationId xmlns:a16="http://schemas.microsoft.com/office/drawing/2014/main" id="{3E18C2F1-101D-4393-9918-DE77B3379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4" name="Rectangle 36">
            <a:extLst>
              <a:ext uri="{FF2B5EF4-FFF2-40B4-BE49-F238E27FC236}">
                <a16:creationId xmlns:a16="http://schemas.microsoft.com/office/drawing/2014/main" id="{2EA02F2D-5F5D-4284-953F-D92F8BA89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5" name="Rectangle 37">
            <a:extLst>
              <a:ext uri="{FF2B5EF4-FFF2-40B4-BE49-F238E27FC236}">
                <a16:creationId xmlns:a16="http://schemas.microsoft.com/office/drawing/2014/main" id="{B5280DAC-9E73-48E4-A0C0-043ACF981C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6" name="Rectangle 38">
            <a:extLst>
              <a:ext uri="{FF2B5EF4-FFF2-40B4-BE49-F238E27FC236}">
                <a16:creationId xmlns:a16="http://schemas.microsoft.com/office/drawing/2014/main" id="{60B1EDB9-9DC9-475A-BEBF-49644F4E1F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4963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7" name="Rectangle 39">
            <a:extLst>
              <a:ext uri="{FF2B5EF4-FFF2-40B4-BE49-F238E27FC236}">
                <a16:creationId xmlns:a16="http://schemas.microsoft.com/office/drawing/2014/main" id="{820A7A5C-FCE4-4A98-ABAF-F0127EC77F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8" name="Rectangle 40">
            <a:extLst>
              <a:ext uri="{FF2B5EF4-FFF2-40B4-BE49-F238E27FC236}">
                <a16:creationId xmlns:a16="http://schemas.microsoft.com/office/drawing/2014/main" id="{7A431B81-7C7C-42A1-8E97-0E59A743E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99" name="Rectangle 41">
            <a:extLst>
              <a:ext uri="{FF2B5EF4-FFF2-40B4-BE49-F238E27FC236}">
                <a16:creationId xmlns:a16="http://schemas.microsoft.com/office/drawing/2014/main" id="{F7C18536-4714-447C-B2CD-5CCE34FE6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0" name="Rectangle 42">
            <a:extLst>
              <a:ext uri="{FF2B5EF4-FFF2-40B4-BE49-F238E27FC236}">
                <a16:creationId xmlns:a16="http://schemas.microsoft.com/office/drawing/2014/main" id="{A5220EB9-CFCA-4E11-B625-CBA6910EDB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1" name="Rectangle 43">
            <a:extLst>
              <a:ext uri="{FF2B5EF4-FFF2-40B4-BE49-F238E27FC236}">
                <a16:creationId xmlns:a16="http://schemas.microsoft.com/office/drawing/2014/main" id="{C9AB4232-42B9-4172-8F6B-0CCF9E84F5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2" name="Rectangle 44">
            <a:extLst>
              <a:ext uri="{FF2B5EF4-FFF2-40B4-BE49-F238E27FC236}">
                <a16:creationId xmlns:a16="http://schemas.microsoft.com/office/drawing/2014/main" id="{77D0A2B3-F2AF-45C0-BC1A-629B0AF4C0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3" name="Rectangle 45">
            <a:extLst>
              <a:ext uri="{FF2B5EF4-FFF2-40B4-BE49-F238E27FC236}">
                <a16:creationId xmlns:a16="http://schemas.microsoft.com/office/drawing/2014/main" id="{C2A2BCF5-ACB6-4194-9DE7-BE45865F0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4" name="Rectangle 46">
            <a:extLst>
              <a:ext uri="{FF2B5EF4-FFF2-40B4-BE49-F238E27FC236}">
                <a16:creationId xmlns:a16="http://schemas.microsoft.com/office/drawing/2014/main" id="{E5AE97FB-206B-4E16-BB3C-161246A676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5" name="Rectangle 47">
            <a:extLst>
              <a:ext uri="{FF2B5EF4-FFF2-40B4-BE49-F238E27FC236}">
                <a16:creationId xmlns:a16="http://schemas.microsoft.com/office/drawing/2014/main" id="{E2148554-6A62-41A8-B70A-3265589BB1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6" name="Rectangle 48">
            <a:extLst>
              <a:ext uri="{FF2B5EF4-FFF2-40B4-BE49-F238E27FC236}">
                <a16:creationId xmlns:a16="http://schemas.microsoft.com/office/drawing/2014/main" id="{1F2DBB84-56F7-4574-B1C3-59A49824B84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7" name="Rectangle 49">
            <a:extLst>
              <a:ext uri="{FF2B5EF4-FFF2-40B4-BE49-F238E27FC236}">
                <a16:creationId xmlns:a16="http://schemas.microsoft.com/office/drawing/2014/main" id="{3803743A-8621-4AD5-9BEE-D1FBC8D622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8" name="Rectangle 50">
            <a:extLst>
              <a:ext uri="{FF2B5EF4-FFF2-40B4-BE49-F238E27FC236}">
                <a16:creationId xmlns:a16="http://schemas.microsoft.com/office/drawing/2014/main" id="{2940D20D-CE5D-4F7F-87D5-4081213E1F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09" name="Rectangle 51">
            <a:extLst>
              <a:ext uri="{FF2B5EF4-FFF2-40B4-BE49-F238E27FC236}">
                <a16:creationId xmlns:a16="http://schemas.microsoft.com/office/drawing/2014/main" id="{F24365F1-8EF6-4443-AB20-203041B14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0" name="Rectangle 52">
            <a:extLst>
              <a:ext uri="{FF2B5EF4-FFF2-40B4-BE49-F238E27FC236}">
                <a16:creationId xmlns:a16="http://schemas.microsoft.com/office/drawing/2014/main" id="{43BD6223-42F5-4EA4-BED3-40CDDED810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1" name="Rectangle 53">
            <a:extLst>
              <a:ext uri="{FF2B5EF4-FFF2-40B4-BE49-F238E27FC236}">
                <a16:creationId xmlns:a16="http://schemas.microsoft.com/office/drawing/2014/main" id="{C44C46DF-3231-4732-836F-60E5D9F314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2" name="Rectangle 54">
            <a:extLst>
              <a:ext uri="{FF2B5EF4-FFF2-40B4-BE49-F238E27FC236}">
                <a16:creationId xmlns:a16="http://schemas.microsoft.com/office/drawing/2014/main" id="{19478349-0B6B-45A3-A8D0-F9FFADAB46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3" name="Rectangle 55">
            <a:extLst>
              <a:ext uri="{FF2B5EF4-FFF2-40B4-BE49-F238E27FC236}">
                <a16:creationId xmlns:a16="http://schemas.microsoft.com/office/drawing/2014/main" id="{AECC5927-A5DD-4BD3-91EB-7B58FC036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4" name="Rectangle 56">
            <a:extLst>
              <a:ext uri="{FF2B5EF4-FFF2-40B4-BE49-F238E27FC236}">
                <a16:creationId xmlns:a16="http://schemas.microsoft.com/office/drawing/2014/main" id="{2592B56B-0EE5-44E3-8D4E-C331547A46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496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5" name="Rectangle 57">
            <a:extLst>
              <a:ext uri="{FF2B5EF4-FFF2-40B4-BE49-F238E27FC236}">
                <a16:creationId xmlns:a16="http://schemas.microsoft.com/office/drawing/2014/main" id="{E5B2E8AF-A971-4061-B059-E39A6A8585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496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6" name="Rectangle 59">
            <a:extLst>
              <a:ext uri="{FF2B5EF4-FFF2-40B4-BE49-F238E27FC236}">
                <a16:creationId xmlns:a16="http://schemas.microsoft.com/office/drawing/2014/main" id="{63258960-6D1D-4D67-AFE7-6C7417FA7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42187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7" name="Rectangle 60">
            <a:extLst>
              <a:ext uri="{FF2B5EF4-FFF2-40B4-BE49-F238E27FC236}">
                <a16:creationId xmlns:a16="http://schemas.microsoft.com/office/drawing/2014/main" id="{CF3B53C2-CA07-4D06-8438-0D7F9828AB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8" name="Rectangle 61">
            <a:extLst>
              <a:ext uri="{FF2B5EF4-FFF2-40B4-BE49-F238E27FC236}">
                <a16:creationId xmlns:a16="http://schemas.microsoft.com/office/drawing/2014/main" id="{D0868746-D1A0-47AC-9F34-0192B3B37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19" name="Rectangle 62">
            <a:extLst>
              <a:ext uri="{FF2B5EF4-FFF2-40B4-BE49-F238E27FC236}">
                <a16:creationId xmlns:a16="http://schemas.microsoft.com/office/drawing/2014/main" id="{009DD5A6-ADDF-48C9-BC16-9426AEC40A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421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0" name="Rectangle 63">
            <a:extLst>
              <a:ext uri="{FF2B5EF4-FFF2-40B4-BE49-F238E27FC236}">
                <a16:creationId xmlns:a16="http://schemas.microsoft.com/office/drawing/2014/main" id="{2285F7C8-078E-440F-95B4-A367E03BE7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1" name="Rectangle 64">
            <a:extLst>
              <a:ext uri="{FF2B5EF4-FFF2-40B4-BE49-F238E27FC236}">
                <a16:creationId xmlns:a16="http://schemas.microsoft.com/office/drawing/2014/main" id="{26CCF678-B825-4A9D-AF59-68723A333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2" name="Rectangle 65">
            <a:extLst>
              <a:ext uri="{FF2B5EF4-FFF2-40B4-BE49-F238E27FC236}">
                <a16:creationId xmlns:a16="http://schemas.microsoft.com/office/drawing/2014/main" id="{ECE3A29D-36C2-447D-BAC8-F721C873D2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3" name="Rectangle 66">
            <a:extLst>
              <a:ext uri="{FF2B5EF4-FFF2-40B4-BE49-F238E27FC236}">
                <a16:creationId xmlns:a16="http://schemas.microsoft.com/office/drawing/2014/main" id="{3EAFBB34-6EA0-4152-8AD7-5299E74566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4" name="Rectangle 67">
            <a:extLst>
              <a:ext uri="{FF2B5EF4-FFF2-40B4-BE49-F238E27FC236}">
                <a16:creationId xmlns:a16="http://schemas.microsoft.com/office/drawing/2014/main" id="{2F86D70C-2640-4E78-9AC8-499F31B082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5" name="Rectangle 68">
            <a:extLst>
              <a:ext uri="{FF2B5EF4-FFF2-40B4-BE49-F238E27FC236}">
                <a16:creationId xmlns:a16="http://schemas.microsoft.com/office/drawing/2014/main" id="{A275C0EA-73CC-4699-B3C9-4A37087973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6" name="Rectangle 69">
            <a:extLst>
              <a:ext uri="{FF2B5EF4-FFF2-40B4-BE49-F238E27FC236}">
                <a16:creationId xmlns:a16="http://schemas.microsoft.com/office/drawing/2014/main" id="{F86BBF02-3C76-4314-A0E0-F7356FA340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7" name="Rectangle 70">
            <a:extLst>
              <a:ext uri="{FF2B5EF4-FFF2-40B4-BE49-F238E27FC236}">
                <a16:creationId xmlns:a16="http://schemas.microsoft.com/office/drawing/2014/main" id="{F2323DB0-CBBB-4827-9FCF-88B352492E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8" name="Rectangle 71">
            <a:extLst>
              <a:ext uri="{FF2B5EF4-FFF2-40B4-BE49-F238E27FC236}">
                <a16:creationId xmlns:a16="http://schemas.microsoft.com/office/drawing/2014/main" id="{6C55D080-856F-44CE-A0EC-C7625E2A2D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29" name="Rectangle 72">
            <a:extLst>
              <a:ext uri="{FF2B5EF4-FFF2-40B4-BE49-F238E27FC236}">
                <a16:creationId xmlns:a16="http://schemas.microsoft.com/office/drawing/2014/main" id="{8BF6FDB3-DFE2-48BE-8E96-9C26D4FD90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0" name="Rectangle 73">
            <a:extLst>
              <a:ext uri="{FF2B5EF4-FFF2-40B4-BE49-F238E27FC236}">
                <a16:creationId xmlns:a16="http://schemas.microsoft.com/office/drawing/2014/main" id="{D430B815-9711-421A-B4EE-DC1E51BD0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1" name="Rectangle 74">
            <a:extLst>
              <a:ext uri="{FF2B5EF4-FFF2-40B4-BE49-F238E27FC236}">
                <a16:creationId xmlns:a16="http://schemas.microsoft.com/office/drawing/2014/main" id="{B8A5CB15-B1A9-4CE5-AD04-579255B676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2" name="Rectangle 75">
            <a:extLst>
              <a:ext uri="{FF2B5EF4-FFF2-40B4-BE49-F238E27FC236}">
                <a16:creationId xmlns:a16="http://schemas.microsoft.com/office/drawing/2014/main" id="{6F6AC38A-D3A1-44B2-8398-DA17750285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3" name="Rectangle 76">
            <a:extLst>
              <a:ext uri="{FF2B5EF4-FFF2-40B4-BE49-F238E27FC236}">
                <a16:creationId xmlns:a16="http://schemas.microsoft.com/office/drawing/2014/main" id="{6A4C12CD-07BF-46EB-AC44-6B119866C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4" name="Rectangle 77">
            <a:extLst>
              <a:ext uri="{FF2B5EF4-FFF2-40B4-BE49-F238E27FC236}">
                <a16:creationId xmlns:a16="http://schemas.microsoft.com/office/drawing/2014/main" id="{5C4A1230-B968-451A-B024-8739FD0C1F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5" name="Rectangle 78">
            <a:extLst>
              <a:ext uri="{FF2B5EF4-FFF2-40B4-BE49-F238E27FC236}">
                <a16:creationId xmlns:a16="http://schemas.microsoft.com/office/drawing/2014/main" id="{D75AC3CE-9734-481C-9D3F-2AF13116EE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6" name="Rectangle 79">
            <a:extLst>
              <a:ext uri="{FF2B5EF4-FFF2-40B4-BE49-F238E27FC236}">
                <a16:creationId xmlns:a16="http://schemas.microsoft.com/office/drawing/2014/main" id="{69A12AE9-4D1E-4F86-ABCC-DC9AA3068AA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7" name="Rectangle 80">
            <a:extLst>
              <a:ext uri="{FF2B5EF4-FFF2-40B4-BE49-F238E27FC236}">
                <a16:creationId xmlns:a16="http://schemas.microsoft.com/office/drawing/2014/main" id="{30C6E2D2-A01B-4BF9-9EAF-4F62A9AF7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8" name="Rectangle 81">
            <a:extLst>
              <a:ext uri="{FF2B5EF4-FFF2-40B4-BE49-F238E27FC236}">
                <a16:creationId xmlns:a16="http://schemas.microsoft.com/office/drawing/2014/main" id="{C9F10DE1-A75B-4DA6-AACE-23581D8E64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39" name="Rectangle 82">
            <a:extLst>
              <a:ext uri="{FF2B5EF4-FFF2-40B4-BE49-F238E27FC236}">
                <a16:creationId xmlns:a16="http://schemas.microsoft.com/office/drawing/2014/main" id="{0A775802-DD96-46A9-9F60-3C0D0736E3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0" name="Rectangle 83">
            <a:extLst>
              <a:ext uri="{FF2B5EF4-FFF2-40B4-BE49-F238E27FC236}">
                <a16:creationId xmlns:a16="http://schemas.microsoft.com/office/drawing/2014/main" id="{D665EA6F-14AA-4648-AB60-F7117F986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421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1" name="Rectangle 84">
            <a:extLst>
              <a:ext uri="{FF2B5EF4-FFF2-40B4-BE49-F238E27FC236}">
                <a16:creationId xmlns:a16="http://schemas.microsoft.com/office/drawing/2014/main" id="{ACB843B8-638E-4047-9D91-8223083C0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421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2" name="Rectangle 86">
            <a:extLst>
              <a:ext uri="{FF2B5EF4-FFF2-40B4-BE49-F238E27FC236}">
                <a16:creationId xmlns:a16="http://schemas.microsoft.com/office/drawing/2014/main" id="{B7163B2C-02BA-42E9-BFC1-6A12FD59E5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3" name="Rectangle 87">
            <a:extLst>
              <a:ext uri="{FF2B5EF4-FFF2-40B4-BE49-F238E27FC236}">
                <a16:creationId xmlns:a16="http://schemas.microsoft.com/office/drawing/2014/main" id="{0B2288ED-33E4-4DE9-A750-24B68416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4" name="Rectangle 88">
            <a:extLst>
              <a:ext uri="{FF2B5EF4-FFF2-40B4-BE49-F238E27FC236}">
                <a16:creationId xmlns:a16="http://schemas.microsoft.com/office/drawing/2014/main" id="{69096790-3EDA-447C-B893-B58EB23115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505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5" name="Rectangle 89">
            <a:extLst>
              <a:ext uri="{FF2B5EF4-FFF2-40B4-BE49-F238E27FC236}">
                <a16:creationId xmlns:a16="http://schemas.microsoft.com/office/drawing/2014/main" id="{CE854A02-0132-4C04-ADC5-9E062CF231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505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6" name="Rectangle 90">
            <a:extLst>
              <a:ext uri="{FF2B5EF4-FFF2-40B4-BE49-F238E27FC236}">
                <a16:creationId xmlns:a16="http://schemas.microsoft.com/office/drawing/2014/main" id="{E95D99AF-99D5-475B-AE63-90F7E8CC67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7" name="Rectangle 91">
            <a:extLst>
              <a:ext uri="{FF2B5EF4-FFF2-40B4-BE49-F238E27FC236}">
                <a16:creationId xmlns:a16="http://schemas.microsoft.com/office/drawing/2014/main" id="{A34BE509-D4BA-40A3-A4CD-3DF07B9E19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8" name="Rectangle 92">
            <a:extLst>
              <a:ext uri="{FF2B5EF4-FFF2-40B4-BE49-F238E27FC236}">
                <a16:creationId xmlns:a16="http://schemas.microsoft.com/office/drawing/2014/main" id="{A37FB970-0E25-4676-BC34-1A82728AF1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49" name="Rectangle 105">
            <a:extLst>
              <a:ext uri="{FF2B5EF4-FFF2-40B4-BE49-F238E27FC236}">
                <a16:creationId xmlns:a16="http://schemas.microsoft.com/office/drawing/2014/main" id="{970F9FCF-AA68-4E8F-8EA5-AAC4C5810E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0" name="Rectangle 106">
            <a:extLst>
              <a:ext uri="{FF2B5EF4-FFF2-40B4-BE49-F238E27FC236}">
                <a16:creationId xmlns:a16="http://schemas.microsoft.com/office/drawing/2014/main" id="{9D296959-779A-4776-ABF7-2FF2A73C81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1" name="Rectangle 107">
            <a:extLst>
              <a:ext uri="{FF2B5EF4-FFF2-40B4-BE49-F238E27FC236}">
                <a16:creationId xmlns:a16="http://schemas.microsoft.com/office/drawing/2014/main" id="{59855A4C-2548-423F-B57F-42922BC9B5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2" name="Rectangle 108">
            <a:extLst>
              <a:ext uri="{FF2B5EF4-FFF2-40B4-BE49-F238E27FC236}">
                <a16:creationId xmlns:a16="http://schemas.microsoft.com/office/drawing/2014/main" id="{54509127-BDD5-48E1-BE65-947CAC6B04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3" name="Rectangle 109">
            <a:extLst>
              <a:ext uri="{FF2B5EF4-FFF2-40B4-BE49-F238E27FC236}">
                <a16:creationId xmlns:a16="http://schemas.microsoft.com/office/drawing/2014/main" id="{58C13B87-F971-4720-889B-EE6DE93E6B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4" name="Rectangle 110">
            <a:extLst>
              <a:ext uri="{FF2B5EF4-FFF2-40B4-BE49-F238E27FC236}">
                <a16:creationId xmlns:a16="http://schemas.microsoft.com/office/drawing/2014/main" id="{681AD0E1-0BA7-4208-8DF7-EAB9E75AEC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505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5" name="Rectangle 111">
            <a:extLst>
              <a:ext uri="{FF2B5EF4-FFF2-40B4-BE49-F238E27FC236}">
                <a16:creationId xmlns:a16="http://schemas.microsoft.com/office/drawing/2014/main" id="{FCBB3D30-B78E-44FC-8174-C95F9A1641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505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6" name="Rectangle 113">
            <a:extLst>
              <a:ext uri="{FF2B5EF4-FFF2-40B4-BE49-F238E27FC236}">
                <a16:creationId xmlns:a16="http://schemas.microsoft.com/office/drawing/2014/main" id="{699FABD8-D290-42AB-87FC-C9A58ADC7A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7" name="Rectangle 114">
            <a:extLst>
              <a:ext uri="{FF2B5EF4-FFF2-40B4-BE49-F238E27FC236}">
                <a16:creationId xmlns:a16="http://schemas.microsoft.com/office/drawing/2014/main" id="{0B4D148D-F129-4DB7-88C2-471CB37E2D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8" name="Rectangle 115">
            <a:extLst>
              <a:ext uri="{FF2B5EF4-FFF2-40B4-BE49-F238E27FC236}">
                <a16:creationId xmlns:a16="http://schemas.microsoft.com/office/drawing/2014/main" id="{6DF2FDEE-C085-4999-B8E9-1B5D1D8FDA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897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59" name="Rectangle 116">
            <a:extLst>
              <a:ext uri="{FF2B5EF4-FFF2-40B4-BE49-F238E27FC236}">
                <a16:creationId xmlns:a16="http://schemas.microsoft.com/office/drawing/2014/main" id="{2F001154-22EC-4762-9895-75CD714E31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0" name="Rectangle 117">
            <a:extLst>
              <a:ext uri="{FF2B5EF4-FFF2-40B4-BE49-F238E27FC236}">
                <a16:creationId xmlns:a16="http://schemas.microsoft.com/office/drawing/2014/main" id="{8CB1148A-8A8E-4217-B7AD-E1D5D2B0D9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8971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1" name="Rectangle 118">
            <a:extLst>
              <a:ext uri="{FF2B5EF4-FFF2-40B4-BE49-F238E27FC236}">
                <a16:creationId xmlns:a16="http://schemas.microsoft.com/office/drawing/2014/main" id="{20FE1950-CE5A-4D2F-96A0-94186638CA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2" name="Rectangle 119">
            <a:extLst>
              <a:ext uri="{FF2B5EF4-FFF2-40B4-BE49-F238E27FC236}">
                <a16:creationId xmlns:a16="http://schemas.microsoft.com/office/drawing/2014/main" id="{83A14354-B3F5-4073-AA5C-F099A82F6A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3" name="Rectangle 132">
            <a:extLst>
              <a:ext uri="{FF2B5EF4-FFF2-40B4-BE49-F238E27FC236}">
                <a16:creationId xmlns:a16="http://schemas.microsoft.com/office/drawing/2014/main" id="{76AA0892-AC62-4F6F-833D-458C99E02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4" name="Rectangle 133">
            <a:extLst>
              <a:ext uri="{FF2B5EF4-FFF2-40B4-BE49-F238E27FC236}">
                <a16:creationId xmlns:a16="http://schemas.microsoft.com/office/drawing/2014/main" id="{A9C2DB91-40AA-4597-9B38-C5864CB8F9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5" name="Rectangle 134">
            <a:extLst>
              <a:ext uri="{FF2B5EF4-FFF2-40B4-BE49-F238E27FC236}">
                <a16:creationId xmlns:a16="http://schemas.microsoft.com/office/drawing/2014/main" id="{4C7BF4BD-0F20-4B33-94A1-72CA3EDF2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6" name="Rectangle 135">
            <a:extLst>
              <a:ext uri="{FF2B5EF4-FFF2-40B4-BE49-F238E27FC236}">
                <a16:creationId xmlns:a16="http://schemas.microsoft.com/office/drawing/2014/main" id="{06A886E0-5EF6-4EF7-A054-B2E0B10BC9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7" name="Rectangle 136">
            <a:extLst>
              <a:ext uri="{FF2B5EF4-FFF2-40B4-BE49-F238E27FC236}">
                <a16:creationId xmlns:a16="http://schemas.microsoft.com/office/drawing/2014/main" id="{15585719-9169-4D98-80F3-2CB8A58F3F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8" name="Rectangle 137">
            <a:extLst>
              <a:ext uri="{FF2B5EF4-FFF2-40B4-BE49-F238E27FC236}">
                <a16:creationId xmlns:a16="http://schemas.microsoft.com/office/drawing/2014/main" id="{1528ECA1-B6B5-4F12-B518-F98298404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89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69" name="Rectangle 138">
            <a:extLst>
              <a:ext uri="{FF2B5EF4-FFF2-40B4-BE49-F238E27FC236}">
                <a16:creationId xmlns:a16="http://schemas.microsoft.com/office/drawing/2014/main" id="{A5E04FCD-9144-4125-B905-01BA90E876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89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0" name="Rectangle 140">
            <a:extLst>
              <a:ext uri="{FF2B5EF4-FFF2-40B4-BE49-F238E27FC236}">
                <a16:creationId xmlns:a16="http://schemas.microsoft.com/office/drawing/2014/main" id="{A3A97D31-5EE8-448D-8A5F-2BFCFB9E70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661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1" name="Rectangle 141">
            <a:extLst>
              <a:ext uri="{FF2B5EF4-FFF2-40B4-BE49-F238E27FC236}">
                <a16:creationId xmlns:a16="http://schemas.microsoft.com/office/drawing/2014/main" id="{D5A6A0D9-0DCB-4C02-B821-ECBB42E71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661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2" name="Rectangle 142">
            <a:extLst>
              <a:ext uri="{FF2B5EF4-FFF2-40B4-BE49-F238E27FC236}">
                <a16:creationId xmlns:a16="http://schemas.microsoft.com/office/drawing/2014/main" id="{E4CFE5B5-7797-4C7B-B3D9-787A3D923E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3" name="Rectangle 143">
            <a:extLst>
              <a:ext uri="{FF2B5EF4-FFF2-40B4-BE49-F238E27FC236}">
                <a16:creationId xmlns:a16="http://schemas.microsoft.com/office/drawing/2014/main" id="{16868543-F08E-4EF2-A138-A5D60AD4C4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4" name="Rectangle 144">
            <a:extLst>
              <a:ext uri="{FF2B5EF4-FFF2-40B4-BE49-F238E27FC236}">
                <a16:creationId xmlns:a16="http://schemas.microsoft.com/office/drawing/2014/main" id="{7AA615AC-F660-426D-A925-78A832B1F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5" name="Rectangle 145">
            <a:extLst>
              <a:ext uri="{FF2B5EF4-FFF2-40B4-BE49-F238E27FC236}">
                <a16:creationId xmlns:a16="http://schemas.microsoft.com/office/drawing/2014/main" id="{DA02DEE7-518D-4550-A98E-419A429F2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6" name="Rectangle 146">
            <a:extLst>
              <a:ext uri="{FF2B5EF4-FFF2-40B4-BE49-F238E27FC236}">
                <a16:creationId xmlns:a16="http://schemas.microsoft.com/office/drawing/2014/main" id="{CF13D66E-ABF4-4967-B8B3-F517D9B3C4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7" name="Rectangle 159">
            <a:extLst>
              <a:ext uri="{FF2B5EF4-FFF2-40B4-BE49-F238E27FC236}">
                <a16:creationId xmlns:a16="http://schemas.microsoft.com/office/drawing/2014/main" id="{7B7E4AC4-5592-4DE6-AD9F-62E8E5E7C3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8" name="Rectangle 160">
            <a:extLst>
              <a:ext uri="{FF2B5EF4-FFF2-40B4-BE49-F238E27FC236}">
                <a16:creationId xmlns:a16="http://schemas.microsoft.com/office/drawing/2014/main" id="{64C2F106-22BF-42DB-B523-838D7919E6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79" name="Rectangle 161">
            <a:extLst>
              <a:ext uri="{FF2B5EF4-FFF2-40B4-BE49-F238E27FC236}">
                <a16:creationId xmlns:a16="http://schemas.microsoft.com/office/drawing/2014/main" id="{476760DC-3414-46D3-8ED3-E57574242D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0" name="Rectangle 162">
            <a:extLst>
              <a:ext uri="{FF2B5EF4-FFF2-40B4-BE49-F238E27FC236}">
                <a16:creationId xmlns:a16="http://schemas.microsoft.com/office/drawing/2014/main" id="{35BC5B5E-6559-46F0-8351-DB26B20688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1" name="Rectangle 163">
            <a:extLst>
              <a:ext uri="{FF2B5EF4-FFF2-40B4-BE49-F238E27FC236}">
                <a16:creationId xmlns:a16="http://schemas.microsoft.com/office/drawing/2014/main" id="{524E5712-0FF8-47E1-B2AE-812F34F65E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2" name="Rectangle 164">
            <a:extLst>
              <a:ext uri="{FF2B5EF4-FFF2-40B4-BE49-F238E27FC236}">
                <a16:creationId xmlns:a16="http://schemas.microsoft.com/office/drawing/2014/main" id="{617C8CE6-515E-494D-A867-E140F467B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661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3" name="Rectangle 165">
            <a:extLst>
              <a:ext uri="{FF2B5EF4-FFF2-40B4-BE49-F238E27FC236}">
                <a16:creationId xmlns:a16="http://schemas.microsoft.com/office/drawing/2014/main" id="{D8599EDD-A959-45FB-8FD2-64277464E9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661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4" name="Rectangle 167">
            <a:extLst>
              <a:ext uri="{FF2B5EF4-FFF2-40B4-BE49-F238E27FC236}">
                <a16:creationId xmlns:a16="http://schemas.microsoft.com/office/drawing/2014/main" id="{0603D8C1-859C-43D4-B068-9EB9FBCE20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5" name="Rectangle 168">
            <a:extLst>
              <a:ext uri="{FF2B5EF4-FFF2-40B4-BE49-F238E27FC236}">
                <a16:creationId xmlns:a16="http://schemas.microsoft.com/office/drawing/2014/main" id="{B93977AF-46E4-45C2-8A01-209FA245E2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6" name="Rectangle 169">
            <a:extLst>
              <a:ext uri="{FF2B5EF4-FFF2-40B4-BE49-F238E27FC236}">
                <a16:creationId xmlns:a16="http://schemas.microsoft.com/office/drawing/2014/main" id="{50A4256E-5C7A-4A2F-AB2B-C8EFA8529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7" name="Rectangle 170">
            <a:extLst>
              <a:ext uri="{FF2B5EF4-FFF2-40B4-BE49-F238E27FC236}">
                <a16:creationId xmlns:a16="http://schemas.microsoft.com/office/drawing/2014/main" id="{59DD1AC1-2925-4164-9326-E23F394AFA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8" name="Rectangle 171">
            <a:extLst>
              <a:ext uri="{FF2B5EF4-FFF2-40B4-BE49-F238E27FC236}">
                <a16:creationId xmlns:a16="http://schemas.microsoft.com/office/drawing/2014/main" id="{D9BD2BBC-9899-4590-8E1D-9C58972E57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89" name="Rectangle 172">
            <a:extLst>
              <a:ext uri="{FF2B5EF4-FFF2-40B4-BE49-F238E27FC236}">
                <a16:creationId xmlns:a16="http://schemas.microsoft.com/office/drawing/2014/main" id="{A93CAC56-6630-4410-BA23-589CFEF93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0" name="Rectangle 173">
            <a:extLst>
              <a:ext uri="{FF2B5EF4-FFF2-40B4-BE49-F238E27FC236}">
                <a16:creationId xmlns:a16="http://schemas.microsoft.com/office/drawing/2014/main" id="{721D7B09-2669-42D7-A71A-2581A0113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1" name="Rectangle 186">
            <a:extLst>
              <a:ext uri="{FF2B5EF4-FFF2-40B4-BE49-F238E27FC236}">
                <a16:creationId xmlns:a16="http://schemas.microsoft.com/office/drawing/2014/main" id="{A024ED31-769A-4A0C-A18B-E09709B47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2" name="Rectangle 187">
            <a:extLst>
              <a:ext uri="{FF2B5EF4-FFF2-40B4-BE49-F238E27FC236}">
                <a16:creationId xmlns:a16="http://schemas.microsoft.com/office/drawing/2014/main" id="{5D25C9B2-51EB-439E-B42C-8439DBE386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3" name="Rectangle 188">
            <a:extLst>
              <a:ext uri="{FF2B5EF4-FFF2-40B4-BE49-F238E27FC236}">
                <a16:creationId xmlns:a16="http://schemas.microsoft.com/office/drawing/2014/main" id="{CB51A720-AF45-41F9-BAA4-2D2D9B1A8F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4" name="Rectangle 189">
            <a:extLst>
              <a:ext uri="{FF2B5EF4-FFF2-40B4-BE49-F238E27FC236}">
                <a16:creationId xmlns:a16="http://schemas.microsoft.com/office/drawing/2014/main" id="{C79495A3-835C-4974-A319-4B7063E8D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5" name="Rectangle 190">
            <a:extLst>
              <a:ext uri="{FF2B5EF4-FFF2-40B4-BE49-F238E27FC236}">
                <a16:creationId xmlns:a16="http://schemas.microsoft.com/office/drawing/2014/main" id="{A635A506-51C2-4991-9EE9-6D4F58B2A7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745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6" name="Rectangle 191">
            <a:extLst>
              <a:ext uri="{FF2B5EF4-FFF2-40B4-BE49-F238E27FC236}">
                <a16:creationId xmlns:a16="http://schemas.microsoft.com/office/drawing/2014/main" id="{08D7A92B-AB5F-4B0A-887C-7D9EBE4B1B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745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7" name="Rectangle 192">
            <a:extLst>
              <a:ext uri="{FF2B5EF4-FFF2-40B4-BE49-F238E27FC236}">
                <a16:creationId xmlns:a16="http://schemas.microsoft.com/office/drawing/2014/main" id="{35958760-CFAF-4281-9A3D-2676F11884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745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8" name="Rectangle 194">
            <a:extLst>
              <a:ext uri="{FF2B5EF4-FFF2-40B4-BE49-F238E27FC236}">
                <a16:creationId xmlns:a16="http://schemas.microsoft.com/office/drawing/2014/main" id="{92029F51-881A-43F7-9AA5-93A2ED11CB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99" name="Rectangle 195">
            <a:extLst>
              <a:ext uri="{FF2B5EF4-FFF2-40B4-BE49-F238E27FC236}">
                <a16:creationId xmlns:a16="http://schemas.microsoft.com/office/drawing/2014/main" id="{42A3ED3D-6F9D-4F03-B4CA-936ED0F204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8297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0" name="Rectangle 196">
            <a:extLst>
              <a:ext uri="{FF2B5EF4-FFF2-40B4-BE49-F238E27FC236}">
                <a16:creationId xmlns:a16="http://schemas.microsoft.com/office/drawing/2014/main" id="{AC2A2B9C-988E-4A8C-8FAE-5034533F29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1" name="Rectangle 197">
            <a:extLst>
              <a:ext uri="{FF2B5EF4-FFF2-40B4-BE49-F238E27FC236}">
                <a16:creationId xmlns:a16="http://schemas.microsoft.com/office/drawing/2014/main" id="{E2C4B438-1F77-4FA1-8C82-F295DAA97A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2" name="Rectangle 198">
            <a:extLst>
              <a:ext uri="{FF2B5EF4-FFF2-40B4-BE49-F238E27FC236}">
                <a16:creationId xmlns:a16="http://schemas.microsoft.com/office/drawing/2014/main" id="{79DC185F-3902-41A7-806F-A84ACBB11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3" name="Rectangle 199">
            <a:extLst>
              <a:ext uri="{FF2B5EF4-FFF2-40B4-BE49-F238E27FC236}">
                <a16:creationId xmlns:a16="http://schemas.microsoft.com/office/drawing/2014/main" id="{C6E21298-E9AA-4E0A-BD16-901A320D5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4" name="Rectangle 200">
            <a:extLst>
              <a:ext uri="{FF2B5EF4-FFF2-40B4-BE49-F238E27FC236}">
                <a16:creationId xmlns:a16="http://schemas.microsoft.com/office/drawing/2014/main" id="{71546F84-807D-4F8E-A64C-9BFECFED63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5" name="Rectangle 214">
            <a:extLst>
              <a:ext uri="{FF2B5EF4-FFF2-40B4-BE49-F238E27FC236}">
                <a16:creationId xmlns:a16="http://schemas.microsoft.com/office/drawing/2014/main" id="{CFB4EA3C-FFA6-432E-9174-8C7700EBF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6" name="Rectangle 215">
            <a:extLst>
              <a:ext uri="{FF2B5EF4-FFF2-40B4-BE49-F238E27FC236}">
                <a16:creationId xmlns:a16="http://schemas.microsoft.com/office/drawing/2014/main" id="{F8864E38-6F87-4A94-998C-DA1B4D050F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7" name="Rectangle 216">
            <a:extLst>
              <a:ext uri="{FF2B5EF4-FFF2-40B4-BE49-F238E27FC236}">
                <a16:creationId xmlns:a16="http://schemas.microsoft.com/office/drawing/2014/main" id="{CE27A9F8-9958-4033-AB44-66F20B12EB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8" name="Rectangle 217">
            <a:extLst>
              <a:ext uri="{FF2B5EF4-FFF2-40B4-BE49-F238E27FC236}">
                <a16:creationId xmlns:a16="http://schemas.microsoft.com/office/drawing/2014/main" id="{4B9DD88C-AAF5-42E9-B1D0-E407BBE25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388297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09" name="Rectangle 218">
            <a:extLst>
              <a:ext uri="{FF2B5EF4-FFF2-40B4-BE49-F238E27FC236}">
                <a16:creationId xmlns:a16="http://schemas.microsoft.com/office/drawing/2014/main" id="{19811468-3F50-46A5-9FCC-E142EB047E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0" name="Rectangle 219">
            <a:extLst>
              <a:ext uri="{FF2B5EF4-FFF2-40B4-BE49-F238E27FC236}">
                <a16:creationId xmlns:a16="http://schemas.microsoft.com/office/drawing/2014/main" id="{8B7D78B3-2097-4A23-9C3F-1125A29126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82979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1" name="Rectangle 220">
            <a:extLst>
              <a:ext uri="{FF2B5EF4-FFF2-40B4-BE49-F238E27FC236}">
                <a16:creationId xmlns:a16="http://schemas.microsoft.com/office/drawing/2014/main" id="{DBB4AA29-F514-41F3-B6B4-9610813E13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388297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2" name="Rectangle 222">
            <a:extLst>
              <a:ext uri="{FF2B5EF4-FFF2-40B4-BE49-F238E27FC236}">
                <a16:creationId xmlns:a16="http://schemas.microsoft.com/office/drawing/2014/main" id="{287D0D65-4B00-4631-B5FC-94D7E43E84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3" name="Rectangle 223">
            <a:extLst>
              <a:ext uri="{FF2B5EF4-FFF2-40B4-BE49-F238E27FC236}">
                <a16:creationId xmlns:a16="http://schemas.microsoft.com/office/drawing/2014/main" id="{FBB8768D-6FD5-4CB0-A06E-CF37270891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4" name="Rectangle 224">
            <a:extLst>
              <a:ext uri="{FF2B5EF4-FFF2-40B4-BE49-F238E27FC236}">
                <a16:creationId xmlns:a16="http://schemas.microsoft.com/office/drawing/2014/main" id="{281CA9FD-C68E-46EE-A725-A9F8AA1B82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5" name="Rectangle 225">
            <a:extLst>
              <a:ext uri="{FF2B5EF4-FFF2-40B4-BE49-F238E27FC236}">
                <a16:creationId xmlns:a16="http://schemas.microsoft.com/office/drawing/2014/main" id="{2C929F36-95D0-44EF-A29A-4917FCAA9D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6" name="Rectangle 226">
            <a:extLst>
              <a:ext uri="{FF2B5EF4-FFF2-40B4-BE49-F238E27FC236}">
                <a16:creationId xmlns:a16="http://schemas.microsoft.com/office/drawing/2014/main" id="{358BC528-6DA1-42F6-96D0-4B4BA226A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7" name="Rectangle 227">
            <a:extLst>
              <a:ext uri="{FF2B5EF4-FFF2-40B4-BE49-F238E27FC236}">
                <a16:creationId xmlns:a16="http://schemas.microsoft.com/office/drawing/2014/main" id="{70AA7180-339A-4FFD-AF13-4DDD53BCB6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8" name="Rectangle 228">
            <a:extLst>
              <a:ext uri="{FF2B5EF4-FFF2-40B4-BE49-F238E27FC236}">
                <a16:creationId xmlns:a16="http://schemas.microsoft.com/office/drawing/2014/main" id="{29F2CEBB-46BC-4448-9E54-C7750D8C8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19" name="Rectangle 241">
            <a:extLst>
              <a:ext uri="{FF2B5EF4-FFF2-40B4-BE49-F238E27FC236}">
                <a16:creationId xmlns:a16="http://schemas.microsoft.com/office/drawing/2014/main" id="{728033F9-6F38-4655-93DC-83583534C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0" name="Rectangle 242">
            <a:extLst>
              <a:ext uri="{FF2B5EF4-FFF2-40B4-BE49-F238E27FC236}">
                <a16:creationId xmlns:a16="http://schemas.microsoft.com/office/drawing/2014/main" id="{31C757BD-CB68-4FDF-94B8-7CD58F1FB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1" name="Rectangle 243">
            <a:extLst>
              <a:ext uri="{FF2B5EF4-FFF2-40B4-BE49-F238E27FC236}">
                <a16:creationId xmlns:a16="http://schemas.microsoft.com/office/drawing/2014/main" id="{9B0E4C87-6738-405B-883B-AAE740C4C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2" name="Rectangle 244">
            <a:extLst>
              <a:ext uri="{FF2B5EF4-FFF2-40B4-BE49-F238E27FC236}">
                <a16:creationId xmlns:a16="http://schemas.microsoft.com/office/drawing/2014/main" id="{DA32B563-8524-4670-AB69-252BDC2666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3" name="Rectangle 245">
            <a:extLst>
              <a:ext uri="{FF2B5EF4-FFF2-40B4-BE49-F238E27FC236}">
                <a16:creationId xmlns:a16="http://schemas.microsoft.com/office/drawing/2014/main" id="{6EC4888D-ACC8-4037-B218-9E9421F8C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4" name="Rectangle 246">
            <a:extLst>
              <a:ext uri="{FF2B5EF4-FFF2-40B4-BE49-F238E27FC236}">
                <a16:creationId xmlns:a16="http://schemas.microsoft.com/office/drawing/2014/main" id="{E79B4470-BBFB-4BE1-89AB-C7574F8C4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9137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5" name="Rectangle 247">
            <a:extLst>
              <a:ext uri="{FF2B5EF4-FFF2-40B4-BE49-F238E27FC236}">
                <a16:creationId xmlns:a16="http://schemas.microsoft.com/office/drawing/2014/main" id="{2E2BFF5D-548A-437A-838D-19C1F071E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39137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6" name="Rectangle 249">
            <a:extLst>
              <a:ext uri="{FF2B5EF4-FFF2-40B4-BE49-F238E27FC236}">
                <a16:creationId xmlns:a16="http://schemas.microsoft.com/office/drawing/2014/main" id="{FFCA5316-A321-453C-8CE2-53AF936436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7" name="Rectangle 250">
            <a:extLst>
              <a:ext uri="{FF2B5EF4-FFF2-40B4-BE49-F238E27FC236}">
                <a16:creationId xmlns:a16="http://schemas.microsoft.com/office/drawing/2014/main" id="{AA681E6A-C814-482F-A76C-24B20AD9D0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8" name="Rectangle 251">
            <a:extLst>
              <a:ext uri="{FF2B5EF4-FFF2-40B4-BE49-F238E27FC236}">
                <a16:creationId xmlns:a16="http://schemas.microsoft.com/office/drawing/2014/main" id="{301C7270-7CAD-49F2-B66B-B28D94E0EF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29" name="Rectangle 252">
            <a:extLst>
              <a:ext uri="{FF2B5EF4-FFF2-40B4-BE49-F238E27FC236}">
                <a16:creationId xmlns:a16="http://schemas.microsoft.com/office/drawing/2014/main" id="{979CEB10-3E83-4407-BEDC-D49144AA15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0" name="Rectangle 253">
            <a:extLst>
              <a:ext uri="{FF2B5EF4-FFF2-40B4-BE49-F238E27FC236}">
                <a16:creationId xmlns:a16="http://schemas.microsoft.com/office/drawing/2014/main" id="{2F6B505E-6719-4385-8C9E-80108E1D7F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1" name="Rectangle 254">
            <a:extLst>
              <a:ext uri="{FF2B5EF4-FFF2-40B4-BE49-F238E27FC236}">
                <a16:creationId xmlns:a16="http://schemas.microsoft.com/office/drawing/2014/main" id="{032E3D58-EF2F-47C1-84FC-FFC2C3C663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2" name="Rectangle 255">
            <a:extLst>
              <a:ext uri="{FF2B5EF4-FFF2-40B4-BE49-F238E27FC236}">
                <a16:creationId xmlns:a16="http://schemas.microsoft.com/office/drawing/2014/main" id="{AE4B524B-159B-4639-80B1-B1298E9349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3" name="Rectangle 268">
            <a:extLst>
              <a:ext uri="{FF2B5EF4-FFF2-40B4-BE49-F238E27FC236}">
                <a16:creationId xmlns:a16="http://schemas.microsoft.com/office/drawing/2014/main" id="{F44A1C49-7120-46FC-ADFE-3126D15DCC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4" name="Rectangle 269">
            <a:extLst>
              <a:ext uri="{FF2B5EF4-FFF2-40B4-BE49-F238E27FC236}">
                <a16:creationId xmlns:a16="http://schemas.microsoft.com/office/drawing/2014/main" id="{E81048C2-AD36-49EE-9F83-DE219A8862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5" name="Rectangle 270">
            <a:extLst>
              <a:ext uri="{FF2B5EF4-FFF2-40B4-BE49-F238E27FC236}">
                <a16:creationId xmlns:a16="http://schemas.microsoft.com/office/drawing/2014/main" id="{1C51B872-4D89-44AD-BEC3-889DD85942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48985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6" name="Rectangle 271">
            <a:extLst>
              <a:ext uri="{FF2B5EF4-FFF2-40B4-BE49-F238E27FC236}">
                <a16:creationId xmlns:a16="http://schemas.microsoft.com/office/drawing/2014/main" id="{9DA5806A-0222-4504-B311-47FFFE9AE4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48985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7" name="Rectangle 272">
            <a:extLst>
              <a:ext uri="{FF2B5EF4-FFF2-40B4-BE49-F238E27FC236}">
                <a16:creationId xmlns:a16="http://schemas.microsoft.com/office/drawing/2014/main" id="{6B98E2B9-61AD-4E8B-8BCB-EB7830DF0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98595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8" name="Rectangle 273">
            <a:extLst>
              <a:ext uri="{FF2B5EF4-FFF2-40B4-BE49-F238E27FC236}">
                <a16:creationId xmlns:a16="http://schemas.microsoft.com/office/drawing/2014/main" id="{4B0DA759-2C7B-4700-8A97-72281E91C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98595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39" name="Rectangle 274">
            <a:extLst>
              <a:ext uri="{FF2B5EF4-FFF2-40B4-BE49-F238E27FC236}">
                <a16:creationId xmlns:a16="http://schemas.microsoft.com/office/drawing/2014/main" id="{908809DC-2628-4896-B87F-004226030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48985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0" name="Rectangle 276">
            <a:extLst>
              <a:ext uri="{FF2B5EF4-FFF2-40B4-BE49-F238E27FC236}">
                <a16:creationId xmlns:a16="http://schemas.microsoft.com/office/drawing/2014/main" id="{623F1777-4E55-4093-B250-548D46D624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1" name="Rectangle 277">
            <a:extLst>
              <a:ext uri="{FF2B5EF4-FFF2-40B4-BE49-F238E27FC236}">
                <a16:creationId xmlns:a16="http://schemas.microsoft.com/office/drawing/2014/main" id="{2515C3B5-603D-401D-A531-447BA1E7FD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2" name="Rectangle 278">
            <a:extLst>
              <a:ext uri="{FF2B5EF4-FFF2-40B4-BE49-F238E27FC236}">
                <a16:creationId xmlns:a16="http://schemas.microsoft.com/office/drawing/2014/main" id="{DE5E7D55-A437-437C-A5CD-CE16F8BDC7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3" name="Rectangle 279">
            <a:extLst>
              <a:ext uri="{FF2B5EF4-FFF2-40B4-BE49-F238E27FC236}">
                <a16:creationId xmlns:a16="http://schemas.microsoft.com/office/drawing/2014/main" id="{6867695A-35E0-4E03-955E-5542EBF024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4" name="Rectangle 280">
            <a:extLst>
              <a:ext uri="{FF2B5EF4-FFF2-40B4-BE49-F238E27FC236}">
                <a16:creationId xmlns:a16="http://schemas.microsoft.com/office/drawing/2014/main" id="{4E871617-5158-41C5-BB14-EBADA1396F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5" name="Rectangle 281">
            <a:extLst>
              <a:ext uri="{FF2B5EF4-FFF2-40B4-BE49-F238E27FC236}">
                <a16:creationId xmlns:a16="http://schemas.microsoft.com/office/drawing/2014/main" id="{4E2D5191-ECDB-4D1B-A3F5-436A79475B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6" name="Rectangle 282">
            <a:extLst>
              <a:ext uri="{FF2B5EF4-FFF2-40B4-BE49-F238E27FC236}">
                <a16:creationId xmlns:a16="http://schemas.microsoft.com/office/drawing/2014/main" id="{71BE142B-C02B-4FD1-A332-6902B7131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7" name="Rectangle 283">
            <a:extLst>
              <a:ext uri="{FF2B5EF4-FFF2-40B4-BE49-F238E27FC236}">
                <a16:creationId xmlns:a16="http://schemas.microsoft.com/office/drawing/2014/main" id="{1C1A90F5-08ED-4AB6-9F35-63A8866025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8" name="Rectangle 284">
            <a:extLst>
              <a:ext uri="{FF2B5EF4-FFF2-40B4-BE49-F238E27FC236}">
                <a16:creationId xmlns:a16="http://schemas.microsoft.com/office/drawing/2014/main" id="{163D79BB-8C1C-4D0D-AFDD-A8EEE07F4D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49" name="Rectangle 285">
            <a:extLst>
              <a:ext uri="{FF2B5EF4-FFF2-40B4-BE49-F238E27FC236}">
                <a16:creationId xmlns:a16="http://schemas.microsoft.com/office/drawing/2014/main" id="{1B2DF357-EFD3-403D-A136-E53ACA5182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0" name="Rectangle 286">
            <a:extLst>
              <a:ext uri="{FF2B5EF4-FFF2-40B4-BE49-F238E27FC236}">
                <a16:creationId xmlns:a16="http://schemas.microsoft.com/office/drawing/2014/main" id="{99BE0D0E-EECE-441B-9B0B-10138A8DC6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1" name="Rectangle 287">
            <a:extLst>
              <a:ext uri="{FF2B5EF4-FFF2-40B4-BE49-F238E27FC236}">
                <a16:creationId xmlns:a16="http://schemas.microsoft.com/office/drawing/2014/main" id="{5F8922A9-01DD-4E8E-A435-E9368C30AC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2" name="Rectangle 288">
            <a:extLst>
              <a:ext uri="{FF2B5EF4-FFF2-40B4-BE49-F238E27FC236}">
                <a16:creationId xmlns:a16="http://schemas.microsoft.com/office/drawing/2014/main" id="{BE148054-6735-4808-92F8-53F3E0FF2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3" name="Rectangle 289">
            <a:extLst>
              <a:ext uri="{FF2B5EF4-FFF2-40B4-BE49-F238E27FC236}">
                <a16:creationId xmlns:a16="http://schemas.microsoft.com/office/drawing/2014/main" id="{83EF7D19-EE81-4C8B-BB74-1EBFE79A1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4" name="Rectangle 290">
            <a:extLst>
              <a:ext uri="{FF2B5EF4-FFF2-40B4-BE49-F238E27FC236}">
                <a16:creationId xmlns:a16="http://schemas.microsoft.com/office/drawing/2014/main" id="{4F511F31-AAA8-4436-8486-592CB8944F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5" name="Rectangle 291">
            <a:extLst>
              <a:ext uri="{FF2B5EF4-FFF2-40B4-BE49-F238E27FC236}">
                <a16:creationId xmlns:a16="http://schemas.microsoft.com/office/drawing/2014/main" id="{369EBF34-9826-4B91-A306-5839D20C49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6" name="Rectangle 292">
            <a:extLst>
              <a:ext uri="{FF2B5EF4-FFF2-40B4-BE49-F238E27FC236}">
                <a16:creationId xmlns:a16="http://schemas.microsoft.com/office/drawing/2014/main" id="{859A171A-D946-4682-BEB2-E7822CAF95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7" name="Rectangle 293">
            <a:extLst>
              <a:ext uri="{FF2B5EF4-FFF2-40B4-BE49-F238E27FC236}">
                <a16:creationId xmlns:a16="http://schemas.microsoft.com/office/drawing/2014/main" id="{AF93A40B-14CA-4CA7-9133-C7B48DAC41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8" name="Rectangle 294">
            <a:extLst>
              <a:ext uri="{FF2B5EF4-FFF2-40B4-BE49-F238E27FC236}">
                <a16:creationId xmlns:a16="http://schemas.microsoft.com/office/drawing/2014/main" id="{30BB7367-2D64-40A9-8FC2-6664A0872F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59" name="Rectangle 295">
            <a:extLst>
              <a:ext uri="{FF2B5EF4-FFF2-40B4-BE49-F238E27FC236}">
                <a16:creationId xmlns:a16="http://schemas.microsoft.com/office/drawing/2014/main" id="{14A42AB5-CCB0-416F-85D7-152BACA427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0" name="Rectangle 296">
            <a:extLst>
              <a:ext uri="{FF2B5EF4-FFF2-40B4-BE49-F238E27FC236}">
                <a16:creationId xmlns:a16="http://schemas.microsoft.com/office/drawing/2014/main" id="{31700671-BD7D-40A1-81C9-CF9CE4C2A7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1" name="Rectangle 297">
            <a:extLst>
              <a:ext uri="{FF2B5EF4-FFF2-40B4-BE49-F238E27FC236}">
                <a16:creationId xmlns:a16="http://schemas.microsoft.com/office/drawing/2014/main" id="{1C490051-C4F6-4F21-9CBD-DFB84514AD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40698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2" name="Rectangle 298">
            <a:extLst>
              <a:ext uri="{FF2B5EF4-FFF2-40B4-BE49-F238E27FC236}">
                <a16:creationId xmlns:a16="http://schemas.microsoft.com/office/drawing/2014/main" id="{14B47FB0-304B-408C-AA3F-0F5BB6A5AA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3" name="Rectangle 299">
            <a:extLst>
              <a:ext uri="{FF2B5EF4-FFF2-40B4-BE49-F238E27FC236}">
                <a16:creationId xmlns:a16="http://schemas.microsoft.com/office/drawing/2014/main" id="{9AE02871-B6BC-490F-A388-280843B2B1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406987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4" name="Rectangle 300">
            <a:extLst>
              <a:ext uri="{FF2B5EF4-FFF2-40B4-BE49-F238E27FC236}">
                <a16:creationId xmlns:a16="http://schemas.microsoft.com/office/drawing/2014/main" id="{BCA5BD2F-9032-4907-8901-2774F8E56D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40698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5" name="Rectangle 301">
            <a:extLst>
              <a:ext uri="{FF2B5EF4-FFF2-40B4-BE49-F238E27FC236}">
                <a16:creationId xmlns:a16="http://schemas.microsoft.com/office/drawing/2014/main" id="{36189607-33CC-47D6-88FA-F4CD1D7D19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40698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6" name="Rectangle 303">
            <a:extLst>
              <a:ext uri="{FF2B5EF4-FFF2-40B4-BE49-F238E27FC236}">
                <a16:creationId xmlns:a16="http://schemas.microsoft.com/office/drawing/2014/main" id="{7926FB0B-1EC7-42B6-A9AF-4F352A02D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7" name="Rectangle 304">
            <a:extLst>
              <a:ext uri="{FF2B5EF4-FFF2-40B4-BE49-F238E27FC236}">
                <a16:creationId xmlns:a16="http://schemas.microsoft.com/office/drawing/2014/main" id="{C6CE7582-1C15-40D6-A04B-3AB4A11174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8" name="Rectangle 305">
            <a:extLst>
              <a:ext uri="{FF2B5EF4-FFF2-40B4-BE49-F238E27FC236}">
                <a16:creationId xmlns:a16="http://schemas.microsoft.com/office/drawing/2014/main" id="{1A4C7EDE-CAE5-4A0E-A085-D115521EE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69" name="Rectangle 306">
            <a:extLst>
              <a:ext uri="{FF2B5EF4-FFF2-40B4-BE49-F238E27FC236}">
                <a16:creationId xmlns:a16="http://schemas.microsoft.com/office/drawing/2014/main" id="{A45537C6-B529-4B21-AD2D-EF53D7A3A6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0" name="Rectangle 307">
            <a:extLst>
              <a:ext uri="{FF2B5EF4-FFF2-40B4-BE49-F238E27FC236}">
                <a16:creationId xmlns:a16="http://schemas.microsoft.com/office/drawing/2014/main" id="{BD7156AF-407F-4067-A722-2F7D5A6CBD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1" name="Rectangle 308">
            <a:extLst>
              <a:ext uri="{FF2B5EF4-FFF2-40B4-BE49-F238E27FC236}">
                <a16:creationId xmlns:a16="http://schemas.microsoft.com/office/drawing/2014/main" id="{DB5E4949-C1A1-462A-A907-81360D68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2" name="Rectangle 309">
            <a:extLst>
              <a:ext uri="{FF2B5EF4-FFF2-40B4-BE49-F238E27FC236}">
                <a16:creationId xmlns:a16="http://schemas.microsoft.com/office/drawing/2014/main" id="{FAD5200A-AC76-4A0D-9277-A1C8E4D69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3" name="Rectangle 310">
            <a:extLst>
              <a:ext uri="{FF2B5EF4-FFF2-40B4-BE49-F238E27FC236}">
                <a16:creationId xmlns:a16="http://schemas.microsoft.com/office/drawing/2014/main" id="{B10E8F52-7FCD-4B17-964A-1A97E2CB0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4" name="Rectangle 311">
            <a:extLst>
              <a:ext uri="{FF2B5EF4-FFF2-40B4-BE49-F238E27FC236}">
                <a16:creationId xmlns:a16="http://schemas.microsoft.com/office/drawing/2014/main" id="{199F53BC-5327-4C34-A560-B7D93F5F9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5" name="Rectangle 312">
            <a:extLst>
              <a:ext uri="{FF2B5EF4-FFF2-40B4-BE49-F238E27FC236}">
                <a16:creationId xmlns:a16="http://schemas.microsoft.com/office/drawing/2014/main" id="{2FC7F96E-2AA5-4430-8933-303E0E2544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6" name="Rectangle 313">
            <a:extLst>
              <a:ext uri="{FF2B5EF4-FFF2-40B4-BE49-F238E27FC236}">
                <a16:creationId xmlns:a16="http://schemas.microsoft.com/office/drawing/2014/main" id="{6F48430D-4266-4379-B0B9-939C11A824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7" name="Rectangle 314">
            <a:extLst>
              <a:ext uri="{FF2B5EF4-FFF2-40B4-BE49-F238E27FC236}">
                <a16:creationId xmlns:a16="http://schemas.microsoft.com/office/drawing/2014/main" id="{E96290E6-15F2-4B8D-BD72-D47344F70D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8" name="Rectangle 315">
            <a:extLst>
              <a:ext uri="{FF2B5EF4-FFF2-40B4-BE49-F238E27FC236}">
                <a16:creationId xmlns:a16="http://schemas.microsoft.com/office/drawing/2014/main" id="{FBC8EBAB-9D6C-48D6-BE00-C2F53C03F66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79" name="Rectangle 316">
            <a:extLst>
              <a:ext uri="{FF2B5EF4-FFF2-40B4-BE49-F238E27FC236}">
                <a16:creationId xmlns:a16="http://schemas.microsoft.com/office/drawing/2014/main" id="{2E89C0F2-BC8E-4CA4-A11F-96B5B0E77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0" name="Rectangle 317">
            <a:extLst>
              <a:ext uri="{FF2B5EF4-FFF2-40B4-BE49-F238E27FC236}">
                <a16:creationId xmlns:a16="http://schemas.microsoft.com/office/drawing/2014/main" id="{ABB2F2E5-0B78-4924-8C02-91133456E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1" name="Rectangle 318">
            <a:extLst>
              <a:ext uri="{FF2B5EF4-FFF2-40B4-BE49-F238E27FC236}">
                <a16:creationId xmlns:a16="http://schemas.microsoft.com/office/drawing/2014/main" id="{8A77E39A-3439-42E5-864E-07050A9B94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2" name="Rectangle 319">
            <a:extLst>
              <a:ext uri="{FF2B5EF4-FFF2-40B4-BE49-F238E27FC236}">
                <a16:creationId xmlns:a16="http://schemas.microsoft.com/office/drawing/2014/main" id="{25EAA1C5-3174-4F4B-BFF3-90C5CCB903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3" name="Rectangle 320">
            <a:extLst>
              <a:ext uri="{FF2B5EF4-FFF2-40B4-BE49-F238E27FC236}">
                <a16:creationId xmlns:a16="http://schemas.microsoft.com/office/drawing/2014/main" id="{1F2DB9F1-C65F-4052-A053-3F8F3AF0F0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4" name="Rectangle 321">
            <a:extLst>
              <a:ext uri="{FF2B5EF4-FFF2-40B4-BE49-F238E27FC236}">
                <a16:creationId xmlns:a16="http://schemas.microsoft.com/office/drawing/2014/main" id="{AFFB727D-B40C-4F86-915F-7329F02833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5" name="Rectangle 322">
            <a:extLst>
              <a:ext uri="{FF2B5EF4-FFF2-40B4-BE49-F238E27FC236}">
                <a16:creationId xmlns:a16="http://schemas.microsoft.com/office/drawing/2014/main" id="{584872F2-AD23-451B-B00B-D48843FDC2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6" name="Rectangle 323">
            <a:extLst>
              <a:ext uri="{FF2B5EF4-FFF2-40B4-BE49-F238E27FC236}">
                <a16:creationId xmlns:a16="http://schemas.microsoft.com/office/drawing/2014/main" id="{59E7ABF1-EA01-439C-89DC-4066F7684B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91537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7" name="Rectangle 324">
            <a:extLst>
              <a:ext uri="{FF2B5EF4-FFF2-40B4-BE49-F238E27FC236}">
                <a16:creationId xmlns:a16="http://schemas.microsoft.com/office/drawing/2014/main" id="{F5673CC4-BA29-4135-9BA9-AED7EAA77A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8" name="Rectangle 325">
            <a:extLst>
              <a:ext uri="{FF2B5EF4-FFF2-40B4-BE49-F238E27FC236}">
                <a16:creationId xmlns:a16="http://schemas.microsoft.com/office/drawing/2014/main" id="{06B3D335-F1DF-4E26-A5A1-31E9CD919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89" name="Rectangle 326">
            <a:extLst>
              <a:ext uri="{FF2B5EF4-FFF2-40B4-BE49-F238E27FC236}">
                <a16:creationId xmlns:a16="http://schemas.microsoft.com/office/drawing/2014/main" id="{834239CB-0B66-488B-B963-CD4BC4A66C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91537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0" name="Rectangle 327">
            <a:extLst>
              <a:ext uri="{FF2B5EF4-FFF2-40B4-BE49-F238E27FC236}">
                <a16:creationId xmlns:a16="http://schemas.microsoft.com/office/drawing/2014/main" id="{5DF8D3AD-C701-45DA-A09C-0B72B8B4D0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915379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1" name="Rectangle 328">
            <a:extLst>
              <a:ext uri="{FF2B5EF4-FFF2-40B4-BE49-F238E27FC236}">
                <a16:creationId xmlns:a16="http://schemas.microsoft.com/office/drawing/2014/main" id="{4A5BD061-AFE7-47F7-A037-4635A17191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5915379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2" name="Rectangle 303">
            <a:extLst>
              <a:ext uri="{FF2B5EF4-FFF2-40B4-BE49-F238E27FC236}">
                <a16:creationId xmlns:a16="http://schemas.microsoft.com/office/drawing/2014/main" id="{72E47367-DB80-4AEF-B453-F2874E290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3" name="Rectangle 304">
            <a:extLst>
              <a:ext uri="{FF2B5EF4-FFF2-40B4-BE49-F238E27FC236}">
                <a16:creationId xmlns:a16="http://schemas.microsoft.com/office/drawing/2014/main" id="{A5D11ACD-18C7-4BD8-97B9-7564D82EEC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4" name="Rectangle 305">
            <a:extLst>
              <a:ext uri="{FF2B5EF4-FFF2-40B4-BE49-F238E27FC236}">
                <a16:creationId xmlns:a16="http://schemas.microsoft.com/office/drawing/2014/main" id="{7304767C-0411-429C-B5FC-DE14E770D4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5" name="Rectangle 306">
            <a:extLst>
              <a:ext uri="{FF2B5EF4-FFF2-40B4-BE49-F238E27FC236}">
                <a16:creationId xmlns:a16="http://schemas.microsoft.com/office/drawing/2014/main" id="{D74BCE79-1C15-40ED-A6B2-30D89DC133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6" name="Rectangle 307">
            <a:extLst>
              <a:ext uri="{FF2B5EF4-FFF2-40B4-BE49-F238E27FC236}">
                <a16:creationId xmlns:a16="http://schemas.microsoft.com/office/drawing/2014/main" id="{4966B602-0BC1-433A-A6DC-60644E5D15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7" name="Rectangle 308">
            <a:extLst>
              <a:ext uri="{FF2B5EF4-FFF2-40B4-BE49-F238E27FC236}">
                <a16:creationId xmlns:a16="http://schemas.microsoft.com/office/drawing/2014/main" id="{5FA73E87-F9E1-4922-AB56-257040A0C2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8" name="Rectangle 309">
            <a:extLst>
              <a:ext uri="{FF2B5EF4-FFF2-40B4-BE49-F238E27FC236}">
                <a16:creationId xmlns:a16="http://schemas.microsoft.com/office/drawing/2014/main" id="{3523D0D6-BF5C-4992-89BC-D80F4B65D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8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599" name="Rectangle 310">
            <a:extLst>
              <a:ext uri="{FF2B5EF4-FFF2-40B4-BE49-F238E27FC236}">
                <a16:creationId xmlns:a16="http://schemas.microsoft.com/office/drawing/2014/main" id="{5D76C7BC-28B0-4D32-B952-79C61B9622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0" name="Rectangle 311">
            <a:extLst>
              <a:ext uri="{FF2B5EF4-FFF2-40B4-BE49-F238E27FC236}">
                <a16:creationId xmlns:a16="http://schemas.microsoft.com/office/drawing/2014/main" id="{02B04400-D266-4DBE-913D-B08E3CF680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1" name="Rectangle 312">
            <a:extLst>
              <a:ext uri="{FF2B5EF4-FFF2-40B4-BE49-F238E27FC236}">
                <a16:creationId xmlns:a16="http://schemas.microsoft.com/office/drawing/2014/main" id="{7B93B4CC-C4D7-437E-A267-7391A762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7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2" name="Rectangle 313">
            <a:extLst>
              <a:ext uri="{FF2B5EF4-FFF2-40B4-BE49-F238E27FC236}">
                <a16:creationId xmlns:a16="http://schemas.microsoft.com/office/drawing/2014/main" id="{4B2581D9-C04D-4A48-A51B-2934BA88C1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9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3" name="Rectangle 314">
            <a:extLst>
              <a:ext uri="{FF2B5EF4-FFF2-40B4-BE49-F238E27FC236}">
                <a16:creationId xmlns:a16="http://schemas.microsoft.com/office/drawing/2014/main" id="{6F9A094D-9E36-418E-BD81-0BED0CA3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4" name="Rectangle 315">
            <a:extLst>
              <a:ext uri="{FF2B5EF4-FFF2-40B4-BE49-F238E27FC236}">
                <a16:creationId xmlns:a16="http://schemas.microsoft.com/office/drawing/2014/main" id="{99CE1A4E-E309-4173-B637-E7FA8780A5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5" name="Rectangle 316">
            <a:extLst>
              <a:ext uri="{FF2B5EF4-FFF2-40B4-BE49-F238E27FC236}">
                <a16:creationId xmlns:a16="http://schemas.microsoft.com/office/drawing/2014/main" id="{35908A89-8ABE-4EA6-AB07-7C6C075084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8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6" name="Rectangle 317">
            <a:extLst>
              <a:ext uri="{FF2B5EF4-FFF2-40B4-BE49-F238E27FC236}">
                <a16:creationId xmlns:a16="http://schemas.microsoft.com/office/drawing/2014/main" id="{52D7FC56-1108-4D22-9631-D0A08F954F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1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7" name="Rectangle 318">
            <a:extLst>
              <a:ext uri="{FF2B5EF4-FFF2-40B4-BE49-F238E27FC236}">
                <a16:creationId xmlns:a16="http://schemas.microsoft.com/office/drawing/2014/main" id="{E6B3457F-C39E-40F4-B8B4-741981759F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8" name="Rectangle 319">
            <a:extLst>
              <a:ext uri="{FF2B5EF4-FFF2-40B4-BE49-F238E27FC236}">
                <a16:creationId xmlns:a16="http://schemas.microsoft.com/office/drawing/2014/main" id="{08E774A7-E1DE-46A1-A6F9-D137214372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09" name="Rectangle 320">
            <a:extLst>
              <a:ext uri="{FF2B5EF4-FFF2-40B4-BE49-F238E27FC236}">
                <a16:creationId xmlns:a16="http://schemas.microsoft.com/office/drawing/2014/main" id="{7B8BB479-CE5F-4C3D-9C65-414F6B72D38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10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0" name="Rectangle 321">
            <a:extLst>
              <a:ext uri="{FF2B5EF4-FFF2-40B4-BE49-F238E27FC236}">
                <a16:creationId xmlns:a16="http://schemas.microsoft.com/office/drawing/2014/main" id="{2E97BD59-5139-4C10-8550-C855D2D1FE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3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1" name="Rectangle 322">
            <a:extLst>
              <a:ext uri="{FF2B5EF4-FFF2-40B4-BE49-F238E27FC236}">
                <a16:creationId xmlns:a16="http://schemas.microsoft.com/office/drawing/2014/main" id="{3AA2DF57-9830-4A49-9748-4ADE27F46F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2" name="Rectangle 323">
            <a:extLst>
              <a:ext uri="{FF2B5EF4-FFF2-40B4-BE49-F238E27FC236}">
                <a16:creationId xmlns:a16="http://schemas.microsoft.com/office/drawing/2014/main" id="{01A36D7F-15E1-44B8-9B0F-4F2DAABB66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6422607"/>
            <a:ext cx="10999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3" name="Rectangle 324">
            <a:extLst>
              <a:ext uri="{FF2B5EF4-FFF2-40B4-BE49-F238E27FC236}">
                <a16:creationId xmlns:a16="http://schemas.microsoft.com/office/drawing/2014/main" id="{716C32D4-81F1-4B63-9A1A-2413624938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2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4" name="Rectangle 325">
            <a:extLst>
              <a:ext uri="{FF2B5EF4-FFF2-40B4-BE49-F238E27FC236}">
                <a16:creationId xmlns:a16="http://schemas.microsoft.com/office/drawing/2014/main" id="{6341F2A0-638B-4AEC-A1C2-759E1F2E1F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4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5" name="Rectangle 326">
            <a:extLst>
              <a:ext uri="{FF2B5EF4-FFF2-40B4-BE49-F238E27FC236}">
                <a16:creationId xmlns:a16="http://schemas.microsoft.com/office/drawing/2014/main" id="{AC3BBC0F-0B8D-458F-94A7-D77F591B60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6422607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6" name="Rectangle 327">
            <a:extLst>
              <a:ext uri="{FF2B5EF4-FFF2-40B4-BE49-F238E27FC236}">
                <a16:creationId xmlns:a16="http://schemas.microsoft.com/office/drawing/2014/main" id="{2BCB09AE-15F7-4D67-9547-C60DDCB0C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642260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7" name="Rectangle 328">
            <a:extLst>
              <a:ext uri="{FF2B5EF4-FFF2-40B4-BE49-F238E27FC236}">
                <a16:creationId xmlns:a16="http://schemas.microsoft.com/office/drawing/2014/main" id="{19811182-AAD5-444A-AEBF-DA44747959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3" y="642260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8" name="Rectangle 91">
            <a:extLst>
              <a:ext uri="{FF2B5EF4-FFF2-40B4-BE49-F238E27FC236}">
                <a16:creationId xmlns:a16="http://schemas.microsoft.com/office/drawing/2014/main" id="{F5F1C36C-3F5F-453A-8021-577AF8102B7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18627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19" name="Rectangle 92">
            <a:extLst>
              <a:ext uri="{FF2B5EF4-FFF2-40B4-BE49-F238E27FC236}">
                <a16:creationId xmlns:a16="http://schemas.microsoft.com/office/drawing/2014/main" id="{B68E0835-F6A9-4C24-80BC-2C4982644A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18627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0" name="Rectangle 118">
            <a:extLst>
              <a:ext uri="{FF2B5EF4-FFF2-40B4-BE49-F238E27FC236}">
                <a16:creationId xmlns:a16="http://schemas.microsoft.com/office/drawing/2014/main" id="{C7E8024E-9FFB-4AFF-946C-F325043577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3711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1" name="Rectangle 119">
            <a:extLst>
              <a:ext uri="{FF2B5EF4-FFF2-40B4-BE49-F238E27FC236}">
                <a16:creationId xmlns:a16="http://schemas.microsoft.com/office/drawing/2014/main" id="{542FA810-66E0-4E5C-A29B-2F35550C8B07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3711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2" name="Rectangle 145">
            <a:extLst>
              <a:ext uri="{FF2B5EF4-FFF2-40B4-BE49-F238E27FC236}">
                <a16:creationId xmlns:a16="http://schemas.microsoft.com/office/drawing/2014/main" id="{E3ADD3A0-60F3-4CCF-A787-C83FEFD745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28783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3" name="Rectangle 146">
            <a:extLst>
              <a:ext uri="{FF2B5EF4-FFF2-40B4-BE49-F238E27FC236}">
                <a16:creationId xmlns:a16="http://schemas.microsoft.com/office/drawing/2014/main" id="{03B5D2C0-D46F-4CA6-BB0C-7E966C3AB9D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28783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4" name="Rectangle 172">
            <a:extLst>
              <a:ext uri="{FF2B5EF4-FFF2-40B4-BE49-F238E27FC236}">
                <a16:creationId xmlns:a16="http://schemas.microsoft.com/office/drawing/2014/main" id="{A5A79340-EBE4-4E04-AF35-EAB781F1CA7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38679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5" name="Rectangle 173">
            <a:extLst>
              <a:ext uri="{FF2B5EF4-FFF2-40B4-BE49-F238E27FC236}">
                <a16:creationId xmlns:a16="http://schemas.microsoft.com/office/drawing/2014/main" id="{A3D2A4FF-3DD1-4D92-A192-6C0C4D36720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38679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6" name="Rectangle 199">
            <a:extLst>
              <a:ext uri="{FF2B5EF4-FFF2-40B4-BE49-F238E27FC236}">
                <a16:creationId xmlns:a16="http://schemas.microsoft.com/office/drawing/2014/main" id="{F8123DF8-9385-4180-994E-0FB3C83AB05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0" y="389518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7" name="Rectangle 200">
            <a:extLst>
              <a:ext uri="{FF2B5EF4-FFF2-40B4-BE49-F238E27FC236}">
                <a16:creationId xmlns:a16="http://schemas.microsoft.com/office/drawing/2014/main" id="{35B83622-CCF4-4468-AC64-CB149002826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3" y="389518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8" name="Rectangle 227">
            <a:extLst>
              <a:ext uri="{FF2B5EF4-FFF2-40B4-BE49-F238E27FC236}">
                <a16:creationId xmlns:a16="http://schemas.microsoft.com/office/drawing/2014/main" id="{BFBE24A8-7F94-482E-85C3-410179531E6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403575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29" name="Rectangle 228">
            <a:extLst>
              <a:ext uri="{FF2B5EF4-FFF2-40B4-BE49-F238E27FC236}">
                <a16:creationId xmlns:a16="http://schemas.microsoft.com/office/drawing/2014/main" id="{7BB41F2F-EDE1-4BB3-B582-2B31560A4B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403575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0" name="Rectangle 254">
            <a:extLst>
              <a:ext uri="{FF2B5EF4-FFF2-40B4-BE49-F238E27FC236}">
                <a16:creationId xmlns:a16="http://schemas.microsoft.com/office/drawing/2014/main" id="{B7B10579-D69C-4FCC-AF11-0E5789DC7B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538631" y="491079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1" name="Rectangle 255">
            <a:extLst>
              <a:ext uri="{FF2B5EF4-FFF2-40B4-BE49-F238E27FC236}">
                <a16:creationId xmlns:a16="http://schemas.microsoft.com/office/drawing/2014/main" id="{A4A3592F-5BAF-4960-8617-39A5A4418C4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3992894" y="491079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2" name="Rectangle 91">
            <a:extLst>
              <a:ext uri="{FF2B5EF4-FFF2-40B4-BE49-F238E27FC236}">
                <a16:creationId xmlns:a16="http://schemas.microsoft.com/office/drawing/2014/main" id="{D185731F-D098-4E64-B7BB-077680516CB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18548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3" name="Rectangle 92">
            <a:extLst>
              <a:ext uri="{FF2B5EF4-FFF2-40B4-BE49-F238E27FC236}">
                <a16:creationId xmlns:a16="http://schemas.microsoft.com/office/drawing/2014/main" id="{C9CCA8BE-3357-4F70-B832-4B61283439F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18548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4" name="Rectangle 118">
            <a:extLst>
              <a:ext uri="{FF2B5EF4-FFF2-40B4-BE49-F238E27FC236}">
                <a16:creationId xmlns:a16="http://schemas.microsoft.com/office/drawing/2014/main" id="{E455E6B1-820F-4874-9998-3F33FDF676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3632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5" name="Rectangle 119">
            <a:extLst>
              <a:ext uri="{FF2B5EF4-FFF2-40B4-BE49-F238E27FC236}">
                <a16:creationId xmlns:a16="http://schemas.microsoft.com/office/drawing/2014/main" id="{A5878F30-11F9-4620-BB7C-A20308D54D2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3632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6" name="Rectangle 145">
            <a:extLst>
              <a:ext uri="{FF2B5EF4-FFF2-40B4-BE49-F238E27FC236}">
                <a16:creationId xmlns:a16="http://schemas.microsoft.com/office/drawing/2014/main" id="{282B328E-96DE-404A-8A33-DD08463AA16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28704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7" name="Rectangle 146">
            <a:extLst>
              <a:ext uri="{FF2B5EF4-FFF2-40B4-BE49-F238E27FC236}">
                <a16:creationId xmlns:a16="http://schemas.microsoft.com/office/drawing/2014/main" id="{6B4AC90D-580B-4B11-8435-170433BF37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28704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8" name="Rectangle 172">
            <a:extLst>
              <a:ext uri="{FF2B5EF4-FFF2-40B4-BE49-F238E27FC236}">
                <a16:creationId xmlns:a16="http://schemas.microsoft.com/office/drawing/2014/main" id="{9FF1A1F4-2E5F-4786-B499-D60DC75B214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37886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39" name="Rectangle 173">
            <a:extLst>
              <a:ext uri="{FF2B5EF4-FFF2-40B4-BE49-F238E27FC236}">
                <a16:creationId xmlns:a16="http://schemas.microsoft.com/office/drawing/2014/main" id="{0F1C8560-0B43-4D98-ADB6-195504D71D3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37886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0" name="Rectangle 199">
            <a:extLst>
              <a:ext uri="{FF2B5EF4-FFF2-40B4-BE49-F238E27FC236}">
                <a16:creationId xmlns:a16="http://schemas.microsoft.com/office/drawing/2014/main" id="{A4D091FA-192E-4111-9D0A-1154813D1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6" y="388725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1" name="Rectangle 200">
            <a:extLst>
              <a:ext uri="{FF2B5EF4-FFF2-40B4-BE49-F238E27FC236}">
                <a16:creationId xmlns:a16="http://schemas.microsoft.com/office/drawing/2014/main" id="{2456DB9E-FD91-4F1E-8D75-71C5A435799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89" y="388725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2" name="Rectangle 227">
            <a:extLst>
              <a:ext uri="{FF2B5EF4-FFF2-40B4-BE49-F238E27FC236}">
                <a16:creationId xmlns:a16="http://schemas.microsoft.com/office/drawing/2014/main" id="{82ADDEB8-4944-41EC-9927-6FCED6B44E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395644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3" name="Rectangle 228">
            <a:extLst>
              <a:ext uri="{FF2B5EF4-FFF2-40B4-BE49-F238E27FC236}">
                <a16:creationId xmlns:a16="http://schemas.microsoft.com/office/drawing/2014/main" id="{3E7F6ABB-32D8-4D9F-8019-5A6F2170427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395644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4" name="Rectangle 254">
            <a:extLst>
              <a:ext uri="{FF2B5EF4-FFF2-40B4-BE49-F238E27FC236}">
                <a16:creationId xmlns:a16="http://schemas.microsoft.com/office/drawing/2014/main" id="{FF3C13CA-9CE5-4787-9D9F-6F33F6D7219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448327" y="490286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5" name="Rectangle 255">
            <a:extLst>
              <a:ext uri="{FF2B5EF4-FFF2-40B4-BE49-F238E27FC236}">
                <a16:creationId xmlns:a16="http://schemas.microsoft.com/office/drawing/2014/main" id="{F45F3084-D5DF-4E2A-9FD2-8FADA756F90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4902590" y="490286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6" name="Rectangle 91">
            <a:extLst>
              <a:ext uri="{FF2B5EF4-FFF2-40B4-BE49-F238E27FC236}">
                <a16:creationId xmlns:a16="http://schemas.microsoft.com/office/drawing/2014/main" id="{C8C188D8-825C-491C-B927-12A86B68F9C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18304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7" name="Rectangle 92">
            <a:extLst>
              <a:ext uri="{FF2B5EF4-FFF2-40B4-BE49-F238E27FC236}">
                <a16:creationId xmlns:a16="http://schemas.microsoft.com/office/drawing/2014/main" id="{F1A1CAD1-7E2F-491A-A2F7-752577008BA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18304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8" name="Rectangle 118">
            <a:extLst>
              <a:ext uri="{FF2B5EF4-FFF2-40B4-BE49-F238E27FC236}">
                <a16:creationId xmlns:a16="http://schemas.microsoft.com/office/drawing/2014/main" id="{C9F7170B-09CB-4F23-B86C-E3C5A5A9526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3388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49" name="Rectangle 119">
            <a:extLst>
              <a:ext uri="{FF2B5EF4-FFF2-40B4-BE49-F238E27FC236}">
                <a16:creationId xmlns:a16="http://schemas.microsoft.com/office/drawing/2014/main" id="{91FF46E2-A356-45DF-9FE0-6D68E8BBB82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3388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0" name="Rectangle 145">
            <a:extLst>
              <a:ext uri="{FF2B5EF4-FFF2-40B4-BE49-F238E27FC236}">
                <a16:creationId xmlns:a16="http://schemas.microsoft.com/office/drawing/2014/main" id="{233DF4C6-7DB2-4DEC-965E-4E0FD1AE2F7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28460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1" name="Rectangle 146">
            <a:extLst>
              <a:ext uri="{FF2B5EF4-FFF2-40B4-BE49-F238E27FC236}">
                <a16:creationId xmlns:a16="http://schemas.microsoft.com/office/drawing/2014/main" id="{BA0EBE02-0FF5-4E5F-B07E-C74F70CB3BB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28460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2" name="Rectangle 172">
            <a:extLst>
              <a:ext uri="{FF2B5EF4-FFF2-40B4-BE49-F238E27FC236}">
                <a16:creationId xmlns:a16="http://schemas.microsoft.com/office/drawing/2014/main" id="{C1FFCEB5-7D01-4DF1-AE5C-13AA614FBB2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35444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3" name="Rectangle 173">
            <a:extLst>
              <a:ext uri="{FF2B5EF4-FFF2-40B4-BE49-F238E27FC236}">
                <a16:creationId xmlns:a16="http://schemas.microsoft.com/office/drawing/2014/main" id="{4E743A8D-CDF1-43FE-9A64-273018A788F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35444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4" name="Rectangle 199">
            <a:extLst>
              <a:ext uri="{FF2B5EF4-FFF2-40B4-BE49-F238E27FC236}">
                <a16:creationId xmlns:a16="http://schemas.microsoft.com/office/drawing/2014/main" id="{5816494B-7CF7-4661-9520-ECF2157C30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2" y="386283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5" name="Rectangle 200">
            <a:extLst>
              <a:ext uri="{FF2B5EF4-FFF2-40B4-BE49-F238E27FC236}">
                <a16:creationId xmlns:a16="http://schemas.microsoft.com/office/drawing/2014/main" id="{D5F4C1D4-E8FC-483F-82E0-C314B4887C0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5" y="386283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6" name="Rectangle 227">
            <a:extLst>
              <a:ext uri="{FF2B5EF4-FFF2-40B4-BE49-F238E27FC236}">
                <a16:creationId xmlns:a16="http://schemas.microsoft.com/office/drawing/2014/main" id="{1DE23893-72CE-44E4-9514-E4A35927AD0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37122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7" name="Rectangle 228">
            <a:extLst>
              <a:ext uri="{FF2B5EF4-FFF2-40B4-BE49-F238E27FC236}">
                <a16:creationId xmlns:a16="http://schemas.microsoft.com/office/drawing/2014/main" id="{FDAE80AB-A18F-4777-8A7E-3AF3817C005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37122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8" name="Rectangle 254">
            <a:extLst>
              <a:ext uri="{FF2B5EF4-FFF2-40B4-BE49-F238E27FC236}">
                <a16:creationId xmlns:a16="http://schemas.microsoft.com/office/drawing/2014/main" id="{057CEA97-FB2D-4753-85A3-0C33E822D3C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358023" y="487845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59" name="Rectangle 255">
            <a:extLst>
              <a:ext uri="{FF2B5EF4-FFF2-40B4-BE49-F238E27FC236}">
                <a16:creationId xmlns:a16="http://schemas.microsoft.com/office/drawing/2014/main" id="{79420A4A-5528-4EC0-987F-DF7C0EEB41F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5812286" y="487845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0" name="Rectangle 91">
            <a:extLst>
              <a:ext uri="{FF2B5EF4-FFF2-40B4-BE49-F238E27FC236}">
                <a16:creationId xmlns:a16="http://schemas.microsoft.com/office/drawing/2014/main" id="{DBC80B5A-0476-410E-B60C-6450F79B3E0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18429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1" name="Rectangle 92">
            <a:extLst>
              <a:ext uri="{FF2B5EF4-FFF2-40B4-BE49-F238E27FC236}">
                <a16:creationId xmlns:a16="http://schemas.microsoft.com/office/drawing/2014/main" id="{65FABB81-DBF4-42B4-8D90-A98EC802144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18429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2" name="Rectangle 118">
            <a:extLst>
              <a:ext uri="{FF2B5EF4-FFF2-40B4-BE49-F238E27FC236}">
                <a16:creationId xmlns:a16="http://schemas.microsoft.com/office/drawing/2014/main" id="{A6202184-9808-4043-9640-D0544AB5D40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3513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3" name="Rectangle 119">
            <a:extLst>
              <a:ext uri="{FF2B5EF4-FFF2-40B4-BE49-F238E27FC236}">
                <a16:creationId xmlns:a16="http://schemas.microsoft.com/office/drawing/2014/main" id="{FEED1DE3-7FCB-412B-AD9F-396C8AFC0B4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3513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4" name="Rectangle 145">
            <a:extLst>
              <a:ext uri="{FF2B5EF4-FFF2-40B4-BE49-F238E27FC236}">
                <a16:creationId xmlns:a16="http://schemas.microsoft.com/office/drawing/2014/main" id="{E3D106F5-B3BA-48C7-BB89-5F7A7B3FD30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28585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5" name="Rectangle 146">
            <a:extLst>
              <a:ext uri="{FF2B5EF4-FFF2-40B4-BE49-F238E27FC236}">
                <a16:creationId xmlns:a16="http://schemas.microsoft.com/office/drawing/2014/main" id="{98A5D359-1B62-4D55-856B-6A4D9015C63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28585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6" name="Rectangle 172">
            <a:extLst>
              <a:ext uri="{FF2B5EF4-FFF2-40B4-BE49-F238E27FC236}">
                <a16:creationId xmlns:a16="http://schemas.microsoft.com/office/drawing/2014/main" id="{8AEB6855-7DCA-4BAB-B081-5EAFB10145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366974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7" name="Rectangle 173">
            <a:extLst>
              <a:ext uri="{FF2B5EF4-FFF2-40B4-BE49-F238E27FC236}">
                <a16:creationId xmlns:a16="http://schemas.microsoft.com/office/drawing/2014/main" id="{18A0DCB0-4E9E-42D7-ABF1-2CB0A069240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366974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8" name="Rectangle 199">
            <a:extLst>
              <a:ext uri="{FF2B5EF4-FFF2-40B4-BE49-F238E27FC236}">
                <a16:creationId xmlns:a16="http://schemas.microsoft.com/office/drawing/2014/main" id="{C94A534B-EDB6-41CC-BFD6-C8E5C64E30C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6" y="387536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69" name="Rectangle 200">
            <a:extLst>
              <a:ext uri="{FF2B5EF4-FFF2-40B4-BE49-F238E27FC236}">
                <a16:creationId xmlns:a16="http://schemas.microsoft.com/office/drawing/2014/main" id="{D3305D9B-7E5D-4A06-B20C-705E7AADA0E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79" y="387536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0" name="Rectangle 227">
            <a:extLst>
              <a:ext uri="{FF2B5EF4-FFF2-40B4-BE49-F238E27FC236}">
                <a16:creationId xmlns:a16="http://schemas.microsoft.com/office/drawing/2014/main" id="{10DC9989-B0C3-40E8-9A23-4DD46B61F18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383758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1" name="Rectangle 228">
            <a:extLst>
              <a:ext uri="{FF2B5EF4-FFF2-40B4-BE49-F238E27FC236}">
                <a16:creationId xmlns:a16="http://schemas.microsoft.com/office/drawing/2014/main" id="{802DD19F-ACAF-462C-9EF0-03BED7E8C2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383758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2" name="Rectangle 254">
            <a:extLst>
              <a:ext uri="{FF2B5EF4-FFF2-40B4-BE49-F238E27FC236}">
                <a16:creationId xmlns:a16="http://schemas.microsoft.com/office/drawing/2014/main" id="{B675BA60-6E6B-4897-B172-3FEB85B0A6BE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267717" y="4890982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3" name="Rectangle 255">
            <a:extLst>
              <a:ext uri="{FF2B5EF4-FFF2-40B4-BE49-F238E27FC236}">
                <a16:creationId xmlns:a16="http://schemas.microsoft.com/office/drawing/2014/main" id="{90EC0740-4B58-4786-864F-D6202316E36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6721980" y="4890982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4" name="Rectangle 91">
            <a:extLst>
              <a:ext uri="{FF2B5EF4-FFF2-40B4-BE49-F238E27FC236}">
                <a16:creationId xmlns:a16="http://schemas.microsoft.com/office/drawing/2014/main" id="{6F4C6DA5-9C32-43AB-9B2B-D5F64DCD5B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5" name="Rectangle 92">
            <a:extLst>
              <a:ext uri="{FF2B5EF4-FFF2-40B4-BE49-F238E27FC236}">
                <a16:creationId xmlns:a16="http://schemas.microsoft.com/office/drawing/2014/main" id="{2E98FFFB-1367-4885-A347-2B10A92AF7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6" name="Rectangle 118">
            <a:extLst>
              <a:ext uri="{FF2B5EF4-FFF2-40B4-BE49-F238E27FC236}">
                <a16:creationId xmlns:a16="http://schemas.microsoft.com/office/drawing/2014/main" id="{B0EE3A07-2F28-4D28-AD64-4E71640B185F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7" name="Rectangle 119">
            <a:extLst>
              <a:ext uri="{FF2B5EF4-FFF2-40B4-BE49-F238E27FC236}">
                <a16:creationId xmlns:a16="http://schemas.microsoft.com/office/drawing/2014/main" id="{CCE2A03B-C80B-42F1-9230-C10251D1238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8" name="Rectangle 145">
            <a:extLst>
              <a:ext uri="{FF2B5EF4-FFF2-40B4-BE49-F238E27FC236}">
                <a16:creationId xmlns:a16="http://schemas.microsoft.com/office/drawing/2014/main" id="{87375277-0EF5-4601-B688-CC287F3E6A4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79" name="Rectangle 146">
            <a:extLst>
              <a:ext uri="{FF2B5EF4-FFF2-40B4-BE49-F238E27FC236}">
                <a16:creationId xmlns:a16="http://schemas.microsoft.com/office/drawing/2014/main" id="{19099545-7878-4215-9ADA-69237497B88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0" name="Rectangle 172">
            <a:extLst>
              <a:ext uri="{FF2B5EF4-FFF2-40B4-BE49-F238E27FC236}">
                <a16:creationId xmlns:a16="http://schemas.microsoft.com/office/drawing/2014/main" id="{13AB64CA-71E8-4F3D-8A8F-48ADB8EE76D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1" name="Rectangle 173">
            <a:extLst>
              <a:ext uri="{FF2B5EF4-FFF2-40B4-BE49-F238E27FC236}">
                <a16:creationId xmlns:a16="http://schemas.microsoft.com/office/drawing/2014/main" id="{E6E68EB4-8B4F-4659-85F0-F33EB0681EA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2" name="Rectangle 199">
            <a:extLst>
              <a:ext uri="{FF2B5EF4-FFF2-40B4-BE49-F238E27FC236}">
                <a16:creationId xmlns:a16="http://schemas.microsoft.com/office/drawing/2014/main" id="{FD5D2EFE-78D7-47A0-B41B-A6D123F3325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2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3" name="Rectangle 200">
            <a:extLst>
              <a:ext uri="{FF2B5EF4-FFF2-40B4-BE49-F238E27FC236}">
                <a16:creationId xmlns:a16="http://schemas.microsoft.com/office/drawing/2014/main" id="{43DD1F99-EF92-4FA7-A688-DFB8CA0428A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5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4" name="Rectangle 227">
            <a:extLst>
              <a:ext uri="{FF2B5EF4-FFF2-40B4-BE49-F238E27FC236}">
                <a16:creationId xmlns:a16="http://schemas.microsoft.com/office/drawing/2014/main" id="{61B66908-9A89-4CAA-82BB-1B0CBBA7121D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5" name="Rectangle 228">
            <a:extLst>
              <a:ext uri="{FF2B5EF4-FFF2-40B4-BE49-F238E27FC236}">
                <a16:creationId xmlns:a16="http://schemas.microsoft.com/office/drawing/2014/main" id="{A25ADF27-53D5-47C3-A679-6359C6A587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6" name="Rectangle 254">
            <a:extLst>
              <a:ext uri="{FF2B5EF4-FFF2-40B4-BE49-F238E27FC236}">
                <a16:creationId xmlns:a16="http://schemas.microsoft.com/office/drawing/2014/main" id="{3571E780-2740-4415-A8FC-0A7B7003267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177413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87" name="Rectangle 255">
            <a:extLst>
              <a:ext uri="{FF2B5EF4-FFF2-40B4-BE49-F238E27FC236}">
                <a16:creationId xmlns:a16="http://schemas.microsoft.com/office/drawing/2014/main" id="{D4DFF327-57BB-4D9E-A2B7-F0DD5B94977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631676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5" name="Rectangle 91">
            <a:extLst>
              <a:ext uri="{FF2B5EF4-FFF2-40B4-BE49-F238E27FC236}">
                <a16:creationId xmlns:a16="http://schemas.microsoft.com/office/drawing/2014/main" id="{8A3B7425-E369-4F53-BA6F-5242DA61BF30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18551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6" name="Rectangle 92">
            <a:extLst>
              <a:ext uri="{FF2B5EF4-FFF2-40B4-BE49-F238E27FC236}">
                <a16:creationId xmlns:a16="http://schemas.microsoft.com/office/drawing/2014/main" id="{4E6A839F-6FCF-4E31-8BD0-E16864EEE062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18551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7" name="Rectangle 118">
            <a:extLst>
              <a:ext uri="{FF2B5EF4-FFF2-40B4-BE49-F238E27FC236}">
                <a16:creationId xmlns:a16="http://schemas.microsoft.com/office/drawing/2014/main" id="{E30405E0-3BAF-415C-962D-57EEE5D59061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3635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8" name="Rectangle 119">
            <a:extLst>
              <a:ext uri="{FF2B5EF4-FFF2-40B4-BE49-F238E27FC236}">
                <a16:creationId xmlns:a16="http://schemas.microsoft.com/office/drawing/2014/main" id="{2F0D6E87-BA13-4616-837F-44E6418D2BE9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3635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699" name="Rectangle 145">
            <a:extLst>
              <a:ext uri="{FF2B5EF4-FFF2-40B4-BE49-F238E27FC236}">
                <a16:creationId xmlns:a16="http://schemas.microsoft.com/office/drawing/2014/main" id="{6E4DC2C7-60E2-4E39-A040-33E1148C84D5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28707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0" name="Rectangle 146">
            <a:extLst>
              <a:ext uri="{FF2B5EF4-FFF2-40B4-BE49-F238E27FC236}">
                <a16:creationId xmlns:a16="http://schemas.microsoft.com/office/drawing/2014/main" id="{966097DC-FD1B-4AB8-9270-D63BF4F1A3C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28707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1" name="Rectangle 172">
            <a:extLst>
              <a:ext uri="{FF2B5EF4-FFF2-40B4-BE49-F238E27FC236}">
                <a16:creationId xmlns:a16="http://schemas.microsoft.com/office/drawing/2014/main" id="{F9963C2C-FE13-4B53-9E0A-33833EBFF4BC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379178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2" name="Rectangle 173">
            <a:extLst>
              <a:ext uri="{FF2B5EF4-FFF2-40B4-BE49-F238E27FC236}">
                <a16:creationId xmlns:a16="http://schemas.microsoft.com/office/drawing/2014/main" id="{E25FDE01-0116-404D-AED3-856484360C6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379178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3" name="Rectangle 199">
            <a:extLst>
              <a:ext uri="{FF2B5EF4-FFF2-40B4-BE49-F238E27FC236}">
                <a16:creationId xmlns:a16="http://schemas.microsoft.com/office/drawing/2014/main" id="{6301786C-8F5C-45F8-9EBB-5C24E924F8F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7" y="3887570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4" name="Rectangle 200">
            <a:extLst>
              <a:ext uri="{FF2B5EF4-FFF2-40B4-BE49-F238E27FC236}">
                <a16:creationId xmlns:a16="http://schemas.microsoft.com/office/drawing/2014/main" id="{5F732FBA-FE3A-4BD8-BBC1-9C523E6253B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0" y="3887570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5" name="Rectangle 227">
            <a:extLst>
              <a:ext uri="{FF2B5EF4-FFF2-40B4-BE49-F238E27FC236}">
                <a16:creationId xmlns:a16="http://schemas.microsoft.com/office/drawing/2014/main" id="{C637BBAC-97AA-4D18-AA59-2A7536613F5A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395962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6" name="Rectangle 228">
            <a:extLst>
              <a:ext uri="{FF2B5EF4-FFF2-40B4-BE49-F238E27FC236}">
                <a16:creationId xmlns:a16="http://schemas.microsoft.com/office/drawing/2014/main" id="{6065E043-00A0-4681-9A2D-6DCA1E6EF993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395962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7" name="Rectangle 254">
            <a:extLst>
              <a:ext uri="{FF2B5EF4-FFF2-40B4-BE49-F238E27FC236}">
                <a16:creationId xmlns:a16="http://schemas.microsoft.com/office/drawing/2014/main" id="{CE169FB0-5491-4F5D-BC9E-C9846ADDC0B8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087108" y="4903186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08" name="Rectangle 255">
            <a:extLst>
              <a:ext uri="{FF2B5EF4-FFF2-40B4-BE49-F238E27FC236}">
                <a16:creationId xmlns:a16="http://schemas.microsoft.com/office/drawing/2014/main" id="{2057D317-5E06-487E-8C29-ACF2FBFDAD7B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8541371" y="4903186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652853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Rectangle 5">
            <a:extLst>
              <a:ext uri="{FF2B5EF4-FFF2-40B4-BE49-F238E27FC236}">
                <a16:creationId xmlns:a16="http://schemas.microsoft.com/office/drawing/2014/main" id="{85C298FF-97F9-4147-B827-D8E5136C26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8" name="Rectangle 6">
            <a:extLst>
              <a:ext uri="{FF2B5EF4-FFF2-40B4-BE49-F238E27FC236}">
                <a16:creationId xmlns:a16="http://schemas.microsoft.com/office/drawing/2014/main" id="{9408EFDD-1492-4223-8E65-A093D2F1BB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9" name="Rectangle 7">
            <a:extLst>
              <a:ext uri="{FF2B5EF4-FFF2-40B4-BE49-F238E27FC236}">
                <a16:creationId xmlns:a16="http://schemas.microsoft.com/office/drawing/2014/main" id="{F894E7F8-7101-42ED-9EE3-85F58C6EF3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0" name="Rectangle 8">
            <a:extLst>
              <a:ext uri="{FF2B5EF4-FFF2-40B4-BE49-F238E27FC236}">
                <a16:creationId xmlns:a16="http://schemas.microsoft.com/office/drawing/2014/main" id="{877C8C7E-1793-4536-97A4-63A3591EF9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1" name="Rectangle 9">
            <a:extLst>
              <a:ext uri="{FF2B5EF4-FFF2-40B4-BE49-F238E27FC236}">
                <a16:creationId xmlns:a16="http://schemas.microsoft.com/office/drawing/2014/main" id="{077D2BC4-41B3-4D98-84CA-A2503EF131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2" name="Rectangle 10">
            <a:extLst>
              <a:ext uri="{FF2B5EF4-FFF2-40B4-BE49-F238E27FC236}">
                <a16:creationId xmlns:a16="http://schemas.microsoft.com/office/drawing/2014/main" id="{DE4270DF-458E-4975-B86F-E605B966C6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3" name="Rectangle 11">
            <a:extLst>
              <a:ext uri="{FF2B5EF4-FFF2-40B4-BE49-F238E27FC236}">
                <a16:creationId xmlns:a16="http://schemas.microsoft.com/office/drawing/2014/main" id="{5334B1DA-DE9D-46A4-B1CC-07D8B5B37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4" name="Rectangle 12">
            <a:extLst>
              <a:ext uri="{FF2B5EF4-FFF2-40B4-BE49-F238E27FC236}">
                <a16:creationId xmlns:a16="http://schemas.microsoft.com/office/drawing/2014/main" id="{1CF1EF4A-5FEC-4B62-A622-2DEE7B72C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5" name="Rectangle 13">
            <a:extLst>
              <a:ext uri="{FF2B5EF4-FFF2-40B4-BE49-F238E27FC236}">
                <a16:creationId xmlns:a16="http://schemas.microsoft.com/office/drawing/2014/main" id="{322BDF90-AD9B-4F68-8F1B-8AE6FD1E4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6" name="Rectangle 14">
            <a:extLst>
              <a:ext uri="{FF2B5EF4-FFF2-40B4-BE49-F238E27FC236}">
                <a16:creationId xmlns:a16="http://schemas.microsoft.com/office/drawing/2014/main" id="{93F9BC3E-2349-4557-A942-FF58D34975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7" name="Rectangle 15">
            <a:extLst>
              <a:ext uri="{FF2B5EF4-FFF2-40B4-BE49-F238E27FC236}">
                <a16:creationId xmlns:a16="http://schemas.microsoft.com/office/drawing/2014/main" id="{D4E479F8-DBB7-4E24-82DB-9187E1DA15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8" name="Rectangle 16">
            <a:extLst>
              <a:ext uri="{FF2B5EF4-FFF2-40B4-BE49-F238E27FC236}">
                <a16:creationId xmlns:a16="http://schemas.microsoft.com/office/drawing/2014/main" id="{88729413-47AC-4DEA-A613-0B6158FCB8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49" name="Rectangle 17">
            <a:extLst>
              <a:ext uri="{FF2B5EF4-FFF2-40B4-BE49-F238E27FC236}">
                <a16:creationId xmlns:a16="http://schemas.microsoft.com/office/drawing/2014/main" id="{20F824DD-152A-4F6D-952E-24ADD1A8C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0" name="Rectangle 18">
            <a:extLst>
              <a:ext uri="{FF2B5EF4-FFF2-40B4-BE49-F238E27FC236}">
                <a16:creationId xmlns:a16="http://schemas.microsoft.com/office/drawing/2014/main" id="{951C09E8-C755-4AEB-9C27-AE9621753A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1" name="Rectangle 19">
            <a:extLst>
              <a:ext uri="{FF2B5EF4-FFF2-40B4-BE49-F238E27FC236}">
                <a16:creationId xmlns:a16="http://schemas.microsoft.com/office/drawing/2014/main" id="{32F64432-EE66-40C8-A67A-FA722F75D5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2" name="Rectangle 20">
            <a:extLst>
              <a:ext uri="{FF2B5EF4-FFF2-40B4-BE49-F238E27FC236}">
                <a16:creationId xmlns:a16="http://schemas.microsoft.com/office/drawing/2014/main" id="{29005991-F871-4DFB-9517-DCB334B68B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3" name="Rectangle 21">
            <a:extLst>
              <a:ext uri="{FF2B5EF4-FFF2-40B4-BE49-F238E27FC236}">
                <a16:creationId xmlns:a16="http://schemas.microsoft.com/office/drawing/2014/main" id="{1C601034-B07F-4FCA-B65F-4BA94F1FEF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4" name="Rectangle 22">
            <a:extLst>
              <a:ext uri="{FF2B5EF4-FFF2-40B4-BE49-F238E27FC236}">
                <a16:creationId xmlns:a16="http://schemas.microsoft.com/office/drawing/2014/main" id="{A3C10F51-A92E-4F5D-841E-2495E85BD8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5" name="Rectangle 23">
            <a:extLst>
              <a:ext uri="{FF2B5EF4-FFF2-40B4-BE49-F238E27FC236}">
                <a16:creationId xmlns:a16="http://schemas.microsoft.com/office/drawing/2014/main" id="{8656C742-4C71-41EC-9EED-8A0FF35A8B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6" name="Rectangle 24">
            <a:extLst>
              <a:ext uri="{FF2B5EF4-FFF2-40B4-BE49-F238E27FC236}">
                <a16:creationId xmlns:a16="http://schemas.microsoft.com/office/drawing/2014/main" id="{DD7837C0-45DC-47B0-8EB6-E1AFA3DF28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7" name="Rectangle 25">
            <a:extLst>
              <a:ext uri="{FF2B5EF4-FFF2-40B4-BE49-F238E27FC236}">
                <a16:creationId xmlns:a16="http://schemas.microsoft.com/office/drawing/2014/main" id="{C6C4A808-47AA-4933-B20F-A80BEEFBDE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8" name="Rectangle 26">
            <a:extLst>
              <a:ext uri="{FF2B5EF4-FFF2-40B4-BE49-F238E27FC236}">
                <a16:creationId xmlns:a16="http://schemas.microsoft.com/office/drawing/2014/main" id="{1916F620-2E67-4716-A335-AA9D0F9A9B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59" name="Rectangle 27">
            <a:extLst>
              <a:ext uri="{FF2B5EF4-FFF2-40B4-BE49-F238E27FC236}">
                <a16:creationId xmlns:a16="http://schemas.microsoft.com/office/drawing/2014/main" id="{54529738-34CA-43C1-9448-C6D7594E39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26571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0" name="Rectangle 28">
            <a:extLst>
              <a:ext uri="{FF2B5EF4-FFF2-40B4-BE49-F238E27FC236}">
                <a16:creationId xmlns:a16="http://schemas.microsoft.com/office/drawing/2014/main" id="{AB2B254B-6166-4F70-A263-5F5630C8AF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26571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1" name="Rectangle 29">
            <a:extLst>
              <a:ext uri="{FF2B5EF4-FFF2-40B4-BE49-F238E27FC236}">
                <a16:creationId xmlns:a16="http://schemas.microsoft.com/office/drawing/2014/main" id="{CC179163-7F45-4275-B900-184CA908E7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26571"/>
            <a:ext cx="10999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62" name="Rectangle 30">
            <a:extLst>
              <a:ext uri="{FF2B5EF4-FFF2-40B4-BE49-F238E27FC236}">
                <a16:creationId xmlns:a16="http://schemas.microsoft.com/office/drawing/2014/main" id="{A16179B1-495E-40B6-BA3E-4FE45BD06F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26571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1" name="Rectangle 32">
            <a:extLst>
              <a:ext uri="{FF2B5EF4-FFF2-40B4-BE49-F238E27FC236}">
                <a16:creationId xmlns:a16="http://schemas.microsoft.com/office/drawing/2014/main" id="{E6CEC545-E6D9-4264-BEA6-119B54AE4C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2" name="Rectangle 33">
            <a:extLst>
              <a:ext uri="{FF2B5EF4-FFF2-40B4-BE49-F238E27FC236}">
                <a16:creationId xmlns:a16="http://schemas.microsoft.com/office/drawing/2014/main" id="{60C7E7B9-97E8-4AE1-A9F0-162381B38D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3" name="Rectangle 34">
            <a:extLst>
              <a:ext uri="{FF2B5EF4-FFF2-40B4-BE49-F238E27FC236}">
                <a16:creationId xmlns:a16="http://schemas.microsoft.com/office/drawing/2014/main" id="{BC9E105B-3AD3-4AC9-8C4E-3DABA3F82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4" name="Rectangle 35">
            <a:extLst>
              <a:ext uri="{FF2B5EF4-FFF2-40B4-BE49-F238E27FC236}">
                <a16:creationId xmlns:a16="http://schemas.microsoft.com/office/drawing/2014/main" id="{B10232F8-CE74-495F-B906-B4B2237079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5" name="Rectangle 36">
            <a:extLst>
              <a:ext uri="{FF2B5EF4-FFF2-40B4-BE49-F238E27FC236}">
                <a16:creationId xmlns:a16="http://schemas.microsoft.com/office/drawing/2014/main" id="{377EBFB6-EE61-435B-A0EA-67D67D892F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6" name="Rectangle 37">
            <a:extLst>
              <a:ext uri="{FF2B5EF4-FFF2-40B4-BE49-F238E27FC236}">
                <a16:creationId xmlns:a16="http://schemas.microsoft.com/office/drawing/2014/main" id="{7837C467-758B-463F-B551-93C783E129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7" name="Rectangle 38">
            <a:extLst>
              <a:ext uri="{FF2B5EF4-FFF2-40B4-BE49-F238E27FC236}">
                <a16:creationId xmlns:a16="http://schemas.microsoft.com/office/drawing/2014/main" id="{C77A01F7-C261-4381-86C3-4C89EE66C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8" name="Rectangle 39">
            <a:extLst>
              <a:ext uri="{FF2B5EF4-FFF2-40B4-BE49-F238E27FC236}">
                <a16:creationId xmlns:a16="http://schemas.microsoft.com/office/drawing/2014/main" id="{7477D541-DCD7-4A47-BAD6-421CE795D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9" name="Rectangle 40">
            <a:extLst>
              <a:ext uri="{FF2B5EF4-FFF2-40B4-BE49-F238E27FC236}">
                <a16:creationId xmlns:a16="http://schemas.microsoft.com/office/drawing/2014/main" id="{4E64ADB5-6C15-4DFA-A1D8-CCB52869EB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0" name="Rectangle 41">
            <a:extLst>
              <a:ext uri="{FF2B5EF4-FFF2-40B4-BE49-F238E27FC236}">
                <a16:creationId xmlns:a16="http://schemas.microsoft.com/office/drawing/2014/main" id="{AC57F5E1-8997-4B18-B946-EC6DFA386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1" name="Rectangle 42">
            <a:extLst>
              <a:ext uri="{FF2B5EF4-FFF2-40B4-BE49-F238E27FC236}">
                <a16:creationId xmlns:a16="http://schemas.microsoft.com/office/drawing/2014/main" id="{AC1B45CA-8F96-41DA-A93A-FD14080BEB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2" name="Rectangle 43">
            <a:extLst>
              <a:ext uri="{FF2B5EF4-FFF2-40B4-BE49-F238E27FC236}">
                <a16:creationId xmlns:a16="http://schemas.microsoft.com/office/drawing/2014/main" id="{703118E8-5E3B-4DFA-9921-369E22CA0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3" name="Rectangle 44">
            <a:extLst>
              <a:ext uri="{FF2B5EF4-FFF2-40B4-BE49-F238E27FC236}">
                <a16:creationId xmlns:a16="http://schemas.microsoft.com/office/drawing/2014/main" id="{ED301010-E5DC-4676-A476-7C14D84A53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4" name="Rectangle 45">
            <a:extLst>
              <a:ext uri="{FF2B5EF4-FFF2-40B4-BE49-F238E27FC236}">
                <a16:creationId xmlns:a16="http://schemas.microsoft.com/office/drawing/2014/main" id="{37F85CBA-9F8F-490A-A6C5-555D548FDA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5" name="Rectangle 46">
            <a:extLst>
              <a:ext uri="{FF2B5EF4-FFF2-40B4-BE49-F238E27FC236}">
                <a16:creationId xmlns:a16="http://schemas.microsoft.com/office/drawing/2014/main" id="{4CDDB648-0406-4415-9B3A-F56F9D7B2E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6" name="Rectangle 47">
            <a:extLst>
              <a:ext uri="{FF2B5EF4-FFF2-40B4-BE49-F238E27FC236}">
                <a16:creationId xmlns:a16="http://schemas.microsoft.com/office/drawing/2014/main" id="{9656844F-AFE3-4957-A69F-F4A848FEF6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7" name="Rectangle 48">
            <a:extLst>
              <a:ext uri="{FF2B5EF4-FFF2-40B4-BE49-F238E27FC236}">
                <a16:creationId xmlns:a16="http://schemas.microsoft.com/office/drawing/2014/main" id="{5A3A99BA-4854-4231-B6BB-888D83A010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8" name="Rectangle 49">
            <a:extLst>
              <a:ext uri="{FF2B5EF4-FFF2-40B4-BE49-F238E27FC236}">
                <a16:creationId xmlns:a16="http://schemas.microsoft.com/office/drawing/2014/main" id="{22B51AD2-0C6E-467F-A47F-34DAB5BB7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29" name="Rectangle 50">
            <a:extLst>
              <a:ext uri="{FF2B5EF4-FFF2-40B4-BE49-F238E27FC236}">
                <a16:creationId xmlns:a16="http://schemas.microsoft.com/office/drawing/2014/main" id="{EDE14BA8-EBD0-4206-8FB2-6B9E4AB28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0" name="Rectangle 51">
            <a:extLst>
              <a:ext uri="{FF2B5EF4-FFF2-40B4-BE49-F238E27FC236}">
                <a16:creationId xmlns:a16="http://schemas.microsoft.com/office/drawing/2014/main" id="{F2846FEF-2688-4964-A02B-231009108D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1" name="Rectangle 52">
            <a:extLst>
              <a:ext uri="{FF2B5EF4-FFF2-40B4-BE49-F238E27FC236}">
                <a16:creationId xmlns:a16="http://schemas.microsoft.com/office/drawing/2014/main" id="{93E03F91-49D8-43EE-B637-0558AECB0E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2" name="Rectangle 53">
            <a:extLst>
              <a:ext uri="{FF2B5EF4-FFF2-40B4-BE49-F238E27FC236}">
                <a16:creationId xmlns:a16="http://schemas.microsoft.com/office/drawing/2014/main" id="{25EB1B6D-371C-4129-8792-C87711A4D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833283"/>
            <a:ext cx="10882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3" name="Rectangle 54">
            <a:extLst>
              <a:ext uri="{FF2B5EF4-FFF2-40B4-BE49-F238E27FC236}">
                <a16:creationId xmlns:a16="http://schemas.microsoft.com/office/drawing/2014/main" id="{F0762AD7-4B47-41B5-90EC-26D5248FC1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4" name="Rectangle 55">
            <a:extLst>
              <a:ext uri="{FF2B5EF4-FFF2-40B4-BE49-F238E27FC236}">
                <a16:creationId xmlns:a16="http://schemas.microsoft.com/office/drawing/2014/main" id="{77F5372A-DF0C-4EB4-8383-88ACAFBC3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833283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5" name="Rectangle 56">
            <a:extLst>
              <a:ext uri="{FF2B5EF4-FFF2-40B4-BE49-F238E27FC236}">
                <a16:creationId xmlns:a16="http://schemas.microsoft.com/office/drawing/2014/main" id="{E1647C36-4FD2-4648-B99F-D1A25055E7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833283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36" name="Rectangle 57">
            <a:extLst>
              <a:ext uri="{FF2B5EF4-FFF2-40B4-BE49-F238E27FC236}">
                <a16:creationId xmlns:a16="http://schemas.microsoft.com/office/drawing/2014/main" id="{ACEC7B34-ADAF-47D3-BF11-ED91BA7A1A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833283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5" name="Rectangle 59">
            <a:extLst>
              <a:ext uri="{FF2B5EF4-FFF2-40B4-BE49-F238E27FC236}">
                <a16:creationId xmlns:a16="http://schemas.microsoft.com/office/drawing/2014/main" id="{D5764D4B-1D40-4C27-A916-0AC8D92994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6" name="Rectangle 60">
            <a:extLst>
              <a:ext uri="{FF2B5EF4-FFF2-40B4-BE49-F238E27FC236}">
                <a16:creationId xmlns:a16="http://schemas.microsoft.com/office/drawing/2014/main" id="{8D6FB00B-87D1-4116-9000-867A2BDD99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7" name="Rectangle 61">
            <a:extLst>
              <a:ext uri="{FF2B5EF4-FFF2-40B4-BE49-F238E27FC236}">
                <a16:creationId xmlns:a16="http://schemas.microsoft.com/office/drawing/2014/main" id="{13141309-AB43-4A97-A80F-35655D9BF2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8" name="Rectangle 62">
            <a:extLst>
              <a:ext uri="{FF2B5EF4-FFF2-40B4-BE49-F238E27FC236}">
                <a16:creationId xmlns:a16="http://schemas.microsoft.com/office/drawing/2014/main" id="{C9A0F710-6D9F-43AD-AC28-FF4E521655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9" name="Rectangle 63">
            <a:extLst>
              <a:ext uri="{FF2B5EF4-FFF2-40B4-BE49-F238E27FC236}">
                <a16:creationId xmlns:a16="http://schemas.microsoft.com/office/drawing/2014/main" id="{22D043F3-2F25-42E6-A0CC-C1417E89D1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0" name="Rectangle 64">
            <a:extLst>
              <a:ext uri="{FF2B5EF4-FFF2-40B4-BE49-F238E27FC236}">
                <a16:creationId xmlns:a16="http://schemas.microsoft.com/office/drawing/2014/main" id="{128AE702-54D4-4937-85C0-321F9B6D17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1" name="Rectangle 65">
            <a:extLst>
              <a:ext uri="{FF2B5EF4-FFF2-40B4-BE49-F238E27FC236}">
                <a16:creationId xmlns:a16="http://schemas.microsoft.com/office/drawing/2014/main" id="{495CD95D-8E09-4DE3-AD35-D07AE4DACF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2" name="Rectangle 66">
            <a:extLst>
              <a:ext uri="{FF2B5EF4-FFF2-40B4-BE49-F238E27FC236}">
                <a16:creationId xmlns:a16="http://schemas.microsoft.com/office/drawing/2014/main" id="{F9E349F8-478A-454D-B3EF-507AC59758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3" name="Rectangle 67">
            <a:extLst>
              <a:ext uri="{FF2B5EF4-FFF2-40B4-BE49-F238E27FC236}">
                <a16:creationId xmlns:a16="http://schemas.microsoft.com/office/drawing/2014/main" id="{038DA8FC-06DE-457C-A8EE-5A7FEC447F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4" name="Rectangle 68">
            <a:extLst>
              <a:ext uri="{FF2B5EF4-FFF2-40B4-BE49-F238E27FC236}">
                <a16:creationId xmlns:a16="http://schemas.microsoft.com/office/drawing/2014/main" id="{37F3C727-E73B-4515-BA7B-40F0811025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5" name="Rectangle 69">
            <a:extLst>
              <a:ext uri="{FF2B5EF4-FFF2-40B4-BE49-F238E27FC236}">
                <a16:creationId xmlns:a16="http://schemas.microsoft.com/office/drawing/2014/main" id="{7ACA813C-C067-4264-85A3-D6CC63AFF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6" name="Rectangle 70">
            <a:extLst>
              <a:ext uri="{FF2B5EF4-FFF2-40B4-BE49-F238E27FC236}">
                <a16:creationId xmlns:a16="http://schemas.microsoft.com/office/drawing/2014/main" id="{7F1EFEF0-7477-4565-8B37-7950FACA67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7" name="Rectangle 71">
            <a:extLst>
              <a:ext uri="{FF2B5EF4-FFF2-40B4-BE49-F238E27FC236}">
                <a16:creationId xmlns:a16="http://schemas.microsoft.com/office/drawing/2014/main" id="{F425C54F-BDFC-4555-881A-B6F267624F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8" name="Rectangle 72">
            <a:extLst>
              <a:ext uri="{FF2B5EF4-FFF2-40B4-BE49-F238E27FC236}">
                <a16:creationId xmlns:a16="http://schemas.microsoft.com/office/drawing/2014/main" id="{213AFED9-7175-4A0D-92DC-B39BAE0FD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99" name="Rectangle 73">
            <a:extLst>
              <a:ext uri="{FF2B5EF4-FFF2-40B4-BE49-F238E27FC236}">
                <a16:creationId xmlns:a16="http://schemas.microsoft.com/office/drawing/2014/main" id="{9E4FCFC2-A1ED-453A-B612-E5E0B39C2A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0" name="Rectangle 74">
            <a:extLst>
              <a:ext uri="{FF2B5EF4-FFF2-40B4-BE49-F238E27FC236}">
                <a16:creationId xmlns:a16="http://schemas.microsoft.com/office/drawing/2014/main" id="{1C9D742B-9152-4EF7-A612-B519BF62C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1" name="Rectangle 75">
            <a:extLst>
              <a:ext uri="{FF2B5EF4-FFF2-40B4-BE49-F238E27FC236}">
                <a16:creationId xmlns:a16="http://schemas.microsoft.com/office/drawing/2014/main" id="{2149792F-282E-44D6-84AE-7D31FA24B2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2" name="Rectangle 76">
            <a:extLst>
              <a:ext uri="{FF2B5EF4-FFF2-40B4-BE49-F238E27FC236}">
                <a16:creationId xmlns:a16="http://schemas.microsoft.com/office/drawing/2014/main" id="{BEAFEECA-B893-49C1-9039-812C4AF541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3" name="Rectangle 77">
            <a:extLst>
              <a:ext uri="{FF2B5EF4-FFF2-40B4-BE49-F238E27FC236}">
                <a16:creationId xmlns:a16="http://schemas.microsoft.com/office/drawing/2014/main" id="{122E4F71-6D60-47F1-8100-1C8190AADA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4" name="Rectangle 78">
            <a:extLst>
              <a:ext uri="{FF2B5EF4-FFF2-40B4-BE49-F238E27FC236}">
                <a16:creationId xmlns:a16="http://schemas.microsoft.com/office/drawing/2014/main" id="{E9A54785-45A1-4BC8-A85E-CA3EB19FF3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5" name="Rectangle 79">
            <a:extLst>
              <a:ext uri="{FF2B5EF4-FFF2-40B4-BE49-F238E27FC236}">
                <a16:creationId xmlns:a16="http://schemas.microsoft.com/office/drawing/2014/main" id="{D765DC5F-87A3-4E46-88C5-F2101A2941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6" name="Rectangle 80">
            <a:extLst>
              <a:ext uri="{FF2B5EF4-FFF2-40B4-BE49-F238E27FC236}">
                <a16:creationId xmlns:a16="http://schemas.microsoft.com/office/drawing/2014/main" id="{644B6B17-5BBC-4A03-8899-52E7DF7FE6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7" name="Rectangle 81">
            <a:extLst>
              <a:ext uri="{FF2B5EF4-FFF2-40B4-BE49-F238E27FC236}">
                <a16:creationId xmlns:a16="http://schemas.microsoft.com/office/drawing/2014/main" id="{987BE756-32EA-455B-8130-C8E83B1B3B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33882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8" name="Rectangle 82">
            <a:extLst>
              <a:ext uri="{FF2B5EF4-FFF2-40B4-BE49-F238E27FC236}">
                <a16:creationId xmlns:a16="http://schemas.microsoft.com/office/drawing/2014/main" id="{5C7821F2-B5EF-4833-B9B9-5AE62E0117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33882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09" name="Rectangle 83">
            <a:extLst>
              <a:ext uri="{FF2B5EF4-FFF2-40B4-BE49-F238E27FC236}">
                <a16:creationId xmlns:a16="http://schemas.microsoft.com/office/drawing/2014/main" id="{EDF1C499-3F66-4B42-92C0-855DDB14CD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338827"/>
            <a:ext cx="10999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10" name="Rectangle 84">
            <a:extLst>
              <a:ext uri="{FF2B5EF4-FFF2-40B4-BE49-F238E27FC236}">
                <a16:creationId xmlns:a16="http://schemas.microsoft.com/office/drawing/2014/main" id="{3A95874A-F523-4169-A3FB-782B25C88E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33882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9" name="Rectangle 5">
            <a:extLst>
              <a:ext uri="{FF2B5EF4-FFF2-40B4-BE49-F238E27FC236}">
                <a16:creationId xmlns:a16="http://schemas.microsoft.com/office/drawing/2014/main" id="{6291B61F-460B-41F6-82CC-088066FD8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0" name="Rectangle 6">
            <a:extLst>
              <a:ext uri="{FF2B5EF4-FFF2-40B4-BE49-F238E27FC236}">
                <a16:creationId xmlns:a16="http://schemas.microsoft.com/office/drawing/2014/main" id="{C588270F-A3F7-4DD2-8B81-C30BA641256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1" name="Rectangle 7">
            <a:extLst>
              <a:ext uri="{FF2B5EF4-FFF2-40B4-BE49-F238E27FC236}">
                <a16:creationId xmlns:a16="http://schemas.microsoft.com/office/drawing/2014/main" id="{050F8909-1A69-4BF3-BC80-ECD1B486FA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2" name="Rectangle 8">
            <a:extLst>
              <a:ext uri="{FF2B5EF4-FFF2-40B4-BE49-F238E27FC236}">
                <a16:creationId xmlns:a16="http://schemas.microsoft.com/office/drawing/2014/main" id="{995EC835-8CAE-48D8-ADF0-22B6D986B1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3" name="Rectangle 9">
            <a:extLst>
              <a:ext uri="{FF2B5EF4-FFF2-40B4-BE49-F238E27FC236}">
                <a16:creationId xmlns:a16="http://schemas.microsoft.com/office/drawing/2014/main" id="{5076577D-01F8-484C-8AEB-1091039A66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4" name="Rectangle 10">
            <a:extLst>
              <a:ext uri="{FF2B5EF4-FFF2-40B4-BE49-F238E27FC236}">
                <a16:creationId xmlns:a16="http://schemas.microsoft.com/office/drawing/2014/main" id="{5FAA1557-63ED-4C2E-89BE-E827B69C47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5" name="Rectangle 11">
            <a:extLst>
              <a:ext uri="{FF2B5EF4-FFF2-40B4-BE49-F238E27FC236}">
                <a16:creationId xmlns:a16="http://schemas.microsoft.com/office/drawing/2014/main" id="{63D8B1EF-AF76-4A72-B4E3-FC4D1B4E7A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6" name="Rectangle 12">
            <a:extLst>
              <a:ext uri="{FF2B5EF4-FFF2-40B4-BE49-F238E27FC236}">
                <a16:creationId xmlns:a16="http://schemas.microsoft.com/office/drawing/2014/main" id="{4DF3DA51-2B69-42BD-A6DE-6F85AA1161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7" name="Rectangle 13">
            <a:extLst>
              <a:ext uri="{FF2B5EF4-FFF2-40B4-BE49-F238E27FC236}">
                <a16:creationId xmlns:a16="http://schemas.microsoft.com/office/drawing/2014/main" id="{464ECA3E-44D7-43DE-A35E-EADB2D8D7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8" name="Rectangle 14">
            <a:extLst>
              <a:ext uri="{FF2B5EF4-FFF2-40B4-BE49-F238E27FC236}">
                <a16:creationId xmlns:a16="http://schemas.microsoft.com/office/drawing/2014/main" id="{36E4F914-DFE7-4297-8E42-A27710155F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69" name="Rectangle 15">
            <a:extLst>
              <a:ext uri="{FF2B5EF4-FFF2-40B4-BE49-F238E27FC236}">
                <a16:creationId xmlns:a16="http://schemas.microsoft.com/office/drawing/2014/main" id="{164AA26B-0915-4E61-AFF2-BDA8ED551B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0" name="Rectangle 16">
            <a:extLst>
              <a:ext uri="{FF2B5EF4-FFF2-40B4-BE49-F238E27FC236}">
                <a16:creationId xmlns:a16="http://schemas.microsoft.com/office/drawing/2014/main" id="{D5AB2E4B-626F-4072-87E5-595D35EFAD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1" name="Rectangle 17">
            <a:extLst>
              <a:ext uri="{FF2B5EF4-FFF2-40B4-BE49-F238E27FC236}">
                <a16:creationId xmlns:a16="http://schemas.microsoft.com/office/drawing/2014/main" id="{65DAB362-330B-46D1-BCA8-58DF84B02A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2" name="Rectangle 18">
            <a:extLst>
              <a:ext uri="{FF2B5EF4-FFF2-40B4-BE49-F238E27FC236}">
                <a16:creationId xmlns:a16="http://schemas.microsoft.com/office/drawing/2014/main" id="{354D240F-C2AD-45B8-AC36-32AD2EAD65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3" name="Rectangle 19">
            <a:extLst>
              <a:ext uri="{FF2B5EF4-FFF2-40B4-BE49-F238E27FC236}">
                <a16:creationId xmlns:a16="http://schemas.microsoft.com/office/drawing/2014/main" id="{90E2C084-FE42-498D-9DD1-54C9F1833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4" name="Rectangle 20">
            <a:extLst>
              <a:ext uri="{FF2B5EF4-FFF2-40B4-BE49-F238E27FC236}">
                <a16:creationId xmlns:a16="http://schemas.microsoft.com/office/drawing/2014/main" id="{C350DA86-5C2C-4CB7-B1CC-4409FC6899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5" name="Rectangle 21">
            <a:extLst>
              <a:ext uri="{FF2B5EF4-FFF2-40B4-BE49-F238E27FC236}">
                <a16:creationId xmlns:a16="http://schemas.microsoft.com/office/drawing/2014/main" id="{3476D016-BE0E-40FB-AE03-36C7206310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6" name="Rectangle 22">
            <a:extLst>
              <a:ext uri="{FF2B5EF4-FFF2-40B4-BE49-F238E27FC236}">
                <a16:creationId xmlns:a16="http://schemas.microsoft.com/office/drawing/2014/main" id="{4207A264-69D9-418A-8329-92D261B9B6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7" name="Rectangle 23">
            <a:extLst>
              <a:ext uri="{FF2B5EF4-FFF2-40B4-BE49-F238E27FC236}">
                <a16:creationId xmlns:a16="http://schemas.microsoft.com/office/drawing/2014/main" id="{A6B0A29B-A2CB-436D-9F5A-97AC9E9B35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8" name="Rectangle 24">
            <a:extLst>
              <a:ext uri="{FF2B5EF4-FFF2-40B4-BE49-F238E27FC236}">
                <a16:creationId xmlns:a16="http://schemas.microsoft.com/office/drawing/2014/main" id="{E9855E46-BFAF-42D9-AC3D-C449C9315D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79" name="Rectangle 25">
            <a:extLst>
              <a:ext uri="{FF2B5EF4-FFF2-40B4-BE49-F238E27FC236}">
                <a16:creationId xmlns:a16="http://schemas.microsoft.com/office/drawing/2014/main" id="{8A0832E2-B419-44F2-AA90-20EF152828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0" name="Rectangle 26">
            <a:extLst>
              <a:ext uri="{FF2B5EF4-FFF2-40B4-BE49-F238E27FC236}">
                <a16:creationId xmlns:a16="http://schemas.microsoft.com/office/drawing/2014/main" id="{19E36BF2-3D4E-4C2B-8D4A-DCF9E92FAE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1845539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1" name="Rectangle 27">
            <a:extLst>
              <a:ext uri="{FF2B5EF4-FFF2-40B4-BE49-F238E27FC236}">
                <a16:creationId xmlns:a16="http://schemas.microsoft.com/office/drawing/2014/main" id="{038C7A5F-FE20-45D2-9A21-6F27B6DEE7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2" name="Rectangle 28">
            <a:extLst>
              <a:ext uri="{FF2B5EF4-FFF2-40B4-BE49-F238E27FC236}">
                <a16:creationId xmlns:a16="http://schemas.microsoft.com/office/drawing/2014/main" id="{E6296672-5055-43EF-8C50-F99741CCAD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1845539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3" name="Rectangle 29">
            <a:extLst>
              <a:ext uri="{FF2B5EF4-FFF2-40B4-BE49-F238E27FC236}">
                <a16:creationId xmlns:a16="http://schemas.microsoft.com/office/drawing/2014/main" id="{9F789C90-FBCD-48B5-800E-4829555286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1845539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84" name="Rectangle 30">
            <a:extLst>
              <a:ext uri="{FF2B5EF4-FFF2-40B4-BE49-F238E27FC236}">
                <a16:creationId xmlns:a16="http://schemas.microsoft.com/office/drawing/2014/main" id="{DDF49BA7-3A02-4020-A1E4-11270C6862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1845539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3" name="Rectangle 32">
            <a:extLst>
              <a:ext uri="{FF2B5EF4-FFF2-40B4-BE49-F238E27FC236}">
                <a16:creationId xmlns:a16="http://schemas.microsoft.com/office/drawing/2014/main" id="{B4B13D94-DCE1-468B-AF50-848FB46E49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4" name="Rectangle 33">
            <a:extLst>
              <a:ext uri="{FF2B5EF4-FFF2-40B4-BE49-F238E27FC236}">
                <a16:creationId xmlns:a16="http://schemas.microsoft.com/office/drawing/2014/main" id="{D42897BB-EFBB-4C3E-B7D8-39558C9973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5" name="Rectangle 34">
            <a:extLst>
              <a:ext uri="{FF2B5EF4-FFF2-40B4-BE49-F238E27FC236}">
                <a16:creationId xmlns:a16="http://schemas.microsoft.com/office/drawing/2014/main" id="{4FAE9ED1-B75E-4074-8A29-538EBAC751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6" name="Rectangle 35">
            <a:extLst>
              <a:ext uri="{FF2B5EF4-FFF2-40B4-BE49-F238E27FC236}">
                <a16:creationId xmlns:a16="http://schemas.microsoft.com/office/drawing/2014/main" id="{04AF33C2-82DD-4449-B5ED-C6E11A9176B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7" name="Rectangle 36">
            <a:extLst>
              <a:ext uri="{FF2B5EF4-FFF2-40B4-BE49-F238E27FC236}">
                <a16:creationId xmlns:a16="http://schemas.microsoft.com/office/drawing/2014/main" id="{A402AA2F-3566-4F90-A3D7-2F6ACC0596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8" name="Rectangle 37">
            <a:extLst>
              <a:ext uri="{FF2B5EF4-FFF2-40B4-BE49-F238E27FC236}">
                <a16:creationId xmlns:a16="http://schemas.microsoft.com/office/drawing/2014/main" id="{12257C74-8FE2-4A5A-AE7D-4253FD48B2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9" name="Rectangle 38">
            <a:extLst>
              <a:ext uri="{FF2B5EF4-FFF2-40B4-BE49-F238E27FC236}">
                <a16:creationId xmlns:a16="http://schemas.microsoft.com/office/drawing/2014/main" id="{EDCCE78B-73E1-4347-A0AB-893F31DE0D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0" name="Rectangle 39">
            <a:extLst>
              <a:ext uri="{FF2B5EF4-FFF2-40B4-BE49-F238E27FC236}">
                <a16:creationId xmlns:a16="http://schemas.microsoft.com/office/drawing/2014/main" id="{71A20C81-1914-4715-86F6-FC2A3887F2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1" name="Rectangle 40">
            <a:extLst>
              <a:ext uri="{FF2B5EF4-FFF2-40B4-BE49-F238E27FC236}">
                <a16:creationId xmlns:a16="http://schemas.microsoft.com/office/drawing/2014/main" id="{30EB0F8B-2241-4BB6-B10C-10150726F1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2" name="Rectangle 41">
            <a:extLst>
              <a:ext uri="{FF2B5EF4-FFF2-40B4-BE49-F238E27FC236}">
                <a16:creationId xmlns:a16="http://schemas.microsoft.com/office/drawing/2014/main" id="{93DC7C70-8C17-43A4-9F9B-0C24A1A88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3" name="Rectangle 42">
            <a:extLst>
              <a:ext uri="{FF2B5EF4-FFF2-40B4-BE49-F238E27FC236}">
                <a16:creationId xmlns:a16="http://schemas.microsoft.com/office/drawing/2014/main" id="{700DA9A2-C7ED-46FB-B7ED-912E60E910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4" name="Rectangle 43">
            <a:extLst>
              <a:ext uri="{FF2B5EF4-FFF2-40B4-BE49-F238E27FC236}">
                <a16:creationId xmlns:a16="http://schemas.microsoft.com/office/drawing/2014/main" id="{23993B3F-B1E2-4626-915E-30EA0C2711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5" name="Rectangle 44">
            <a:extLst>
              <a:ext uri="{FF2B5EF4-FFF2-40B4-BE49-F238E27FC236}">
                <a16:creationId xmlns:a16="http://schemas.microsoft.com/office/drawing/2014/main" id="{70A847F2-326C-4A11-90C5-5A5E3BC006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6" name="Rectangle 45">
            <a:extLst>
              <a:ext uri="{FF2B5EF4-FFF2-40B4-BE49-F238E27FC236}">
                <a16:creationId xmlns:a16="http://schemas.microsoft.com/office/drawing/2014/main" id="{D050CF34-CB80-475B-86F9-30114A7E61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7" name="Rectangle 46">
            <a:extLst>
              <a:ext uri="{FF2B5EF4-FFF2-40B4-BE49-F238E27FC236}">
                <a16:creationId xmlns:a16="http://schemas.microsoft.com/office/drawing/2014/main" id="{72F7682D-8B8B-4827-9F84-5A883F2575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8" name="Rectangle 47">
            <a:extLst>
              <a:ext uri="{FF2B5EF4-FFF2-40B4-BE49-F238E27FC236}">
                <a16:creationId xmlns:a16="http://schemas.microsoft.com/office/drawing/2014/main" id="{096B96DB-AD07-4F59-8D81-878896D609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49" name="Rectangle 48">
            <a:extLst>
              <a:ext uri="{FF2B5EF4-FFF2-40B4-BE49-F238E27FC236}">
                <a16:creationId xmlns:a16="http://schemas.microsoft.com/office/drawing/2014/main" id="{8B2388B0-7437-4F3C-B5AF-A99838656D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0" name="Rectangle 49">
            <a:extLst>
              <a:ext uri="{FF2B5EF4-FFF2-40B4-BE49-F238E27FC236}">
                <a16:creationId xmlns:a16="http://schemas.microsoft.com/office/drawing/2014/main" id="{FBE62A09-5F6A-4BC0-9413-4B7222385A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1" name="Rectangle 50">
            <a:extLst>
              <a:ext uri="{FF2B5EF4-FFF2-40B4-BE49-F238E27FC236}">
                <a16:creationId xmlns:a16="http://schemas.microsoft.com/office/drawing/2014/main" id="{FD4120A0-F176-4CF5-BD30-0A467CCD63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2" name="Rectangle 51">
            <a:extLst>
              <a:ext uri="{FF2B5EF4-FFF2-40B4-BE49-F238E27FC236}">
                <a16:creationId xmlns:a16="http://schemas.microsoft.com/office/drawing/2014/main" id="{8075DBF6-9812-49E0-8973-F29DF46219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3" name="Rectangle 52">
            <a:extLst>
              <a:ext uri="{FF2B5EF4-FFF2-40B4-BE49-F238E27FC236}">
                <a16:creationId xmlns:a16="http://schemas.microsoft.com/office/drawing/2014/main" id="{55CA37AD-A3E1-4489-9138-C3852B352A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4" name="Rectangle 53">
            <a:extLst>
              <a:ext uri="{FF2B5EF4-FFF2-40B4-BE49-F238E27FC236}">
                <a16:creationId xmlns:a16="http://schemas.microsoft.com/office/drawing/2014/main" id="{C88268CA-A454-432A-BBC6-F3C2F2736E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5" name="Rectangle 54">
            <a:extLst>
              <a:ext uri="{FF2B5EF4-FFF2-40B4-BE49-F238E27FC236}">
                <a16:creationId xmlns:a16="http://schemas.microsoft.com/office/drawing/2014/main" id="{3EA71045-4C26-49CD-944A-9D37A7B686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352251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6" name="Rectangle 55">
            <a:extLst>
              <a:ext uri="{FF2B5EF4-FFF2-40B4-BE49-F238E27FC236}">
                <a16:creationId xmlns:a16="http://schemas.microsoft.com/office/drawing/2014/main" id="{4CA66C44-3E69-4CC0-BE3E-5099678F39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352251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7" name="Rectangle 56">
            <a:extLst>
              <a:ext uri="{FF2B5EF4-FFF2-40B4-BE49-F238E27FC236}">
                <a16:creationId xmlns:a16="http://schemas.microsoft.com/office/drawing/2014/main" id="{DBCD939E-7346-4FE8-9A9E-3196A16340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352251"/>
            <a:ext cx="109992" cy="108822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58" name="Rectangle 57">
            <a:extLst>
              <a:ext uri="{FF2B5EF4-FFF2-40B4-BE49-F238E27FC236}">
                <a16:creationId xmlns:a16="http://schemas.microsoft.com/office/drawing/2014/main" id="{2048A8D9-1609-4979-9E04-CE3C74005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352251"/>
            <a:ext cx="108822" cy="108822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7" name="Rectangle 59">
            <a:extLst>
              <a:ext uri="{FF2B5EF4-FFF2-40B4-BE49-F238E27FC236}">
                <a16:creationId xmlns:a16="http://schemas.microsoft.com/office/drawing/2014/main" id="{1CDD4CCD-B616-436B-A3FD-F9E6416D6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8" name="Rectangle 60">
            <a:extLst>
              <a:ext uri="{FF2B5EF4-FFF2-40B4-BE49-F238E27FC236}">
                <a16:creationId xmlns:a16="http://schemas.microsoft.com/office/drawing/2014/main" id="{C714A79D-593F-4D51-9527-0F7D446701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9" name="Rectangle 61">
            <a:extLst>
              <a:ext uri="{FF2B5EF4-FFF2-40B4-BE49-F238E27FC236}">
                <a16:creationId xmlns:a16="http://schemas.microsoft.com/office/drawing/2014/main" id="{E7C7988F-856E-46FD-8950-CCDDDA38C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6380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0" name="Rectangle 62">
            <a:extLst>
              <a:ext uri="{FF2B5EF4-FFF2-40B4-BE49-F238E27FC236}">
                <a16:creationId xmlns:a16="http://schemas.microsoft.com/office/drawing/2014/main" id="{6A604DC1-6DD7-4A5F-939D-B7E3D6B44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1923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1" name="Rectangle 63">
            <a:extLst>
              <a:ext uri="{FF2B5EF4-FFF2-40B4-BE49-F238E27FC236}">
                <a16:creationId xmlns:a16="http://schemas.microsoft.com/office/drawing/2014/main" id="{5E841B6F-400E-43A2-BA9E-713E1210E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7350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2" name="Rectangle 64">
            <a:extLst>
              <a:ext uri="{FF2B5EF4-FFF2-40B4-BE49-F238E27FC236}">
                <a16:creationId xmlns:a16="http://schemas.microsoft.com/office/drawing/2014/main" id="{EB3556E4-BBFF-4497-86CB-E08210D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893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3" name="Rectangle 65">
            <a:extLst>
              <a:ext uri="{FF2B5EF4-FFF2-40B4-BE49-F238E27FC236}">
                <a16:creationId xmlns:a16="http://schemas.microsoft.com/office/drawing/2014/main" id="{4ED49176-4A95-47F2-9609-F517D91CE5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3197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4" name="Rectangle 66">
            <a:extLst>
              <a:ext uri="{FF2B5EF4-FFF2-40B4-BE49-F238E27FC236}">
                <a16:creationId xmlns:a16="http://schemas.microsoft.com/office/drawing/2014/main" id="{C285A21A-D02C-4E2C-9129-0E4FD14398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38630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5" name="Rectangle 67">
            <a:extLst>
              <a:ext uri="{FF2B5EF4-FFF2-40B4-BE49-F238E27FC236}">
                <a16:creationId xmlns:a16="http://schemas.microsoft.com/office/drawing/2014/main" id="{0FAC70C0-5E77-440D-AA2C-C5F3A3CEC6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9289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6" name="Rectangle 68">
            <a:extLst>
              <a:ext uri="{FF2B5EF4-FFF2-40B4-BE49-F238E27FC236}">
                <a16:creationId xmlns:a16="http://schemas.microsoft.com/office/drawing/2014/main" id="{5463B017-838F-413D-8764-821503622A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8326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7" name="Rectangle 69">
            <a:extLst>
              <a:ext uri="{FF2B5EF4-FFF2-40B4-BE49-F238E27FC236}">
                <a16:creationId xmlns:a16="http://schemas.microsoft.com/office/drawing/2014/main" id="{D1A17899-795E-470F-B52B-0EE1A5143D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02589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8" name="Rectangle 70">
            <a:extLst>
              <a:ext uri="{FF2B5EF4-FFF2-40B4-BE49-F238E27FC236}">
                <a16:creationId xmlns:a16="http://schemas.microsoft.com/office/drawing/2014/main" id="{BFA98CD7-C296-4FF8-AEA4-137B730DF3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802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19" name="Rectangle 71">
            <a:extLst>
              <a:ext uri="{FF2B5EF4-FFF2-40B4-BE49-F238E27FC236}">
                <a16:creationId xmlns:a16="http://schemas.microsoft.com/office/drawing/2014/main" id="{9F11BA7F-A440-4A5A-9145-C2CBF5DAF0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2285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0" name="Rectangle 72">
            <a:extLst>
              <a:ext uri="{FF2B5EF4-FFF2-40B4-BE49-F238E27FC236}">
                <a16:creationId xmlns:a16="http://schemas.microsoft.com/office/drawing/2014/main" id="{D21FFF55-7EAD-40FA-9864-F5B8971D14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67717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1" name="Rectangle 73">
            <a:extLst>
              <a:ext uri="{FF2B5EF4-FFF2-40B4-BE49-F238E27FC236}">
                <a16:creationId xmlns:a16="http://schemas.microsoft.com/office/drawing/2014/main" id="{30F55C85-4BDF-4A1A-A90A-C676A91173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2198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2" name="Rectangle 74">
            <a:extLst>
              <a:ext uri="{FF2B5EF4-FFF2-40B4-BE49-F238E27FC236}">
                <a16:creationId xmlns:a16="http://schemas.microsoft.com/office/drawing/2014/main" id="{CD376222-CE2E-460E-A86D-CEEFFC77F8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3" name="Rectangle 75">
            <a:extLst>
              <a:ext uri="{FF2B5EF4-FFF2-40B4-BE49-F238E27FC236}">
                <a16:creationId xmlns:a16="http://schemas.microsoft.com/office/drawing/2014/main" id="{D9F6E244-E70D-4E98-BE65-616D29AD4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4" name="Rectangle 76">
            <a:extLst>
              <a:ext uri="{FF2B5EF4-FFF2-40B4-BE49-F238E27FC236}">
                <a16:creationId xmlns:a16="http://schemas.microsoft.com/office/drawing/2014/main" id="{E3B75F8F-57C0-4AD6-92A4-826B4281F4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5" name="Rectangle 77">
            <a:extLst>
              <a:ext uri="{FF2B5EF4-FFF2-40B4-BE49-F238E27FC236}">
                <a16:creationId xmlns:a16="http://schemas.microsoft.com/office/drawing/2014/main" id="{A535E84C-3ECC-4B95-9FA9-A4AD23F2F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6" name="Rectangle 78">
            <a:extLst>
              <a:ext uri="{FF2B5EF4-FFF2-40B4-BE49-F238E27FC236}">
                <a16:creationId xmlns:a16="http://schemas.microsoft.com/office/drawing/2014/main" id="{B36D8AB3-727A-44D7-B945-11021E7E56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7" name="Rectangle 79">
            <a:extLst>
              <a:ext uri="{FF2B5EF4-FFF2-40B4-BE49-F238E27FC236}">
                <a16:creationId xmlns:a16="http://schemas.microsoft.com/office/drawing/2014/main" id="{D97F58A0-5D6C-414B-81E1-932E36D87F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8" name="Rectangle 80">
            <a:extLst>
              <a:ext uri="{FF2B5EF4-FFF2-40B4-BE49-F238E27FC236}">
                <a16:creationId xmlns:a16="http://schemas.microsoft.com/office/drawing/2014/main" id="{34645A3A-2DF2-467B-ADEC-66C2680074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29" name="Rectangle 81">
            <a:extLst>
              <a:ext uri="{FF2B5EF4-FFF2-40B4-BE49-F238E27FC236}">
                <a16:creationId xmlns:a16="http://schemas.microsoft.com/office/drawing/2014/main" id="{2991A0D8-2D5D-4B08-9704-9BFB93B162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0" name="Rectangle 82">
            <a:extLst>
              <a:ext uri="{FF2B5EF4-FFF2-40B4-BE49-F238E27FC236}">
                <a16:creationId xmlns:a16="http://schemas.microsoft.com/office/drawing/2014/main" id="{7128A5D3-8A8E-4A5B-ACA1-5A01DEAE2F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2857795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1" name="Rectangle 83">
            <a:extLst>
              <a:ext uri="{FF2B5EF4-FFF2-40B4-BE49-F238E27FC236}">
                <a16:creationId xmlns:a16="http://schemas.microsoft.com/office/drawing/2014/main" id="{D017036E-3A97-4D6A-AA9F-AA9B8E3E0E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285779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32" name="Rectangle 84">
            <a:extLst>
              <a:ext uri="{FF2B5EF4-FFF2-40B4-BE49-F238E27FC236}">
                <a16:creationId xmlns:a16="http://schemas.microsoft.com/office/drawing/2014/main" id="{5BCCE486-20E6-47E4-96AF-5AFB021736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285779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1" name="Rectangle 5">
            <a:extLst>
              <a:ext uri="{FF2B5EF4-FFF2-40B4-BE49-F238E27FC236}">
                <a16:creationId xmlns:a16="http://schemas.microsoft.com/office/drawing/2014/main" id="{AC28E286-CB3B-41B8-9829-2A09FD0F1C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2" name="Rectangle 6">
            <a:extLst>
              <a:ext uri="{FF2B5EF4-FFF2-40B4-BE49-F238E27FC236}">
                <a16:creationId xmlns:a16="http://schemas.microsoft.com/office/drawing/2014/main" id="{A6CBC9BD-AE25-437A-9246-679B5C4DB89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6" name="Rectangle 20">
            <a:extLst>
              <a:ext uri="{FF2B5EF4-FFF2-40B4-BE49-F238E27FC236}">
                <a16:creationId xmlns:a16="http://schemas.microsoft.com/office/drawing/2014/main" id="{0EDE0526-CBA2-4A01-9D59-24F0B138B6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7" name="Rectangle 21">
            <a:extLst>
              <a:ext uri="{FF2B5EF4-FFF2-40B4-BE49-F238E27FC236}">
                <a16:creationId xmlns:a16="http://schemas.microsoft.com/office/drawing/2014/main" id="{5E66E413-A492-40ED-BCC5-F23480C01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8" name="Rectangle 22">
            <a:extLst>
              <a:ext uri="{FF2B5EF4-FFF2-40B4-BE49-F238E27FC236}">
                <a16:creationId xmlns:a16="http://schemas.microsoft.com/office/drawing/2014/main" id="{6FCFA5F2-AFE6-49D8-BE15-40E90D43FF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99" name="Rectangle 23">
            <a:extLst>
              <a:ext uri="{FF2B5EF4-FFF2-40B4-BE49-F238E27FC236}">
                <a16:creationId xmlns:a16="http://schemas.microsoft.com/office/drawing/2014/main" id="{AD7A4E43-F44A-43CF-A9D7-BA4D8B2B2F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0" name="Rectangle 24">
            <a:extLst>
              <a:ext uri="{FF2B5EF4-FFF2-40B4-BE49-F238E27FC236}">
                <a16:creationId xmlns:a16="http://schemas.microsoft.com/office/drawing/2014/main" id="{FC2E67AB-58DA-4BCF-81D2-0040BBD962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1" name="Rectangle 25">
            <a:extLst>
              <a:ext uri="{FF2B5EF4-FFF2-40B4-BE49-F238E27FC236}">
                <a16:creationId xmlns:a16="http://schemas.microsoft.com/office/drawing/2014/main" id="{C99A6A98-815A-4877-8FE9-06C0CB7E14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2" name="Rectangle 26">
            <a:extLst>
              <a:ext uri="{FF2B5EF4-FFF2-40B4-BE49-F238E27FC236}">
                <a16:creationId xmlns:a16="http://schemas.microsoft.com/office/drawing/2014/main" id="{C64F5A0E-D9C8-4999-8349-EA4D5F6ACF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3" name="Rectangle 27">
            <a:extLst>
              <a:ext uri="{FF2B5EF4-FFF2-40B4-BE49-F238E27FC236}">
                <a16:creationId xmlns:a16="http://schemas.microsoft.com/office/drawing/2014/main" id="{6935F975-0CC7-414B-9F9C-44875EF3FC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4" name="Rectangle 28">
            <a:extLst>
              <a:ext uri="{FF2B5EF4-FFF2-40B4-BE49-F238E27FC236}">
                <a16:creationId xmlns:a16="http://schemas.microsoft.com/office/drawing/2014/main" id="{21DEE8DA-7AB4-4341-BEF7-E8343A7BD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364507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5" name="Rectangle 29">
            <a:extLst>
              <a:ext uri="{FF2B5EF4-FFF2-40B4-BE49-F238E27FC236}">
                <a16:creationId xmlns:a16="http://schemas.microsoft.com/office/drawing/2014/main" id="{AF4FCF43-3009-4229-89F8-D62F91C926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364507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206" name="Rectangle 30">
            <a:extLst>
              <a:ext uri="{FF2B5EF4-FFF2-40B4-BE49-F238E27FC236}">
                <a16:creationId xmlns:a16="http://schemas.microsoft.com/office/drawing/2014/main" id="{21EAAE8A-F99B-4A0B-8E7D-566273D5E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364507"/>
            <a:ext cx="108822" cy="109990"/>
          </a:xfrm>
          <a:prstGeom prst="rect">
            <a:avLst/>
          </a:prstGeom>
          <a:solidFill>
            <a:schemeClr val="accent2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5" name="Rectangle 32">
            <a:extLst>
              <a:ext uri="{FF2B5EF4-FFF2-40B4-BE49-F238E27FC236}">
                <a16:creationId xmlns:a16="http://schemas.microsoft.com/office/drawing/2014/main" id="{FD0840A3-FF5F-4E9F-AAB6-948A5E4EC0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6" name="Rectangle 33">
            <a:extLst>
              <a:ext uri="{FF2B5EF4-FFF2-40B4-BE49-F238E27FC236}">
                <a16:creationId xmlns:a16="http://schemas.microsoft.com/office/drawing/2014/main" id="{F50A1B14-0F67-4FC2-88F7-3BE9E0EB2D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0" name="Rectangle 47">
            <a:extLst>
              <a:ext uri="{FF2B5EF4-FFF2-40B4-BE49-F238E27FC236}">
                <a16:creationId xmlns:a16="http://schemas.microsoft.com/office/drawing/2014/main" id="{C379EE06-9745-42DA-BBC1-A082CA50FB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1" name="Rectangle 48">
            <a:extLst>
              <a:ext uri="{FF2B5EF4-FFF2-40B4-BE49-F238E27FC236}">
                <a16:creationId xmlns:a16="http://schemas.microsoft.com/office/drawing/2014/main" id="{06184212-6301-4320-A25C-8350DB2579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2" name="Rectangle 49">
            <a:extLst>
              <a:ext uri="{FF2B5EF4-FFF2-40B4-BE49-F238E27FC236}">
                <a16:creationId xmlns:a16="http://schemas.microsoft.com/office/drawing/2014/main" id="{D81215A9-8DA9-436E-BFD3-672FD476BE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3" name="Rectangle 50">
            <a:extLst>
              <a:ext uri="{FF2B5EF4-FFF2-40B4-BE49-F238E27FC236}">
                <a16:creationId xmlns:a16="http://schemas.microsoft.com/office/drawing/2014/main" id="{7F4705F9-3317-4397-B01E-644775B19C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4" name="Rectangle 51">
            <a:extLst>
              <a:ext uri="{FF2B5EF4-FFF2-40B4-BE49-F238E27FC236}">
                <a16:creationId xmlns:a16="http://schemas.microsoft.com/office/drawing/2014/main" id="{2857C00E-FADC-42AA-AA16-38A83D5AF7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5" name="Rectangle 52">
            <a:extLst>
              <a:ext uri="{FF2B5EF4-FFF2-40B4-BE49-F238E27FC236}">
                <a16:creationId xmlns:a16="http://schemas.microsoft.com/office/drawing/2014/main" id="{74EAC93D-EF3C-4092-B15E-15494A23FE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6" name="Rectangle 53">
            <a:extLst>
              <a:ext uri="{FF2B5EF4-FFF2-40B4-BE49-F238E27FC236}">
                <a16:creationId xmlns:a16="http://schemas.microsoft.com/office/drawing/2014/main" id="{5D3EEE91-37CE-4F2F-905E-D7AFCC6E45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7" name="Rectangle 54">
            <a:extLst>
              <a:ext uri="{FF2B5EF4-FFF2-40B4-BE49-F238E27FC236}">
                <a16:creationId xmlns:a16="http://schemas.microsoft.com/office/drawing/2014/main" id="{368F77C6-C453-499B-8B47-39BE1A310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8" name="Rectangle 55">
            <a:extLst>
              <a:ext uri="{FF2B5EF4-FFF2-40B4-BE49-F238E27FC236}">
                <a16:creationId xmlns:a16="http://schemas.microsoft.com/office/drawing/2014/main" id="{4EB7C421-E508-4232-A011-40643DB79D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79" name="Rectangle 56">
            <a:extLst>
              <a:ext uri="{FF2B5EF4-FFF2-40B4-BE49-F238E27FC236}">
                <a16:creationId xmlns:a16="http://schemas.microsoft.com/office/drawing/2014/main" id="{B7A7C2F9-930E-4B50-9AA3-47FE15F43A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3871219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80" name="Rectangle 57">
            <a:extLst>
              <a:ext uri="{FF2B5EF4-FFF2-40B4-BE49-F238E27FC236}">
                <a16:creationId xmlns:a16="http://schemas.microsoft.com/office/drawing/2014/main" id="{4ADCC0C0-6310-4ED1-A69B-CF3133EB55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3871219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9" name="Rectangle 59">
            <a:extLst>
              <a:ext uri="{FF2B5EF4-FFF2-40B4-BE49-F238E27FC236}">
                <a16:creationId xmlns:a16="http://schemas.microsoft.com/office/drawing/2014/main" id="{EFCB7559-FD17-472B-B7A1-3FFC63C8BC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30" name="Rectangle 60">
            <a:extLst>
              <a:ext uri="{FF2B5EF4-FFF2-40B4-BE49-F238E27FC236}">
                <a16:creationId xmlns:a16="http://schemas.microsoft.com/office/drawing/2014/main" id="{2DA5B014-05A6-4DC4-A1AF-6B4B382336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4" name="Rectangle 74">
            <a:extLst>
              <a:ext uri="{FF2B5EF4-FFF2-40B4-BE49-F238E27FC236}">
                <a16:creationId xmlns:a16="http://schemas.microsoft.com/office/drawing/2014/main" id="{8E63D1D1-CF92-468A-B012-24216CA08E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5" name="Rectangle 75">
            <a:extLst>
              <a:ext uri="{FF2B5EF4-FFF2-40B4-BE49-F238E27FC236}">
                <a16:creationId xmlns:a16="http://schemas.microsoft.com/office/drawing/2014/main" id="{8FC2CD59-128D-4D06-937E-4505D57D19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6" name="Rectangle 76">
            <a:extLst>
              <a:ext uri="{FF2B5EF4-FFF2-40B4-BE49-F238E27FC236}">
                <a16:creationId xmlns:a16="http://schemas.microsoft.com/office/drawing/2014/main" id="{B9A7B9E1-4CEE-41C8-A799-EE4B9AFCD0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7" name="Rectangle 77">
            <a:extLst>
              <a:ext uri="{FF2B5EF4-FFF2-40B4-BE49-F238E27FC236}">
                <a16:creationId xmlns:a16="http://schemas.microsoft.com/office/drawing/2014/main" id="{3C824F84-B682-4EA2-AFC1-D56DF71A0C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8" name="Rectangle 78">
            <a:extLst>
              <a:ext uri="{FF2B5EF4-FFF2-40B4-BE49-F238E27FC236}">
                <a16:creationId xmlns:a16="http://schemas.microsoft.com/office/drawing/2014/main" id="{154DDE76-05F9-405C-86DB-477B87DBB8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49" name="Rectangle 79">
            <a:extLst>
              <a:ext uri="{FF2B5EF4-FFF2-40B4-BE49-F238E27FC236}">
                <a16:creationId xmlns:a16="http://schemas.microsoft.com/office/drawing/2014/main" id="{28217A81-8951-475F-9F90-88B99F13D6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0" name="Rectangle 80">
            <a:extLst>
              <a:ext uri="{FF2B5EF4-FFF2-40B4-BE49-F238E27FC236}">
                <a16:creationId xmlns:a16="http://schemas.microsoft.com/office/drawing/2014/main" id="{DD226742-8914-401E-8D78-93F56B2E48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1" name="Rectangle 81">
            <a:extLst>
              <a:ext uri="{FF2B5EF4-FFF2-40B4-BE49-F238E27FC236}">
                <a16:creationId xmlns:a16="http://schemas.microsoft.com/office/drawing/2014/main" id="{B0E1AE86-33D6-4D1D-BC23-EA8A4AF1CF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2" name="Rectangle 82">
            <a:extLst>
              <a:ext uri="{FF2B5EF4-FFF2-40B4-BE49-F238E27FC236}">
                <a16:creationId xmlns:a16="http://schemas.microsoft.com/office/drawing/2014/main" id="{CCA69695-3790-4A9F-9CC1-5EBCB1C96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376763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3" name="Rectangle 83">
            <a:extLst>
              <a:ext uri="{FF2B5EF4-FFF2-40B4-BE49-F238E27FC236}">
                <a16:creationId xmlns:a16="http://schemas.microsoft.com/office/drawing/2014/main" id="{E75DD56F-C446-4037-8A60-A6C1A44E8C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376763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54" name="Rectangle 84">
            <a:extLst>
              <a:ext uri="{FF2B5EF4-FFF2-40B4-BE49-F238E27FC236}">
                <a16:creationId xmlns:a16="http://schemas.microsoft.com/office/drawing/2014/main" id="{3658AAE9-4C55-47F2-9C83-497627EC28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376763"/>
            <a:ext cx="108822" cy="109990"/>
          </a:xfrm>
          <a:prstGeom prst="rect">
            <a:avLst/>
          </a:prstGeom>
          <a:solidFill>
            <a:schemeClr val="accent3"/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3" name="Rectangle 5">
            <a:extLst>
              <a:ext uri="{FF2B5EF4-FFF2-40B4-BE49-F238E27FC236}">
                <a16:creationId xmlns:a16="http://schemas.microsoft.com/office/drawing/2014/main" id="{5B16BA60-1923-4CB8-AC58-3FA97E9782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4" name="Rectangle 6">
            <a:extLst>
              <a:ext uri="{FF2B5EF4-FFF2-40B4-BE49-F238E27FC236}">
                <a16:creationId xmlns:a16="http://schemas.microsoft.com/office/drawing/2014/main" id="{5472B612-6D9A-49B7-A1A5-EF7EBDCE08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8" name="Rectangle 20">
            <a:extLst>
              <a:ext uri="{FF2B5EF4-FFF2-40B4-BE49-F238E27FC236}">
                <a16:creationId xmlns:a16="http://schemas.microsoft.com/office/drawing/2014/main" id="{3C593FAE-CE47-48A5-AC85-6174EAC0A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19" name="Rectangle 21">
            <a:extLst>
              <a:ext uri="{FF2B5EF4-FFF2-40B4-BE49-F238E27FC236}">
                <a16:creationId xmlns:a16="http://schemas.microsoft.com/office/drawing/2014/main" id="{E2228A57-948E-4482-9E06-D9E725176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0" name="Rectangle 22">
            <a:extLst>
              <a:ext uri="{FF2B5EF4-FFF2-40B4-BE49-F238E27FC236}">
                <a16:creationId xmlns:a16="http://schemas.microsoft.com/office/drawing/2014/main" id="{1EF13CFA-22CA-4C10-BE90-D5CC115A8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1" name="Rectangle 23">
            <a:extLst>
              <a:ext uri="{FF2B5EF4-FFF2-40B4-BE49-F238E27FC236}">
                <a16:creationId xmlns:a16="http://schemas.microsoft.com/office/drawing/2014/main" id="{0E8E90A3-1641-4E9B-A194-D5F117F9AE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2" name="Rectangle 24">
            <a:extLst>
              <a:ext uri="{FF2B5EF4-FFF2-40B4-BE49-F238E27FC236}">
                <a16:creationId xmlns:a16="http://schemas.microsoft.com/office/drawing/2014/main" id="{A68EDFEF-E0D3-402A-9521-3DF38E4B8F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3" name="Rectangle 25">
            <a:extLst>
              <a:ext uri="{FF2B5EF4-FFF2-40B4-BE49-F238E27FC236}">
                <a16:creationId xmlns:a16="http://schemas.microsoft.com/office/drawing/2014/main" id="{CCF9D944-04E9-47A8-9177-AFC8A6780F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4" name="Rectangle 26">
            <a:extLst>
              <a:ext uri="{FF2B5EF4-FFF2-40B4-BE49-F238E27FC236}">
                <a16:creationId xmlns:a16="http://schemas.microsoft.com/office/drawing/2014/main" id="{ABDECE26-FC06-416E-A783-A77B3FFA3A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5" name="Rectangle 27">
            <a:extLst>
              <a:ext uri="{FF2B5EF4-FFF2-40B4-BE49-F238E27FC236}">
                <a16:creationId xmlns:a16="http://schemas.microsoft.com/office/drawing/2014/main" id="{1F81018F-D062-471E-8E4D-BF55555F5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6" name="Rectangle 28">
            <a:extLst>
              <a:ext uri="{FF2B5EF4-FFF2-40B4-BE49-F238E27FC236}">
                <a16:creationId xmlns:a16="http://schemas.microsoft.com/office/drawing/2014/main" id="{75BC1DFB-E2E0-44A2-8449-1511B5F4C2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7" name="Rectangle 29">
            <a:extLst>
              <a:ext uri="{FF2B5EF4-FFF2-40B4-BE49-F238E27FC236}">
                <a16:creationId xmlns:a16="http://schemas.microsoft.com/office/drawing/2014/main" id="{FE671700-5C5E-4E82-8FDC-49E44FF739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4883475"/>
            <a:ext cx="10999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28" name="Rectangle 30">
            <a:extLst>
              <a:ext uri="{FF2B5EF4-FFF2-40B4-BE49-F238E27FC236}">
                <a16:creationId xmlns:a16="http://schemas.microsoft.com/office/drawing/2014/main" id="{367003AF-BC87-4F81-81EB-3D09A24C99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4883475"/>
            <a:ext cx="108822" cy="109990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7" name="Rectangle 32">
            <a:extLst>
              <a:ext uri="{FF2B5EF4-FFF2-40B4-BE49-F238E27FC236}">
                <a16:creationId xmlns:a16="http://schemas.microsoft.com/office/drawing/2014/main" id="{8E8A1AC8-CA63-4F37-A8CF-FF832D8BE4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411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8" name="Rectangle 33">
            <a:extLst>
              <a:ext uri="{FF2B5EF4-FFF2-40B4-BE49-F238E27FC236}">
                <a16:creationId xmlns:a16="http://schemas.microsoft.com/office/drawing/2014/main" id="{628E2734-FDDB-44A3-9AF2-03978429626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954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2" name="Rectangle 47">
            <a:extLst>
              <a:ext uri="{FF2B5EF4-FFF2-40B4-BE49-F238E27FC236}">
                <a16:creationId xmlns:a16="http://schemas.microsoft.com/office/drawing/2014/main" id="{924E8ED7-0B54-488C-86FD-838BEC6C72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77414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3" name="Rectangle 48">
            <a:extLst>
              <a:ext uri="{FF2B5EF4-FFF2-40B4-BE49-F238E27FC236}">
                <a16:creationId xmlns:a16="http://schemas.microsoft.com/office/drawing/2014/main" id="{5E731C89-5DF4-4419-9A67-52BAEC373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676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4" name="Rectangle 49">
            <a:extLst>
              <a:ext uri="{FF2B5EF4-FFF2-40B4-BE49-F238E27FC236}">
                <a16:creationId xmlns:a16="http://schemas.microsoft.com/office/drawing/2014/main" id="{D7B0E779-6D3D-4414-91BB-C1BBE6380D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87109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5" name="Rectangle 50">
            <a:extLst>
              <a:ext uri="{FF2B5EF4-FFF2-40B4-BE49-F238E27FC236}">
                <a16:creationId xmlns:a16="http://schemas.microsoft.com/office/drawing/2014/main" id="{E846AB63-6AAB-4E86-B4BA-7853BD6021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41372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6" name="Rectangle 51">
            <a:extLst>
              <a:ext uri="{FF2B5EF4-FFF2-40B4-BE49-F238E27FC236}">
                <a16:creationId xmlns:a16="http://schemas.microsoft.com/office/drawing/2014/main" id="{D05AC798-949B-4443-ADBB-917EF526FE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996805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7" name="Rectangle 52">
            <a:extLst>
              <a:ext uri="{FF2B5EF4-FFF2-40B4-BE49-F238E27FC236}">
                <a16:creationId xmlns:a16="http://schemas.microsoft.com/office/drawing/2014/main" id="{8B3E2107-60AF-4064-A551-A333E6249C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51068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8" name="Rectangle 53">
            <a:extLst>
              <a:ext uri="{FF2B5EF4-FFF2-40B4-BE49-F238E27FC236}">
                <a16:creationId xmlns:a16="http://schemas.microsoft.com/office/drawing/2014/main" id="{055FD3E8-A340-4393-92E1-4FD68288FD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501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99" name="Rectangle 54">
            <a:extLst>
              <a:ext uri="{FF2B5EF4-FFF2-40B4-BE49-F238E27FC236}">
                <a16:creationId xmlns:a16="http://schemas.microsoft.com/office/drawing/2014/main" id="{C18C5E0E-D82C-4F82-A0E3-6BE9AAF75E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60763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0" name="Rectangle 55">
            <a:extLst>
              <a:ext uri="{FF2B5EF4-FFF2-40B4-BE49-F238E27FC236}">
                <a16:creationId xmlns:a16="http://schemas.microsoft.com/office/drawing/2014/main" id="{677F5FC4-34F3-400A-9970-A7EA63DB4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816197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1" name="Rectangle 56">
            <a:extLst>
              <a:ext uri="{FF2B5EF4-FFF2-40B4-BE49-F238E27FC236}">
                <a16:creationId xmlns:a16="http://schemas.microsoft.com/office/drawing/2014/main" id="{2A4794CF-928E-4F8E-A532-7800E5996B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270460" y="5390187"/>
            <a:ext cx="10999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102" name="Rectangle 57">
            <a:extLst>
              <a:ext uri="{FF2B5EF4-FFF2-40B4-BE49-F238E27FC236}">
                <a16:creationId xmlns:a16="http://schemas.microsoft.com/office/drawing/2014/main" id="{E4F63079-D99A-4ECA-AE8B-8E93D42956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725892" y="5390187"/>
            <a:ext cx="108822" cy="108822"/>
          </a:xfrm>
          <a:prstGeom prst="rect">
            <a:avLst/>
          </a:prstGeom>
          <a:solidFill>
            <a:schemeClr val="accent1">
              <a:lumMod val="90000"/>
              <a:lumOff val="10000"/>
              <a:alpha val="20000"/>
            </a:schemeClr>
          </a:solidFill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27DA42D9-3528-406D-A6F9-46DF735F0B1B}"/>
              </a:ext>
            </a:extLst>
          </p:cNvPr>
          <p:cNvGrpSpPr/>
          <p:nvPr userDrawn="1"/>
        </p:nvGrpSpPr>
        <p:grpSpPr>
          <a:xfrm>
            <a:off x="354110" y="6402442"/>
            <a:ext cx="11480604" cy="109990"/>
            <a:chOff x="354110" y="6402442"/>
            <a:chExt cx="11480604" cy="109990"/>
          </a:xfrm>
        </p:grpSpPr>
        <p:sp>
          <p:nvSpPr>
            <p:cNvPr id="25" name="Rectangle 59">
              <a:extLst>
                <a:ext uri="{FF2B5EF4-FFF2-40B4-BE49-F238E27FC236}">
                  <a16:creationId xmlns:a16="http://schemas.microsoft.com/office/drawing/2014/main" id="{9006E5F9-87EA-4BFF-AC26-08D7B4E655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6" name="Rectangle 60">
              <a:extLst>
                <a:ext uri="{FF2B5EF4-FFF2-40B4-BE49-F238E27FC236}">
                  <a16:creationId xmlns:a16="http://schemas.microsoft.com/office/drawing/2014/main" id="{40F26277-619B-41A3-9D5F-A02E6914E16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7" name="Rectangle 61">
              <a:extLst>
                <a:ext uri="{FF2B5EF4-FFF2-40B4-BE49-F238E27FC236}">
                  <a16:creationId xmlns:a16="http://schemas.microsoft.com/office/drawing/2014/main" id="{23DB5C85-827B-49AF-BC96-24E7ABDAD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8" name="Rectangle 62">
              <a:extLst>
                <a:ext uri="{FF2B5EF4-FFF2-40B4-BE49-F238E27FC236}">
                  <a16:creationId xmlns:a16="http://schemas.microsoft.com/office/drawing/2014/main" id="{847A0A99-2056-4E0E-8A5A-2CBCA33AFFD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29" name="Rectangle 63">
              <a:extLst>
                <a:ext uri="{FF2B5EF4-FFF2-40B4-BE49-F238E27FC236}">
                  <a16:creationId xmlns:a16="http://schemas.microsoft.com/office/drawing/2014/main" id="{5474EE8D-D88A-47FF-9107-09082030E0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0" name="Rectangle 64">
              <a:extLst>
                <a:ext uri="{FF2B5EF4-FFF2-40B4-BE49-F238E27FC236}">
                  <a16:creationId xmlns:a16="http://schemas.microsoft.com/office/drawing/2014/main" id="{0EC4B1DB-FB22-4303-B2D7-5E60C557A83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1" name="Rectangle 65">
              <a:extLst>
                <a:ext uri="{FF2B5EF4-FFF2-40B4-BE49-F238E27FC236}">
                  <a16:creationId xmlns:a16="http://schemas.microsoft.com/office/drawing/2014/main" id="{B5127279-9249-47F2-8A42-1F7F68517E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2" name="Rectangle 66">
              <a:extLst>
                <a:ext uri="{FF2B5EF4-FFF2-40B4-BE49-F238E27FC236}">
                  <a16:creationId xmlns:a16="http://schemas.microsoft.com/office/drawing/2014/main" id="{4BE3E747-CD2D-4EA9-8A1C-AFC94F6403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3" name="Rectangle 67">
              <a:extLst>
                <a:ext uri="{FF2B5EF4-FFF2-40B4-BE49-F238E27FC236}">
                  <a16:creationId xmlns:a16="http://schemas.microsoft.com/office/drawing/2014/main" id="{844450CC-44D2-4CFB-9D82-BA80F0CA0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4" name="Rectangle 68">
              <a:extLst>
                <a:ext uri="{FF2B5EF4-FFF2-40B4-BE49-F238E27FC236}">
                  <a16:creationId xmlns:a16="http://schemas.microsoft.com/office/drawing/2014/main" id="{56C9C6B8-074B-4807-A953-D5D69AEE2F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5" name="Rectangle 69">
              <a:extLst>
                <a:ext uri="{FF2B5EF4-FFF2-40B4-BE49-F238E27FC236}">
                  <a16:creationId xmlns:a16="http://schemas.microsoft.com/office/drawing/2014/main" id="{55A940DF-BE4B-4046-BF7D-7BBB8316FF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6" name="Rectangle 70">
              <a:extLst>
                <a:ext uri="{FF2B5EF4-FFF2-40B4-BE49-F238E27FC236}">
                  <a16:creationId xmlns:a16="http://schemas.microsoft.com/office/drawing/2014/main" id="{79FECFE2-55AB-4195-B4F2-F1831B0901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7" name="Rectangle 71">
              <a:extLst>
                <a:ext uri="{FF2B5EF4-FFF2-40B4-BE49-F238E27FC236}">
                  <a16:creationId xmlns:a16="http://schemas.microsoft.com/office/drawing/2014/main" id="{F78BF45E-3F1B-4CCF-AB55-6AACA1D7968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8" name="Rectangle 72">
              <a:extLst>
                <a:ext uri="{FF2B5EF4-FFF2-40B4-BE49-F238E27FC236}">
                  <a16:creationId xmlns:a16="http://schemas.microsoft.com/office/drawing/2014/main" id="{CEAEA0D2-DAF5-42AD-824D-BF0A0786ACD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39" name="Rectangle 73">
              <a:extLst>
                <a:ext uri="{FF2B5EF4-FFF2-40B4-BE49-F238E27FC236}">
                  <a16:creationId xmlns:a16="http://schemas.microsoft.com/office/drawing/2014/main" id="{2616B93B-15A3-4A25-B322-A4A334791D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0" name="Rectangle 74">
              <a:extLst>
                <a:ext uri="{FF2B5EF4-FFF2-40B4-BE49-F238E27FC236}">
                  <a16:creationId xmlns:a16="http://schemas.microsoft.com/office/drawing/2014/main" id="{26C24972-CC21-4F79-908A-8F7EEF3C3B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1" name="Rectangle 75">
              <a:extLst>
                <a:ext uri="{FF2B5EF4-FFF2-40B4-BE49-F238E27FC236}">
                  <a16:creationId xmlns:a16="http://schemas.microsoft.com/office/drawing/2014/main" id="{FD7C3FD5-0F89-4B6D-AC87-8001A0810C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2" name="Rectangle 76">
              <a:extLst>
                <a:ext uri="{FF2B5EF4-FFF2-40B4-BE49-F238E27FC236}">
                  <a16:creationId xmlns:a16="http://schemas.microsoft.com/office/drawing/2014/main" id="{B03C108E-68F6-4221-BC40-C5E3C19044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3" name="Rectangle 77">
              <a:extLst>
                <a:ext uri="{FF2B5EF4-FFF2-40B4-BE49-F238E27FC236}">
                  <a16:creationId xmlns:a16="http://schemas.microsoft.com/office/drawing/2014/main" id="{AEE8C851-520C-4A98-839F-17DEECB4C1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4" name="Rectangle 78">
              <a:extLst>
                <a:ext uri="{FF2B5EF4-FFF2-40B4-BE49-F238E27FC236}">
                  <a16:creationId xmlns:a16="http://schemas.microsoft.com/office/drawing/2014/main" id="{64CDD37E-8761-499B-B591-D1B68A0C602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5" name="Rectangle 79">
              <a:extLst>
                <a:ext uri="{FF2B5EF4-FFF2-40B4-BE49-F238E27FC236}">
                  <a16:creationId xmlns:a16="http://schemas.microsoft.com/office/drawing/2014/main" id="{CF1D9CFA-A92A-4012-8DBE-A1AFE416C0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6" name="Rectangle 80">
              <a:extLst>
                <a:ext uri="{FF2B5EF4-FFF2-40B4-BE49-F238E27FC236}">
                  <a16:creationId xmlns:a16="http://schemas.microsoft.com/office/drawing/2014/main" id="{5B28FF0B-0B00-4C89-9B32-5FCEE8CF72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7" name="Rectangle 81">
              <a:extLst>
                <a:ext uri="{FF2B5EF4-FFF2-40B4-BE49-F238E27FC236}">
                  <a16:creationId xmlns:a16="http://schemas.microsoft.com/office/drawing/2014/main" id="{3F39461F-D7C3-4741-A3BF-B2B81AC1BD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8" name="Rectangle 82">
              <a:extLst>
                <a:ext uri="{FF2B5EF4-FFF2-40B4-BE49-F238E27FC236}">
                  <a16:creationId xmlns:a16="http://schemas.microsoft.com/office/drawing/2014/main" id="{B209DBFB-FB6A-41D4-B8FD-371C1627C2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49" name="Rectangle 83">
              <a:extLst>
                <a:ext uri="{FF2B5EF4-FFF2-40B4-BE49-F238E27FC236}">
                  <a16:creationId xmlns:a16="http://schemas.microsoft.com/office/drawing/2014/main" id="{9851ABD3-4B24-43E9-8246-B439DE2890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50" name="Rectangle 84">
              <a:extLst>
                <a:ext uri="{FF2B5EF4-FFF2-40B4-BE49-F238E27FC236}">
                  <a16:creationId xmlns:a16="http://schemas.microsoft.com/office/drawing/2014/main" id="{C66181AB-B727-41A6-A789-CF6AAB689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  <p:sp>
        <p:nvSpPr>
          <p:cNvPr id="2" name="Date Placeholder 1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r>
              <a:rPr lang="en-US" dirty="0"/>
              <a:t>www.anubhavtrainings.com</a:t>
            </a:r>
          </a:p>
        </p:txBody>
      </p: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B5B99429-15CB-4646-807F-6B01F4253B13}"/>
              </a:ext>
            </a:extLst>
          </p:cNvPr>
          <p:cNvGrpSpPr/>
          <p:nvPr userDrawn="1"/>
        </p:nvGrpSpPr>
        <p:grpSpPr>
          <a:xfrm>
            <a:off x="354110" y="5904602"/>
            <a:ext cx="11480604" cy="109990"/>
            <a:chOff x="354110" y="6402442"/>
            <a:chExt cx="11480604" cy="109990"/>
          </a:xfrm>
        </p:grpSpPr>
        <p:sp>
          <p:nvSpPr>
            <p:cNvPr id="619" name="Rectangle 59">
              <a:extLst>
                <a:ext uri="{FF2B5EF4-FFF2-40B4-BE49-F238E27FC236}">
                  <a16:creationId xmlns:a16="http://schemas.microsoft.com/office/drawing/2014/main" id="{624494D0-607C-4971-A357-ED99F45D7C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411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0" name="Rectangle 60">
              <a:extLst>
                <a:ext uri="{FF2B5EF4-FFF2-40B4-BE49-F238E27FC236}">
                  <a16:creationId xmlns:a16="http://schemas.microsoft.com/office/drawing/2014/main" id="{22FD15BA-8E62-417D-8392-658E5E86C2F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954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1" name="Rectangle 61">
              <a:extLst>
                <a:ext uri="{FF2B5EF4-FFF2-40B4-BE49-F238E27FC236}">
                  <a16:creationId xmlns:a16="http://schemas.microsoft.com/office/drawing/2014/main" id="{C665A07F-2AFB-49CF-8EE0-C81377FC2A5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6380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2" name="Rectangle 62">
              <a:extLst>
                <a:ext uri="{FF2B5EF4-FFF2-40B4-BE49-F238E27FC236}">
                  <a16:creationId xmlns:a16="http://schemas.microsoft.com/office/drawing/2014/main" id="{74997C49-7ACC-4BCC-BC8D-58EBD77EE7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1923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3" name="Rectangle 63">
              <a:extLst>
                <a:ext uri="{FF2B5EF4-FFF2-40B4-BE49-F238E27FC236}">
                  <a16:creationId xmlns:a16="http://schemas.microsoft.com/office/drawing/2014/main" id="{E3CDD2FB-079B-43EA-89D5-5FD9D7644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350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4" name="Rectangle 64">
              <a:extLst>
                <a:ext uri="{FF2B5EF4-FFF2-40B4-BE49-F238E27FC236}">
                  <a16:creationId xmlns:a16="http://schemas.microsoft.com/office/drawing/2014/main" id="{9C1479D9-3647-44C4-99E1-C660E2C8E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2893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5" name="Rectangle 65">
              <a:extLst>
                <a:ext uri="{FF2B5EF4-FFF2-40B4-BE49-F238E27FC236}">
                  <a16:creationId xmlns:a16="http://schemas.microsoft.com/office/drawing/2014/main" id="{AA8F3E10-CD9D-49C0-B0AE-24ABBF3BDC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83197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6" name="Rectangle 66">
              <a:extLst>
                <a:ext uri="{FF2B5EF4-FFF2-40B4-BE49-F238E27FC236}">
                  <a16:creationId xmlns:a16="http://schemas.microsoft.com/office/drawing/2014/main" id="{9C3B6F09-A4DD-4A26-B213-51E23205497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38630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7" name="Rectangle 67">
              <a:extLst>
                <a:ext uri="{FF2B5EF4-FFF2-40B4-BE49-F238E27FC236}">
                  <a16:creationId xmlns:a16="http://schemas.microsoft.com/office/drawing/2014/main" id="{2BA14941-5A2D-4CDB-9C2E-79C930D222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9289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8" name="Rectangle 68">
              <a:extLst>
                <a:ext uri="{FF2B5EF4-FFF2-40B4-BE49-F238E27FC236}">
                  <a16:creationId xmlns:a16="http://schemas.microsoft.com/office/drawing/2014/main" id="{6C5B2E84-85D6-4DD5-88FE-F8495F5E3C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48326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29" name="Rectangle 69">
              <a:extLst>
                <a:ext uri="{FF2B5EF4-FFF2-40B4-BE49-F238E27FC236}">
                  <a16:creationId xmlns:a16="http://schemas.microsoft.com/office/drawing/2014/main" id="{1987B595-96EB-427F-8E00-533CBBEB5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2589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0" name="Rectangle 70">
              <a:extLst>
                <a:ext uri="{FF2B5EF4-FFF2-40B4-BE49-F238E27FC236}">
                  <a16:creationId xmlns:a16="http://schemas.microsoft.com/office/drawing/2014/main" id="{99D33392-C824-498D-AF8A-7AF58A9F332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5802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1" name="Rectangle 71">
              <a:extLst>
                <a:ext uri="{FF2B5EF4-FFF2-40B4-BE49-F238E27FC236}">
                  <a16:creationId xmlns:a16="http://schemas.microsoft.com/office/drawing/2014/main" id="{6D1CAD59-FE6E-48A2-AE71-1BB80553F2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2285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2" name="Rectangle 72">
              <a:extLst>
                <a:ext uri="{FF2B5EF4-FFF2-40B4-BE49-F238E27FC236}">
                  <a16:creationId xmlns:a16="http://schemas.microsoft.com/office/drawing/2014/main" id="{BD936CE6-00F6-4CAF-A200-A693710C89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771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3" name="Rectangle 73">
              <a:extLst>
                <a:ext uri="{FF2B5EF4-FFF2-40B4-BE49-F238E27FC236}">
                  <a16:creationId xmlns:a16="http://schemas.microsoft.com/office/drawing/2014/main" id="{10329E52-6B3F-4897-BFBC-A6C4F2D269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2198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4" name="Rectangle 74">
              <a:extLst>
                <a:ext uri="{FF2B5EF4-FFF2-40B4-BE49-F238E27FC236}">
                  <a16:creationId xmlns:a16="http://schemas.microsoft.com/office/drawing/2014/main" id="{B9A5FD8E-2005-457D-B36F-5BD162CB640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77414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5" name="Rectangle 75">
              <a:extLst>
                <a:ext uri="{FF2B5EF4-FFF2-40B4-BE49-F238E27FC236}">
                  <a16:creationId xmlns:a16="http://schemas.microsoft.com/office/drawing/2014/main" id="{2C1FBF6B-A7C3-4F83-AD53-33D9E848D4A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631676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6" name="Rectangle 76">
              <a:extLst>
                <a:ext uri="{FF2B5EF4-FFF2-40B4-BE49-F238E27FC236}">
                  <a16:creationId xmlns:a16="http://schemas.microsoft.com/office/drawing/2014/main" id="{964A4B57-1B27-4010-9A9F-F2BCD25301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087109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7" name="Rectangle 77">
              <a:extLst>
                <a:ext uri="{FF2B5EF4-FFF2-40B4-BE49-F238E27FC236}">
                  <a16:creationId xmlns:a16="http://schemas.microsoft.com/office/drawing/2014/main" id="{D961087D-A1D8-48DD-8BD9-550D635574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541372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8" name="Rectangle 78">
              <a:extLst>
                <a:ext uri="{FF2B5EF4-FFF2-40B4-BE49-F238E27FC236}">
                  <a16:creationId xmlns:a16="http://schemas.microsoft.com/office/drawing/2014/main" id="{64FADA1C-663B-4FF6-8D80-B311B8ABCD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996805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39" name="Rectangle 79">
              <a:extLst>
                <a:ext uri="{FF2B5EF4-FFF2-40B4-BE49-F238E27FC236}">
                  <a16:creationId xmlns:a16="http://schemas.microsoft.com/office/drawing/2014/main" id="{E96330D1-4BBF-4D0A-B45F-77999C5C74D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451068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0" name="Rectangle 80">
              <a:extLst>
                <a:ext uri="{FF2B5EF4-FFF2-40B4-BE49-F238E27FC236}">
                  <a16:creationId xmlns:a16="http://schemas.microsoft.com/office/drawing/2014/main" id="{78AFE672-0739-4A26-8B51-D71BAD6A43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9906501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1" name="Rectangle 81">
              <a:extLst>
                <a:ext uri="{FF2B5EF4-FFF2-40B4-BE49-F238E27FC236}">
                  <a16:creationId xmlns:a16="http://schemas.microsoft.com/office/drawing/2014/main" id="{AA3E4254-137D-4797-BF52-FAB6866F0F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360763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2" name="Rectangle 82">
              <a:extLst>
                <a:ext uri="{FF2B5EF4-FFF2-40B4-BE49-F238E27FC236}">
                  <a16:creationId xmlns:a16="http://schemas.microsoft.com/office/drawing/2014/main" id="{81844ED9-0C33-41B9-8D6C-0C959F9E0F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16197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3" name="Rectangle 83">
              <a:extLst>
                <a:ext uri="{FF2B5EF4-FFF2-40B4-BE49-F238E27FC236}">
                  <a16:creationId xmlns:a16="http://schemas.microsoft.com/office/drawing/2014/main" id="{69541354-1FEF-4A05-8852-E0866C02411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270460" y="6402442"/>
              <a:ext cx="10999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644" name="Rectangle 84">
              <a:extLst>
                <a:ext uri="{FF2B5EF4-FFF2-40B4-BE49-F238E27FC236}">
                  <a16:creationId xmlns:a16="http://schemas.microsoft.com/office/drawing/2014/main" id="{22323587-A6E2-4D2C-9D71-B6D0B4DAF0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725892" y="6402442"/>
              <a:ext cx="108822" cy="109990"/>
            </a:xfrm>
            <a:prstGeom prst="rect">
              <a:avLst/>
            </a:prstGeom>
            <a:solidFill>
              <a:schemeClr val="accent1">
                <a:lumMod val="90000"/>
                <a:lumOff val="10000"/>
                <a:alpha val="20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1002194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mages and Content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0" y="-1"/>
            <a:ext cx="12188825" cy="6857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cs typeface="Arial" pitchFamily="34" charset="0"/>
              </a:defRPr>
            </a:lvl1pPr>
            <a:lvl2pPr marL="609265" indent="0">
              <a:buNone/>
              <a:defRPr sz="3732"/>
            </a:lvl2pPr>
            <a:lvl3pPr marL="1218529" indent="0">
              <a:buNone/>
              <a:defRPr sz="3198"/>
            </a:lvl3pPr>
            <a:lvl4pPr marL="1827794" indent="0">
              <a:buNone/>
              <a:defRPr sz="2665"/>
            </a:lvl4pPr>
            <a:lvl5pPr marL="2437060" indent="0">
              <a:buNone/>
              <a:defRPr sz="2665"/>
            </a:lvl5pPr>
            <a:lvl6pPr marL="3046324" indent="0">
              <a:buNone/>
              <a:defRPr sz="2665"/>
            </a:lvl6pPr>
            <a:lvl7pPr marL="3655589" indent="0">
              <a:buNone/>
              <a:defRPr sz="2665"/>
            </a:lvl7pPr>
            <a:lvl8pPr marL="4264853" indent="0">
              <a:buNone/>
              <a:defRPr sz="2665"/>
            </a:lvl8pPr>
            <a:lvl9pPr marL="4874118" indent="0">
              <a:buNone/>
              <a:defRPr sz="2665"/>
            </a:lvl9pPr>
          </a:lstStyle>
          <a:p>
            <a:r>
              <a:rPr lang="en-US" altLang="ko-KR" dirty="0"/>
              <a:t>Insert Your Image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4841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Ful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8">
            <a:extLst>
              <a:ext uri="{FF2B5EF4-FFF2-40B4-BE49-F238E27FC236}">
                <a16:creationId xmlns:a16="http://schemas.microsoft.com/office/drawing/2014/main" id="{E11C3564-CF67-FE45-A9E2-4B3C230C88D2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-1"/>
            <a:ext cx="12188825" cy="342900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>
            <a:normAutofit/>
          </a:bodyPr>
          <a:lstStyle>
            <a:lvl1pPr>
              <a:defRPr sz="1051"/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4077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441" y="274639"/>
            <a:ext cx="10969943" cy="711081"/>
          </a:xfrm>
          <a:prstGeom prst="rect">
            <a:avLst/>
          </a:prstGeom>
        </p:spPr>
        <p:txBody>
          <a:bodyPr vert="horz" lIns="0" tIns="60949" rIns="0" bIns="60949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441" y="1138425"/>
            <a:ext cx="10969943" cy="498773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l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5404F2-BE9A-4460-8815-8F645183555F}" type="datetimeFigureOut">
              <a:rPr lang="en-US" smtClean="0"/>
              <a:pPr/>
              <a:t>5/7/2025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ct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0" tIns="60949" rIns="0" bIns="60949" rtlCol="0" anchor="ctr"/>
          <a:lstStyle>
            <a:lvl1pPr algn="r">
              <a:defRPr sz="16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www.anubhavtrainings.com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3DEB2B14-6477-2927-E581-527B2BB61E1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0996" y="78420"/>
            <a:ext cx="652887" cy="6448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45080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4" r:id="rId2"/>
    <p:sldLayoutId id="2147483663" r:id="rId3"/>
    <p:sldLayoutId id="2147483666" r:id="rId4"/>
    <p:sldLayoutId id="2147483668" r:id="rId5"/>
    <p:sldLayoutId id="2147483669" r:id="rId6"/>
    <p:sldLayoutId id="2147483667" r:id="rId7"/>
    <p:sldLayoutId id="2147483670" r:id="rId8"/>
    <p:sldLayoutId id="2147483665" r:id="rId9"/>
    <p:sldLayoutId id="2147483671" r:id="rId10"/>
    <p:sldLayoutId id="2147483672" r:id="rId11"/>
  </p:sldLayoutIdLst>
  <p:txStyles>
    <p:titleStyle>
      <a:lvl1pPr algn="l" defTabSz="1218987" rtl="0" eaLnBrk="1" latinLnBrk="0" hangingPunct="1">
        <a:spcBef>
          <a:spcPct val="0"/>
        </a:spcBef>
        <a:buNone/>
        <a:defRPr sz="3600" b="1" kern="1200">
          <a:solidFill>
            <a:schemeClr val="tx1"/>
          </a:solidFill>
          <a:latin typeface="+mn-lt"/>
          <a:ea typeface="+mj-ea"/>
          <a:cs typeface="+mj-cs"/>
        </a:defRPr>
      </a:lvl1pPr>
    </p:titleStyle>
    <p:bodyStyle>
      <a:lvl1pPr marL="457120" indent="-457120" algn="l" defTabSz="1218987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j-lt"/>
          <a:ea typeface="+mn-ea"/>
          <a:cs typeface="+mn-cs"/>
        </a:defRPr>
      </a:lvl1pPr>
      <a:lvl2pPr marL="990427" indent="-380933" algn="l" defTabSz="1218987" rtl="0" eaLnBrk="1" latinLnBrk="0" hangingPunct="1">
        <a:spcBef>
          <a:spcPct val="20000"/>
        </a:spcBef>
        <a:buFont typeface="Arial" pitchFamily="34" charset="0"/>
        <a:buChar char="–"/>
        <a:defRPr sz="3200" kern="1200">
          <a:solidFill>
            <a:schemeClr val="tx1"/>
          </a:solidFill>
          <a:latin typeface="+mj-lt"/>
          <a:ea typeface="+mn-ea"/>
          <a:cs typeface="+mn-cs"/>
        </a:defRPr>
      </a:lvl2pPr>
      <a:lvl3pPr marL="152373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j-lt"/>
          <a:ea typeface="+mn-ea"/>
          <a:cs typeface="+mn-cs"/>
        </a:defRPr>
      </a:lvl3pPr>
      <a:lvl4pPr marL="2133227" indent="-304747" algn="l" defTabSz="1218987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j-lt"/>
          <a:ea typeface="+mn-ea"/>
          <a:cs typeface="+mn-cs"/>
        </a:defRPr>
      </a:lvl4pPr>
      <a:lvl5pPr marL="2742720" indent="-304747" algn="l" defTabSz="1218987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j-lt"/>
          <a:ea typeface="+mn-ea"/>
          <a:cs typeface="+mn-cs"/>
        </a:defRPr>
      </a:lvl5pPr>
      <a:lvl6pPr marL="335221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3961707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200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180693" indent="-304747" algn="l" defTabSz="1218987" rtl="0" eaLnBrk="1" latinLnBrk="0" hangingPunct="1">
        <a:spcBef>
          <a:spcPct val="20000"/>
        </a:spcBef>
        <a:buFont typeface="Arial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61.png"/><Relationship Id="rId299" Type="http://schemas.openxmlformats.org/officeDocument/2006/relationships/customXml" Target="../ink/ink150.xml"/><Relationship Id="rId21" Type="http://schemas.openxmlformats.org/officeDocument/2006/relationships/image" Target="../media/image13.png"/><Relationship Id="rId63" Type="http://schemas.openxmlformats.org/officeDocument/2006/relationships/image" Target="../media/image34.png"/><Relationship Id="rId159" Type="http://schemas.openxmlformats.org/officeDocument/2006/relationships/image" Target="../media/image82.png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268" Type="http://schemas.openxmlformats.org/officeDocument/2006/relationships/customXml" Target="../ink/ink134.xml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5.png"/><Relationship Id="rId181" Type="http://schemas.openxmlformats.org/officeDocument/2006/relationships/image" Target="../media/image93.png"/><Relationship Id="rId237" Type="http://schemas.openxmlformats.org/officeDocument/2006/relationships/image" Target="../media/image121.png"/><Relationship Id="rId279" Type="http://schemas.openxmlformats.org/officeDocument/2006/relationships/image" Target="../media/image142.png"/><Relationship Id="rId43" Type="http://schemas.openxmlformats.org/officeDocument/2006/relationships/image" Target="../media/image24.png"/><Relationship Id="rId139" Type="http://schemas.openxmlformats.org/officeDocument/2006/relationships/image" Target="../media/image72.png"/><Relationship Id="rId290" Type="http://schemas.openxmlformats.org/officeDocument/2006/relationships/customXml" Target="../ink/ink145.xml"/><Relationship Id="rId304" Type="http://schemas.openxmlformats.org/officeDocument/2006/relationships/image" Target="../media/image154.png"/><Relationship Id="rId85" Type="http://schemas.openxmlformats.org/officeDocument/2006/relationships/image" Target="../media/image45.png"/><Relationship Id="rId150" Type="http://schemas.openxmlformats.org/officeDocument/2006/relationships/customXml" Target="../ink/ink75.xml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48" Type="http://schemas.openxmlformats.org/officeDocument/2006/relationships/customXml" Target="../ink/ink124.xml"/><Relationship Id="rId12" Type="http://schemas.openxmlformats.org/officeDocument/2006/relationships/customXml" Target="../ink/ink6.xml"/><Relationship Id="rId108" Type="http://schemas.openxmlformats.org/officeDocument/2006/relationships/customXml" Target="../ink/ink54.xml"/><Relationship Id="rId315" Type="http://schemas.openxmlformats.org/officeDocument/2006/relationships/customXml" Target="../ink/ink158.xml"/><Relationship Id="rId54" Type="http://schemas.openxmlformats.org/officeDocument/2006/relationships/customXml" Target="../ink/ink27.xml"/><Relationship Id="rId96" Type="http://schemas.openxmlformats.org/officeDocument/2006/relationships/customXml" Target="../ink/ink48.xml"/><Relationship Id="rId161" Type="http://schemas.openxmlformats.org/officeDocument/2006/relationships/image" Target="../media/image83.png"/><Relationship Id="rId217" Type="http://schemas.openxmlformats.org/officeDocument/2006/relationships/image" Target="../media/image111.png"/><Relationship Id="rId259" Type="http://schemas.openxmlformats.org/officeDocument/2006/relationships/image" Target="../media/image132.png"/><Relationship Id="rId23" Type="http://schemas.openxmlformats.org/officeDocument/2006/relationships/image" Target="../media/image14.png"/><Relationship Id="rId119" Type="http://schemas.openxmlformats.org/officeDocument/2006/relationships/image" Target="../media/image62.png"/><Relationship Id="rId270" Type="http://schemas.openxmlformats.org/officeDocument/2006/relationships/customXml" Target="../ink/ink135.xml"/><Relationship Id="rId65" Type="http://schemas.openxmlformats.org/officeDocument/2006/relationships/image" Target="../media/image35.png"/><Relationship Id="rId130" Type="http://schemas.openxmlformats.org/officeDocument/2006/relationships/customXml" Target="../ink/ink65.xml"/><Relationship Id="rId172" Type="http://schemas.openxmlformats.org/officeDocument/2006/relationships/customXml" Target="../ink/ink86.xml"/><Relationship Id="rId228" Type="http://schemas.openxmlformats.org/officeDocument/2006/relationships/customXml" Target="../ink/ink114.xml"/><Relationship Id="rId281" Type="http://schemas.openxmlformats.org/officeDocument/2006/relationships/image" Target="../media/image143.png"/><Relationship Id="rId34" Type="http://schemas.openxmlformats.org/officeDocument/2006/relationships/customXml" Target="../ink/ink17.xml"/><Relationship Id="rId55" Type="http://schemas.openxmlformats.org/officeDocument/2006/relationships/image" Target="../media/image30.png"/><Relationship Id="rId76" Type="http://schemas.openxmlformats.org/officeDocument/2006/relationships/customXml" Target="../ink/ink38.xml"/><Relationship Id="rId97" Type="http://schemas.openxmlformats.org/officeDocument/2006/relationships/image" Target="../media/image51.png"/><Relationship Id="rId120" Type="http://schemas.openxmlformats.org/officeDocument/2006/relationships/customXml" Target="../ink/ink60.xml"/><Relationship Id="rId141" Type="http://schemas.openxmlformats.org/officeDocument/2006/relationships/image" Target="../media/image73.png"/><Relationship Id="rId7" Type="http://schemas.openxmlformats.org/officeDocument/2006/relationships/image" Target="../media/image6.png"/><Relationship Id="rId162" Type="http://schemas.openxmlformats.org/officeDocument/2006/relationships/customXml" Target="../ink/ink81.xml"/><Relationship Id="rId183" Type="http://schemas.openxmlformats.org/officeDocument/2006/relationships/image" Target="../media/image94.png"/><Relationship Id="rId218" Type="http://schemas.openxmlformats.org/officeDocument/2006/relationships/customXml" Target="../ink/ink109.xml"/><Relationship Id="rId239" Type="http://schemas.openxmlformats.org/officeDocument/2006/relationships/image" Target="../media/image122.png"/><Relationship Id="rId250" Type="http://schemas.openxmlformats.org/officeDocument/2006/relationships/customXml" Target="../ink/ink125.xml"/><Relationship Id="rId271" Type="http://schemas.openxmlformats.org/officeDocument/2006/relationships/image" Target="../media/image138.png"/><Relationship Id="rId292" Type="http://schemas.openxmlformats.org/officeDocument/2006/relationships/customXml" Target="../ink/ink146.xml"/><Relationship Id="rId306" Type="http://schemas.openxmlformats.org/officeDocument/2006/relationships/image" Target="../media/image155.png"/><Relationship Id="rId24" Type="http://schemas.openxmlformats.org/officeDocument/2006/relationships/customXml" Target="../ink/ink12.xml"/><Relationship Id="rId45" Type="http://schemas.openxmlformats.org/officeDocument/2006/relationships/image" Target="../media/image25.png"/><Relationship Id="rId66" Type="http://schemas.openxmlformats.org/officeDocument/2006/relationships/customXml" Target="../ink/ink33.xml"/><Relationship Id="rId87" Type="http://schemas.openxmlformats.org/officeDocument/2006/relationships/image" Target="../media/image46.png"/><Relationship Id="rId110" Type="http://schemas.openxmlformats.org/officeDocument/2006/relationships/customXml" Target="../ink/ink55.xml"/><Relationship Id="rId131" Type="http://schemas.openxmlformats.org/officeDocument/2006/relationships/image" Target="../media/image68.png"/><Relationship Id="rId152" Type="http://schemas.openxmlformats.org/officeDocument/2006/relationships/customXml" Target="../ink/ink76.xml"/><Relationship Id="rId173" Type="http://schemas.openxmlformats.org/officeDocument/2006/relationships/image" Target="../media/image89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7.png"/><Relationship Id="rId240" Type="http://schemas.openxmlformats.org/officeDocument/2006/relationships/customXml" Target="../ink/ink120.xml"/><Relationship Id="rId261" Type="http://schemas.openxmlformats.org/officeDocument/2006/relationships/image" Target="../media/image133.png"/><Relationship Id="rId14" Type="http://schemas.openxmlformats.org/officeDocument/2006/relationships/customXml" Target="../ink/ink7.xml"/><Relationship Id="rId35" Type="http://schemas.openxmlformats.org/officeDocument/2006/relationships/image" Target="../media/image20.png"/><Relationship Id="rId56" Type="http://schemas.openxmlformats.org/officeDocument/2006/relationships/customXml" Target="../ink/ink28.xml"/><Relationship Id="rId77" Type="http://schemas.openxmlformats.org/officeDocument/2006/relationships/image" Target="../media/image41.png"/><Relationship Id="rId100" Type="http://schemas.openxmlformats.org/officeDocument/2006/relationships/customXml" Target="../ink/ink50.xml"/><Relationship Id="rId282" Type="http://schemas.openxmlformats.org/officeDocument/2006/relationships/customXml" Target="../ink/ink141.xml"/><Relationship Id="rId317" Type="http://schemas.openxmlformats.org/officeDocument/2006/relationships/customXml" Target="../ink/ink159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3.png"/><Relationship Id="rId142" Type="http://schemas.openxmlformats.org/officeDocument/2006/relationships/customXml" Target="../ink/ink71.xml"/><Relationship Id="rId163" Type="http://schemas.openxmlformats.org/officeDocument/2006/relationships/image" Target="../media/image84.png"/><Relationship Id="rId184" Type="http://schemas.openxmlformats.org/officeDocument/2006/relationships/customXml" Target="../ink/ink92.xml"/><Relationship Id="rId219" Type="http://schemas.openxmlformats.org/officeDocument/2006/relationships/image" Target="../media/image112.png"/><Relationship Id="rId230" Type="http://schemas.openxmlformats.org/officeDocument/2006/relationships/customXml" Target="../ink/ink115.xml"/><Relationship Id="rId251" Type="http://schemas.openxmlformats.org/officeDocument/2006/relationships/image" Target="../media/image128.png"/><Relationship Id="rId25" Type="http://schemas.openxmlformats.org/officeDocument/2006/relationships/image" Target="../media/image15.png"/><Relationship Id="rId46" Type="http://schemas.openxmlformats.org/officeDocument/2006/relationships/customXml" Target="../ink/ink23.xml"/><Relationship Id="rId67" Type="http://schemas.openxmlformats.org/officeDocument/2006/relationships/image" Target="../media/image36.png"/><Relationship Id="rId272" Type="http://schemas.openxmlformats.org/officeDocument/2006/relationships/customXml" Target="../ink/ink136.xml"/><Relationship Id="rId293" Type="http://schemas.openxmlformats.org/officeDocument/2006/relationships/customXml" Target="../ink/ink147.xml"/><Relationship Id="rId307" Type="http://schemas.openxmlformats.org/officeDocument/2006/relationships/customXml" Target="../ink/ink154.xml"/><Relationship Id="rId88" Type="http://schemas.openxmlformats.org/officeDocument/2006/relationships/customXml" Target="../ink/ink44.xml"/><Relationship Id="rId111" Type="http://schemas.openxmlformats.org/officeDocument/2006/relationships/image" Target="../media/image58.png"/><Relationship Id="rId132" Type="http://schemas.openxmlformats.org/officeDocument/2006/relationships/customXml" Target="../ink/ink66.xml"/><Relationship Id="rId153" Type="http://schemas.openxmlformats.org/officeDocument/2006/relationships/image" Target="../media/image79.png"/><Relationship Id="rId174" Type="http://schemas.openxmlformats.org/officeDocument/2006/relationships/customXml" Target="../ink/ink87.xml"/><Relationship Id="rId195" Type="http://schemas.openxmlformats.org/officeDocument/2006/relationships/image" Target="../media/image100.png"/><Relationship Id="rId209" Type="http://schemas.openxmlformats.org/officeDocument/2006/relationships/image" Target="../media/image107.png"/><Relationship Id="rId220" Type="http://schemas.openxmlformats.org/officeDocument/2006/relationships/customXml" Target="../ink/ink110.xml"/><Relationship Id="rId241" Type="http://schemas.openxmlformats.org/officeDocument/2006/relationships/image" Target="../media/image123.png"/><Relationship Id="rId15" Type="http://schemas.openxmlformats.org/officeDocument/2006/relationships/image" Target="../media/image10.png"/><Relationship Id="rId36" Type="http://schemas.openxmlformats.org/officeDocument/2006/relationships/customXml" Target="../ink/ink18.xml"/><Relationship Id="rId57" Type="http://schemas.openxmlformats.org/officeDocument/2006/relationships/image" Target="../media/image31.png"/><Relationship Id="rId262" Type="http://schemas.openxmlformats.org/officeDocument/2006/relationships/customXml" Target="../ink/ink131.xml"/><Relationship Id="rId283" Type="http://schemas.openxmlformats.org/officeDocument/2006/relationships/image" Target="../media/image144.png"/><Relationship Id="rId318" Type="http://schemas.openxmlformats.org/officeDocument/2006/relationships/image" Target="../media/image161.png"/><Relationship Id="rId78" Type="http://schemas.openxmlformats.org/officeDocument/2006/relationships/customXml" Target="../ink/ink39.xml"/><Relationship Id="rId99" Type="http://schemas.openxmlformats.org/officeDocument/2006/relationships/image" Target="../media/image52.png"/><Relationship Id="rId101" Type="http://schemas.openxmlformats.org/officeDocument/2006/relationships/image" Target="../media/image53.png"/><Relationship Id="rId122" Type="http://schemas.openxmlformats.org/officeDocument/2006/relationships/customXml" Target="../ink/ink61.xml"/><Relationship Id="rId143" Type="http://schemas.openxmlformats.org/officeDocument/2006/relationships/image" Target="../media/image74.png"/><Relationship Id="rId164" Type="http://schemas.openxmlformats.org/officeDocument/2006/relationships/customXml" Target="../ink/ink82.xml"/><Relationship Id="rId185" Type="http://schemas.openxmlformats.org/officeDocument/2006/relationships/image" Target="../media/image95.png"/><Relationship Id="rId9" Type="http://schemas.openxmlformats.org/officeDocument/2006/relationships/image" Target="../media/image7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8.png"/><Relationship Id="rId252" Type="http://schemas.openxmlformats.org/officeDocument/2006/relationships/customXml" Target="../ink/ink126.xml"/><Relationship Id="rId273" Type="http://schemas.openxmlformats.org/officeDocument/2006/relationships/image" Target="../media/image139.png"/><Relationship Id="rId294" Type="http://schemas.openxmlformats.org/officeDocument/2006/relationships/image" Target="../media/image149.png"/><Relationship Id="rId308" Type="http://schemas.openxmlformats.org/officeDocument/2006/relationships/image" Target="../media/image156.png"/><Relationship Id="rId47" Type="http://schemas.openxmlformats.org/officeDocument/2006/relationships/image" Target="../media/image26.png"/><Relationship Id="rId68" Type="http://schemas.openxmlformats.org/officeDocument/2006/relationships/customXml" Target="../ink/ink34.xml"/><Relationship Id="rId89" Type="http://schemas.openxmlformats.org/officeDocument/2006/relationships/image" Target="../media/image47.png"/><Relationship Id="rId112" Type="http://schemas.openxmlformats.org/officeDocument/2006/relationships/customXml" Target="../ink/ink56.xml"/><Relationship Id="rId133" Type="http://schemas.openxmlformats.org/officeDocument/2006/relationships/image" Target="../media/image69.png"/><Relationship Id="rId154" Type="http://schemas.openxmlformats.org/officeDocument/2006/relationships/customXml" Target="../ink/ink77.xml"/><Relationship Id="rId175" Type="http://schemas.openxmlformats.org/officeDocument/2006/relationships/image" Target="../media/image90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3.png"/><Relationship Id="rId242" Type="http://schemas.openxmlformats.org/officeDocument/2006/relationships/customXml" Target="../ink/ink121.xml"/><Relationship Id="rId263" Type="http://schemas.openxmlformats.org/officeDocument/2006/relationships/image" Target="../media/image134.png"/><Relationship Id="rId284" Type="http://schemas.openxmlformats.org/officeDocument/2006/relationships/customXml" Target="../ink/ink142.xml"/><Relationship Id="rId319" Type="http://schemas.openxmlformats.org/officeDocument/2006/relationships/customXml" Target="../ink/ink160.xml"/><Relationship Id="rId37" Type="http://schemas.openxmlformats.org/officeDocument/2006/relationships/image" Target="../media/image21.png"/><Relationship Id="rId58" Type="http://schemas.openxmlformats.org/officeDocument/2006/relationships/customXml" Target="../ink/ink29.xml"/><Relationship Id="rId79" Type="http://schemas.openxmlformats.org/officeDocument/2006/relationships/image" Target="../media/image42.png"/><Relationship Id="rId102" Type="http://schemas.openxmlformats.org/officeDocument/2006/relationships/customXml" Target="../ink/ink51.xml"/><Relationship Id="rId123" Type="http://schemas.openxmlformats.org/officeDocument/2006/relationships/image" Target="../media/image64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5.png"/><Relationship Id="rId186" Type="http://schemas.openxmlformats.org/officeDocument/2006/relationships/customXml" Target="../ink/ink93.xml"/><Relationship Id="rId211" Type="http://schemas.openxmlformats.org/officeDocument/2006/relationships/image" Target="../media/image108.png"/><Relationship Id="rId232" Type="http://schemas.openxmlformats.org/officeDocument/2006/relationships/customXml" Target="../ink/ink116.xml"/><Relationship Id="rId253" Type="http://schemas.openxmlformats.org/officeDocument/2006/relationships/image" Target="../media/image129.png"/><Relationship Id="rId274" Type="http://schemas.openxmlformats.org/officeDocument/2006/relationships/customXml" Target="../ink/ink137.xml"/><Relationship Id="rId295" Type="http://schemas.openxmlformats.org/officeDocument/2006/relationships/customXml" Target="../ink/ink148.xml"/><Relationship Id="rId309" Type="http://schemas.openxmlformats.org/officeDocument/2006/relationships/customXml" Target="../ink/ink155.xml"/><Relationship Id="rId27" Type="http://schemas.openxmlformats.org/officeDocument/2006/relationships/image" Target="../media/image16.png"/><Relationship Id="rId48" Type="http://schemas.openxmlformats.org/officeDocument/2006/relationships/customXml" Target="../ink/ink24.xml"/><Relationship Id="rId69" Type="http://schemas.openxmlformats.org/officeDocument/2006/relationships/image" Target="../media/image37.png"/><Relationship Id="rId113" Type="http://schemas.openxmlformats.org/officeDocument/2006/relationships/image" Target="../media/image59.png"/><Relationship Id="rId134" Type="http://schemas.openxmlformats.org/officeDocument/2006/relationships/customXml" Target="../ink/ink67.xml"/><Relationship Id="rId320" Type="http://schemas.openxmlformats.org/officeDocument/2006/relationships/image" Target="../media/image162.png"/><Relationship Id="rId80" Type="http://schemas.openxmlformats.org/officeDocument/2006/relationships/customXml" Target="../ink/ink40.xml"/><Relationship Id="rId155" Type="http://schemas.openxmlformats.org/officeDocument/2006/relationships/image" Target="../media/image80.png"/><Relationship Id="rId176" Type="http://schemas.openxmlformats.org/officeDocument/2006/relationships/customXml" Target="../ink/ink88.xml"/><Relationship Id="rId197" Type="http://schemas.openxmlformats.org/officeDocument/2006/relationships/image" Target="../media/image101.png"/><Relationship Id="rId201" Type="http://schemas.openxmlformats.org/officeDocument/2006/relationships/image" Target="../media/image103.png"/><Relationship Id="rId222" Type="http://schemas.openxmlformats.org/officeDocument/2006/relationships/customXml" Target="../ink/ink111.xml"/><Relationship Id="rId243" Type="http://schemas.openxmlformats.org/officeDocument/2006/relationships/image" Target="../media/image124.png"/><Relationship Id="rId264" Type="http://schemas.openxmlformats.org/officeDocument/2006/relationships/customXml" Target="../ink/ink132.xml"/><Relationship Id="rId285" Type="http://schemas.openxmlformats.org/officeDocument/2006/relationships/image" Target="../media/image145.png"/><Relationship Id="rId17" Type="http://schemas.openxmlformats.org/officeDocument/2006/relationships/image" Target="../media/image11.png"/><Relationship Id="rId38" Type="http://schemas.openxmlformats.org/officeDocument/2006/relationships/customXml" Target="../ink/ink19.xml"/><Relationship Id="rId59" Type="http://schemas.openxmlformats.org/officeDocument/2006/relationships/image" Target="../media/image32.png"/><Relationship Id="rId103" Type="http://schemas.openxmlformats.org/officeDocument/2006/relationships/image" Target="../media/image54.png"/><Relationship Id="rId124" Type="http://schemas.openxmlformats.org/officeDocument/2006/relationships/customXml" Target="../ink/ink62.xml"/><Relationship Id="rId310" Type="http://schemas.openxmlformats.org/officeDocument/2006/relationships/image" Target="../media/image157.png"/><Relationship Id="rId70" Type="http://schemas.openxmlformats.org/officeDocument/2006/relationships/customXml" Target="../ink/ink35.xml"/><Relationship Id="rId91" Type="http://schemas.openxmlformats.org/officeDocument/2006/relationships/image" Target="../media/image48.png"/><Relationship Id="rId145" Type="http://schemas.openxmlformats.org/officeDocument/2006/relationships/image" Target="../media/image75.png"/><Relationship Id="rId166" Type="http://schemas.openxmlformats.org/officeDocument/2006/relationships/customXml" Target="../ink/ink83.xml"/><Relationship Id="rId187" Type="http://schemas.openxmlformats.org/officeDocument/2006/relationships/image" Target="../media/image96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106.xml"/><Relationship Id="rId233" Type="http://schemas.openxmlformats.org/officeDocument/2006/relationships/image" Target="../media/image119.png"/><Relationship Id="rId254" Type="http://schemas.openxmlformats.org/officeDocument/2006/relationships/customXml" Target="../ink/ink127.xml"/><Relationship Id="rId28" Type="http://schemas.openxmlformats.org/officeDocument/2006/relationships/customXml" Target="../ink/ink14.xml"/><Relationship Id="rId49" Type="http://schemas.openxmlformats.org/officeDocument/2006/relationships/image" Target="../media/image27.png"/><Relationship Id="rId114" Type="http://schemas.openxmlformats.org/officeDocument/2006/relationships/customXml" Target="../ink/ink57.xml"/><Relationship Id="rId275" Type="http://schemas.openxmlformats.org/officeDocument/2006/relationships/image" Target="../media/image140.png"/><Relationship Id="rId296" Type="http://schemas.openxmlformats.org/officeDocument/2006/relationships/image" Target="../media/image150.png"/><Relationship Id="rId300" Type="http://schemas.openxmlformats.org/officeDocument/2006/relationships/image" Target="../media/image152.png"/><Relationship Id="rId60" Type="http://schemas.openxmlformats.org/officeDocument/2006/relationships/customXml" Target="../ink/ink30.xml"/><Relationship Id="rId81" Type="http://schemas.openxmlformats.org/officeDocument/2006/relationships/image" Target="../media/image43.png"/><Relationship Id="rId135" Type="http://schemas.openxmlformats.org/officeDocument/2006/relationships/image" Target="../media/image70.png"/><Relationship Id="rId156" Type="http://schemas.openxmlformats.org/officeDocument/2006/relationships/customXml" Target="../ink/ink78.xml"/><Relationship Id="rId177" Type="http://schemas.openxmlformats.org/officeDocument/2006/relationships/image" Target="../media/image91.png"/><Relationship Id="rId198" Type="http://schemas.openxmlformats.org/officeDocument/2006/relationships/customXml" Target="../ink/ink99.xml"/><Relationship Id="rId321" Type="http://schemas.openxmlformats.org/officeDocument/2006/relationships/customXml" Target="../ink/ink161.xml"/><Relationship Id="rId202" Type="http://schemas.openxmlformats.org/officeDocument/2006/relationships/customXml" Target="../ink/ink101.xml"/><Relationship Id="rId223" Type="http://schemas.openxmlformats.org/officeDocument/2006/relationships/image" Target="../media/image114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22.png"/><Relationship Id="rId265" Type="http://schemas.openxmlformats.org/officeDocument/2006/relationships/image" Target="../media/image135.png"/><Relationship Id="rId286" Type="http://schemas.openxmlformats.org/officeDocument/2006/relationships/customXml" Target="../ink/ink143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5.png"/><Relationship Id="rId146" Type="http://schemas.openxmlformats.org/officeDocument/2006/relationships/customXml" Target="../ink/ink73.xml"/><Relationship Id="rId167" Type="http://schemas.openxmlformats.org/officeDocument/2006/relationships/image" Target="../media/image86.png"/><Relationship Id="rId188" Type="http://schemas.openxmlformats.org/officeDocument/2006/relationships/customXml" Target="../ink/ink94.xml"/><Relationship Id="rId311" Type="http://schemas.openxmlformats.org/officeDocument/2006/relationships/customXml" Target="../ink/ink156.xml"/><Relationship Id="rId71" Type="http://schemas.openxmlformats.org/officeDocument/2006/relationships/image" Target="../media/image38.png"/><Relationship Id="rId92" Type="http://schemas.openxmlformats.org/officeDocument/2006/relationships/customXml" Target="../ink/ink46.xml"/><Relationship Id="rId213" Type="http://schemas.openxmlformats.org/officeDocument/2006/relationships/image" Target="../media/image109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7.png"/><Relationship Id="rId255" Type="http://schemas.openxmlformats.org/officeDocument/2006/relationships/image" Target="../media/image130.png"/><Relationship Id="rId276" Type="http://schemas.openxmlformats.org/officeDocument/2006/relationships/customXml" Target="../ink/ink138.xml"/><Relationship Id="rId297" Type="http://schemas.openxmlformats.org/officeDocument/2006/relationships/customXml" Target="../ink/ink149.xml"/><Relationship Id="rId40" Type="http://schemas.openxmlformats.org/officeDocument/2006/relationships/customXml" Target="../ink/ink20.xml"/><Relationship Id="rId115" Type="http://schemas.openxmlformats.org/officeDocument/2006/relationships/image" Target="../media/image60.png"/><Relationship Id="rId136" Type="http://schemas.openxmlformats.org/officeDocument/2006/relationships/customXml" Target="../ink/ink68.xml"/><Relationship Id="rId157" Type="http://schemas.openxmlformats.org/officeDocument/2006/relationships/image" Target="../media/image81.png"/><Relationship Id="rId178" Type="http://schemas.openxmlformats.org/officeDocument/2006/relationships/customXml" Target="../ink/ink89.xml"/><Relationship Id="rId301" Type="http://schemas.openxmlformats.org/officeDocument/2006/relationships/customXml" Target="../ink/ink151.xml"/><Relationship Id="rId322" Type="http://schemas.openxmlformats.org/officeDocument/2006/relationships/image" Target="../media/image163.png"/><Relationship Id="rId61" Type="http://schemas.openxmlformats.org/officeDocument/2006/relationships/image" Target="../media/image33.png"/><Relationship Id="rId82" Type="http://schemas.openxmlformats.org/officeDocument/2006/relationships/customXml" Target="../ink/ink41.xml"/><Relationship Id="rId199" Type="http://schemas.openxmlformats.org/officeDocument/2006/relationships/image" Target="../media/image102.png"/><Relationship Id="rId203" Type="http://schemas.openxmlformats.org/officeDocument/2006/relationships/image" Target="../media/image104.png"/><Relationship Id="rId19" Type="http://schemas.openxmlformats.org/officeDocument/2006/relationships/image" Target="../media/image12.png"/><Relationship Id="rId224" Type="http://schemas.openxmlformats.org/officeDocument/2006/relationships/customXml" Target="../ink/ink112.xml"/><Relationship Id="rId245" Type="http://schemas.openxmlformats.org/officeDocument/2006/relationships/image" Target="../media/image125.png"/><Relationship Id="rId266" Type="http://schemas.openxmlformats.org/officeDocument/2006/relationships/customXml" Target="../ink/ink133.xml"/><Relationship Id="rId287" Type="http://schemas.openxmlformats.org/officeDocument/2006/relationships/image" Target="../media/image146.png"/><Relationship Id="rId30" Type="http://schemas.openxmlformats.org/officeDocument/2006/relationships/customXml" Target="../ink/ink15.xml"/><Relationship Id="rId105" Type="http://schemas.openxmlformats.org/officeDocument/2006/relationships/image" Target="../media/image55.png"/><Relationship Id="rId126" Type="http://schemas.openxmlformats.org/officeDocument/2006/relationships/customXml" Target="../ink/ink63.xml"/><Relationship Id="rId147" Type="http://schemas.openxmlformats.org/officeDocument/2006/relationships/image" Target="../media/image76.png"/><Relationship Id="rId168" Type="http://schemas.openxmlformats.org/officeDocument/2006/relationships/customXml" Target="../ink/ink84.xml"/><Relationship Id="rId312" Type="http://schemas.openxmlformats.org/officeDocument/2006/relationships/image" Target="../media/image158.png"/><Relationship Id="rId51" Type="http://schemas.openxmlformats.org/officeDocument/2006/relationships/image" Target="../media/image28.png"/><Relationship Id="rId72" Type="http://schemas.openxmlformats.org/officeDocument/2006/relationships/customXml" Target="../ink/ink36.xml"/><Relationship Id="rId93" Type="http://schemas.openxmlformats.org/officeDocument/2006/relationships/image" Target="../media/image49.png"/><Relationship Id="rId189" Type="http://schemas.openxmlformats.org/officeDocument/2006/relationships/image" Target="../media/image97.png"/><Relationship Id="rId3" Type="http://schemas.openxmlformats.org/officeDocument/2006/relationships/image" Target="../media/image4.png"/><Relationship Id="rId214" Type="http://schemas.openxmlformats.org/officeDocument/2006/relationships/customXml" Target="../ink/ink107.xml"/><Relationship Id="rId235" Type="http://schemas.openxmlformats.org/officeDocument/2006/relationships/image" Target="../media/image120.png"/><Relationship Id="rId256" Type="http://schemas.openxmlformats.org/officeDocument/2006/relationships/customXml" Target="../ink/ink128.xml"/><Relationship Id="rId277" Type="http://schemas.openxmlformats.org/officeDocument/2006/relationships/image" Target="../media/image141.png"/><Relationship Id="rId298" Type="http://schemas.openxmlformats.org/officeDocument/2006/relationships/image" Target="../media/image151.png"/><Relationship Id="rId116" Type="http://schemas.openxmlformats.org/officeDocument/2006/relationships/customXml" Target="../ink/ink58.xml"/><Relationship Id="rId137" Type="http://schemas.openxmlformats.org/officeDocument/2006/relationships/image" Target="../media/image71.png"/><Relationship Id="rId158" Type="http://schemas.openxmlformats.org/officeDocument/2006/relationships/customXml" Target="../ink/ink79.xml"/><Relationship Id="rId302" Type="http://schemas.openxmlformats.org/officeDocument/2006/relationships/image" Target="../media/image153.png"/><Relationship Id="rId20" Type="http://schemas.openxmlformats.org/officeDocument/2006/relationships/customXml" Target="../ink/ink10.xml"/><Relationship Id="rId41" Type="http://schemas.openxmlformats.org/officeDocument/2006/relationships/image" Target="../media/image23.png"/><Relationship Id="rId62" Type="http://schemas.openxmlformats.org/officeDocument/2006/relationships/customXml" Target="../ink/ink31.xml"/><Relationship Id="rId83" Type="http://schemas.openxmlformats.org/officeDocument/2006/relationships/image" Target="../media/image44.png"/><Relationship Id="rId179" Type="http://schemas.openxmlformats.org/officeDocument/2006/relationships/image" Target="../media/image92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5.png"/><Relationship Id="rId246" Type="http://schemas.openxmlformats.org/officeDocument/2006/relationships/customXml" Target="../ink/ink123.xml"/><Relationship Id="rId267" Type="http://schemas.openxmlformats.org/officeDocument/2006/relationships/image" Target="../media/image136.png"/><Relationship Id="rId288" Type="http://schemas.openxmlformats.org/officeDocument/2006/relationships/customXml" Target="../ink/ink144.xml"/><Relationship Id="rId106" Type="http://schemas.openxmlformats.org/officeDocument/2006/relationships/customXml" Target="../ink/ink53.xml"/><Relationship Id="rId127" Type="http://schemas.openxmlformats.org/officeDocument/2006/relationships/image" Target="../media/image66.png"/><Relationship Id="rId313" Type="http://schemas.openxmlformats.org/officeDocument/2006/relationships/customXml" Target="../ink/ink157.xml"/><Relationship Id="rId10" Type="http://schemas.openxmlformats.org/officeDocument/2006/relationships/customXml" Target="../ink/ink5.xml"/><Relationship Id="rId31" Type="http://schemas.openxmlformats.org/officeDocument/2006/relationships/image" Target="../media/image18.png"/><Relationship Id="rId52" Type="http://schemas.openxmlformats.org/officeDocument/2006/relationships/customXml" Target="../ink/ink26.xml"/><Relationship Id="rId73" Type="http://schemas.openxmlformats.org/officeDocument/2006/relationships/image" Target="../media/image39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7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10.png"/><Relationship Id="rId236" Type="http://schemas.openxmlformats.org/officeDocument/2006/relationships/customXml" Target="../ink/ink118.xml"/><Relationship Id="rId257" Type="http://schemas.openxmlformats.org/officeDocument/2006/relationships/image" Target="../media/image131.png"/><Relationship Id="rId278" Type="http://schemas.openxmlformats.org/officeDocument/2006/relationships/customXml" Target="../ink/ink139.xml"/><Relationship Id="rId303" Type="http://schemas.openxmlformats.org/officeDocument/2006/relationships/customXml" Target="../ink/ink152.xml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91" Type="http://schemas.openxmlformats.org/officeDocument/2006/relationships/image" Target="../media/image98.png"/><Relationship Id="rId205" Type="http://schemas.openxmlformats.org/officeDocument/2006/relationships/image" Target="../media/image105.png"/><Relationship Id="rId247" Type="http://schemas.openxmlformats.org/officeDocument/2006/relationships/image" Target="../media/image126.png"/><Relationship Id="rId107" Type="http://schemas.openxmlformats.org/officeDocument/2006/relationships/image" Target="../media/image56.png"/><Relationship Id="rId289" Type="http://schemas.openxmlformats.org/officeDocument/2006/relationships/image" Target="../media/image147.png"/><Relationship Id="rId11" Type="http://schemas.openxmlformats.org/officeDocument/2006/relationships/image" Target="../media/image8.png"/><Relationship Id="rId53" Type="http://schemas.openxmlformats.org/officeDocument/2006/relationships/image" Target="../media/image29.png"/><Relationship Id="rId149" Type="http://schemas.openxmlformats.org/officeDocument/2006/relationships/image" Target="../media/image77.png"/><Relationship Id="rId314" Type="http://schemas.openxmlformats.org/officeDocument/2006/relationships/image" Target="../media/image159.png"/><Relationship Id="rId95" Type="http://schemas.openxmlformats.org/officeDocument/2006/relationships/image" Target="../media/image50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Relationship Id="rId258" Type="http://schemas.openxmlformats.org/officeDocument/2006/relationships/customXml" Target="../ink/ink129.xml"/><Relationship Id="rId22" Type="http://schemas.openxmlformats.org/officeDocument/2006/relationships/customXml" Target="../ink/ink11.xml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71" Type="http://schemas.openxmlformats.org/officeDocument/2006/relationships/image" Target="../media/image88.png"/><Relationship Id="rId227" Type="http://schemas.openxmlformats.org/officeDocument/2006/relationships/image" Target="../media/image116.png"/><Relationship Id="rId269" Type="http://schemas.openxmlformats.org/officeDocument/2006/relationships/image" Target="../media/image137.png"/><Relationship Id="rId33" Type="http://schemas.openxmlformats.org/officeDocument/2006/relationships/image" Target="../media/image19.png"/><Relationship Id="rId129" Type="http://schemas.openxmlformats.org/officeDocument/2006/relationships/image" Target="../media/image67.png"/><Relationship Id="rId280" Type="http://schemas.openxmlformats.org/officeDocument/2006/relationships/customXml" Target="../ink/ink140.xml"/><Relationship Id="rId75" Type="http://schemas.openxmlformats.org/officeDocument/2006/relationships/image" Target="../media/image40.png"/><Relationship Id="rId140" Type="http://schemas.openxmlformats.org/officeDocument/2006/relationships/customXml" Target="../ink/ink70.xml"/><Relationship Id="rId182" Type="http://schemas.openxmlformats.org/officeDocument/2006/relationships/customXml" Target="../ink/ink91.xml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91" Type="http://schemas.openxmlformats.org/officeDocument/2006/relationships/image" Target="../media/image148.png"/><Relationship Id="rId305" Type="http://schemas.openxmlformats.org/officeDocument/2006/relationships/customXml" Target="../ink/ink153.xml"/><Relationship Id="rId44" Type="http://schemas.openxmlformats.org/officeDocument/2006/relationships/customXml" Target="../ink/ink22.xml"/><Relationship Id="rId86" Type="http://schemas.openxmlformats.org/officeDocument/2006/relationships/customXml" Target="../ink/ink43.xml"/><Relationship Id="rId151" Type="http://schemas.openxmlformats.org/officeDocument/2006/relationships/image" Target="../media/image78.png"/><Relationship Id="rId193" Type="http://schemas.openxmlformats.org/officeDocument/2006/relationships/image" Target="../media/image99.png"/><Relationship Id="rId207" Type="http://schemas.openxmlformats.org/officeDocument/2006/relationships/image" Target="../media/image106.png"/><Relationship Id="rId249" Type="http://schemas.openxmlformats.org/officeDocument/2006/relationships/image" Target="../media/image127.png"/><Relationship Id="rId13" Type="http://schemas.openxmlformats.org/officeDocument/2006/relationships/image" Target="../media/image9.png"/><Relationship Id="rId109" Type="http://schemas.openxmlformats.org/officeDocument/2006/relationships/image" Target="../media/image57.png"/><Relationship Id="rId260" Type="http://schemas.openxmlformats.org/officeDocument/2006/relationships/customXml" Target="../ink/ink130.xml"/><Relationship Id="rId316" Type="http://schemas.openxmlformats.org/officeDocument/2006/relationships/image" Target="../media/image16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2" Type="http://schemas.openxmlformats.org/officeDocument/2006/relationships/hyperlink" Target="https://github.com/soyuztechnologies/SAP_BTP_Training_CLD200/tree/master/Day%204/capm%20draft%20and%20value%20helps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-scm.com/download/win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77.png"/><Relationship Id="rId21" Type="http://schemas.openxmlformats.org/officeDocument/2006/relationships/customXml" Target="../ink/ink171.xml"/><Relationship Id="rId42" Type="http://schemas.openxmlformats.org/officeDocument/2006/relationships/image" Target="../media/image185.png"/><Relationship Id="rId47" Type="http://schemas.openxmlformats.org/officeDocument/2006/relationships/customXml" Target="../ink/ink184.xml"/><Relationship Id="rId63" Type="http://schemas.openxmlformats.org/officeDocument/2006/relationships/customXml" Target="../ink/ink192.xml"/><Relationship Id="rId68" Type="http://schemas.openxmlformats.org/officeDocument/2006/relationships/image" Target="../media/image198.png"/><Relationship Id="rId16" Type="http://schemas.openxmlformats.org/officeDocument/2006/relationships/image" Target="../media/image172.png"/><Relationship Id="rId11" Type="http://schemas.openxmlformats.org/officeDocument/2006/relationships/customXml" Target="../ink/ink166.xml"/><Relationship Id="rId24" Type="http://schemas.openxmlformats.org/officeDocument/2006/relationships/image" Target="../media/image176.png"/><Relationship Id="rId32" Type="http://schemas.openxmlformats.org/officeDocument/2006/relationships/image" Target="../media/image180.png"/><Relationship Id="rId37" Type="http://schemas.openxmlformats.org/officeDocument/2006/relationships/customXml" Target="../ink/ink179.xml"/><Relationship Id="rId40" Type="http://schemas.openxmlformats.org/officeDocument/2006/relationships/image" Target="../media/image184.png"/><Relationship Id="rId45" Type="http://schemas.openxmlformats.org/officeDocument/2006/relationships/customXml" Target="../ink/ink183.xml"/><Relationship Id="rId53" Type="http://schemas.openxmlformats.org/officeDocument/2006/relationships/customXml" Target="../ink/ink187.xml"/><Relationship Id="rId58" Type="http://schemas.openxmlformats.org/officeDocument/2006/relationships/image" Target="../media/image193.png"/><Relationship Id="rId66" Type="http://schemas.openxmlformats.org/officeDocument/2006/relationships/image" Target="../media/image197.png"/><Relationship Id="rId74" Type="http://schemas.openxmlformats.org/officeDocument/2006/relationships/image" Target="../media/image201.png"/><Relationship Id="rId79" Type="http://schemas.openxmlformats.org/officeDocument/2006/relationships/customXml" Target="../ink/ink200.xml"/><Relationship Id="rId5" Type="http://schemas.openxmlformats.org/officeDocument/2006/relationships/customXml" Target="../ink/ink163.xml"/><Relationship Id="rId61" Type="http://schemas.openxmlformats.org/officeDocument/2006/relationships/customXml" Target="../ink/ink191.xml"/><Relationship Id="rId19" Type="http://schemas.openxmlformats.org/officeDocument/2006/relationships/customXml" Target="../ink/ink170.xml"/><Relationship Id="rId14" Type="http://schemas.openxmlformats.org/officeDocument/2006/relationships/image" Target="../media/image171.png"/><Relationship Id="rId22" Type="http://schemas.openxmlformats.org/officeDocument/2006/relationships/image" Target="../media/image175.png"/><Relationship Id="rId27" Type="http://schemas.openxmlformats.org/officeDocument/2006/relationships/customXml" Target="../ink/ink174.xml"/><Relationship Id="rId30" Type="http://schemas.openxmlformats.org/officeDocument/2006/relationships/image" Target="../media/image179.png"/><Relationship Id="rId35" Type="http://schemas.openxmlformats.org/officeDocument/2006/relationships/customXml" Target="../ink/ink178.xml"/><Relationship Id="rId43" Type="http://schemas.openxmlformats.org/officeDocument/2006/relationships/customXml" Target="../ink/ink182.xml"/><Relationship Id="rId48" Type="http://schemas.openxmlformats.org/officeDocument/2006/relationships/image" Target="../media/image188.png"/><Relationship Id="rId56" Type="http://schemas.openxmlformats.org/officeDocument/2006/relationships/image" Target="../media/image192.png"/><Relationship Id="rId64" Type="http://schemas.openxmlformats.org/officeDocument/2006/relationships/image" Target="../media/image196.png"/><Relationship Id="rId69" Type="http://schemas.openxmlformats.org/officeDocument/2006/relationships/customXml" Target="../ink/ink195.xml"/><Relationship Id="rId77" Type="http://schemas.openxmlformats.org/officeDocument/2006/relationships/customXml" Target="../ink/ink199.xml"/><Relationship Id="rId8" Type="http://schemas.openxmlformats.org/officeDocument/2006/relationships/image" Target="../media/image168.png"/><Relationship Id="rId51" Type="http://schemas.openxmlformats.org/officeDocument/2006/relationships/customXml" Target="../ink/ink186.xml"/><Relationship Id="rId72" Type="http://schemas.openxmlformats.org/officeDocument/2006/relationships/image" Target="../media/image200.png"/><Relationship Id="rId80" Type="http://schemas.openxmlformats.org/officeDocument/2006/relationships/image" Target="../media/image204.png"/><Relationship Id="rId3" Type="http://schemas.openxmlformats.org/officeDocument/2006/relationships/customXml" Target="../ink/ink162.xml"/><Relationship Id="rId12" Type="http://schemas.openxmlformats.org/officeDocument/2006/relationships/image" Target="../media/image170.png"/><Relationship Id="rId17" Type="http://schemas.openxmlformats.org/officeDocument/2006/relationships/customXml" Target="../ink/ink169.xml"/><Relationship Id="rId25" Type="http://schemas.openxmlformats.org/officeDocument/2006/relationships/customXml" Target="../ink/ink173.xml"/><Relationship Id="rId33" Type="http://schemas.openxmlformats.org/officeDocument/2006/relationships/customXml" Target="../ink/ink177.xml"/><Relationship Id="rId38" Type="http://schemas.openxmlformats.org/officeDocument/2006/relationships/image" Target="../media/image183.png"/><Relationship Id="rId46" Type="http://schemas.openxmlformats.org/officeDocument/2006/relationships/image" Target="../media/image187.png"/><Relationship Id="rId59" Type="http://schemas.openxmlformats.org/officeDocument/2006/relationships/customXml" Target="../ink/ink190.xml"/><Relationship Id="rId67" Type="http://schemas.openxmlformats.org/officeDocument/2006/relationships/customXml" Target="../ink/ink194.xml"/><Relationship Id="rId20" Type="http://schemas.openxmlformats.org/officeDocument/2006/relationships/image" Target="../media/image174.png"/><Relationship Id="rId41" Type="http://schemas.openxmlformats.org/officeDocument/2006/relationships/customXml" Target="../ink/ink181.xml"/><Relationship Id="rId54" Type="http://schemas.openxmlformats.org/officeDocument/2006/relationships/image" Target="../media/image191.png"/><Relationship Id="rId62" Type="http://schemas.openxmlformats.org/officeDocument/2006/relationships/image" Target="../media/image195.png"/><Relationship Id="rId70" Type="http://schemas.openxmlformats.org/officeDocument/2006/relationships/image" Target="../media/image199.png"/><Relationship Id="rId75" Type="http://schemas.openxmlformats.org/officeDocument/2006/relationships/customXml" Target="../ink/ink19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7.png"/><Relationship Id="rId15" Type="http://schemas.openxmlformats.org/officeDocument/2006/relationships/customXml" Target="../ink/ink168.xml"/><Relationship Id="rId23" Type="http://schemas.openxmlformats.org/officeDocument/2006/relationships/customXml" Target="../ink/ink172.xml"/><Relationship Id="rId28" Type="http://schemas.openxmlformats.org/officeDocument/2006/relationships/image" Target="../media/image178.png"/><Relationship Id="rId36" Type="http://schemas.openxmlformats.org/officeDocument/2006/relationships/image" Target="../media/image182.png"/><Relationship Id="rId49" Type="http://schemas.openxmlformats.org/officeDocument/2006/relationships/customXml" Target="../ink/ink185.xml"/><Relationship Id="rId57" Type="http://schemas.openxmlformats.org/officeDocument/2006/relationships/customXml" Target="../ink/ink189.xml"/><Relationship Id="rId10" Type="http://schemas.openxmlformats.org/officeDocument/2006/relationships/image" Target="../media/image169.png"/><Relationship Id="rId31" Type="http://schemas.openxmlformats.org/officeDocument/2006/relationships/customXml" Target="../ink/ink176.xml"/><Relationship Id="rId44" Type="http://schemas.openxmlformats.org/officeDocument/2006/relationships/image" Target="../media/image186.png"/><Relationship Id="rId52" Type="http://schemas.openxmlformats.org/officeDocument/2006/relationships/image" Target="../media/image190.png"/><Relationship Id="rId60" Type="http://schemas.openxmlformats.org/officeDocument/2006/relationships/image" Target="../media/image194.png"/><Relationship Id="rId65" Type="http://schemas.openxmlformats.org/officeDocument/2006/relationships/customXml" Target="../ink/ink193.xml"/><Relationship Id="rId73" Type="http://schemas.openxmlformats.org/officeDocument/2006/relationships/customXml" Target="../ink/ink197.xml"/><Relationship Id="rId78" Type="http://schemas.openxmlformats.org/officeDocument/2006/relationships/image" Target="../media/image203.png"/><Relationship Id="rId4" Type="http://schemas.openxmlformats.org/officeDocument/2006/relationships/image" Target="../media/image166.png"/><Relationship Id="rId9" Type="http://schemas.openxmlformats.org/officeDocument/2006/relationships/customXml" Target="../ink/ink165.xml"/><Relationship Id="rId13" Type="http://schemas.openxmlformats.org/officeDocument/2006/relationships/customXml" Target="../ink/ink167.xml"/><Relationship Id="rId18" Type="http://schemas.openxmlformats.org/officeDocument/2006/relationships/image" Target="../media/image173.png"/><Relationship Id="rId39" Type="http://schemas.openxmlformats.org/officeDocument/2006/relationships/customXml" Target="../ink/ink180.xml"/><Relationship Id="rId34" Type="http://schemas.openxmlformats.org/officeDocument/2006/relationships/image" Target="../media/image181.png"/><Relationship Id="rId50" Type="http://schemas.openxmlformats.org/officeDocument/2006/relationships/image" Target="../media/image189.png"/><Relationship Id="rId55" Type="http://schemas.openxmlformats.org/officeDocument/2006/relationships/customXml" Target="../ink/ink188.xml"/><Relationship Id="rId76" Type="http://schemas.openxmlformats.org/officeDocument/2006/relationships/image" Target="../media/image202.png"/><Relationship Id="rId7" Type="http://schemas.openxmlformats.org/officeDocument/2006/relationships/customXml" Target="../ink/ink164.xml"/><Relationship Id="rId71" Type="http://schemas.openxmlformats.org/officeDocument/2006/relationships/customXml" Target="../ink/ink196.xml"/><Relationship Id="rId2" Type="http://schemas.openxmlformats.org/officeDocument/2006/relationships/image" Target="../media/image165.png"/><Relationship Id="rId29" Type="http://schemas.openxmlformats.org/officeDocument/2006/relationships/customXml" Target="../ink/ink17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jp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://www.twitter.com/" TargetMode="External"/><Relationship Id="rId2" Type="http://schemas.openxmlformats.org/officeDocument/2006/relationships/hyperlink" Target="http://www.facebook.com/" TargetMode="Externa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205.png"/><Relationship Id="rId4" Type="http://schemas.openxmlformats.org/officeDocument/2006/relationships/hyperlink" Target="http://www.dribbble.com/" TargetMode="Externa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1.jpeg"/><Relationship Id="rId3" Type="http://schemas.openxmlformats.org/officeDocument/2006/relationships/image" Target="../media/image206.jpeg"/><Relationship Id="rId7" Type="http://schemas.openxmlformats.org/officeDocument/2006/relationships/image" Target="../media/image210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9.tiff"/><Relationship Id="rId5" Type="http://schemas.openxmlformats.org/officeDocument/2006/relationships/image" Target="../media/image208.tiff"/><Relationship Id="rId4" Type="http://schemas.openxmlformats.org/officeDocument/2006/relationships/image" Target="../media/image207.tiff"/><Relationship Id="rId9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Title 735">
            <a:extLst>
              <a:ext uri="{FF2B5EF4-FFF2-40B4-BE49-F238E27FC236}">
                <a16:creationId xmlns:a16="http://schemas.microsoft.com/office/drawing/2014/main" id="{CE57EBF5-7CB4-4746-AB9E-3E8717897D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530893" y="2601545"/>
            <a:ext cx="5086633" cy="827455"/>
          </a:xfrm>
        </p:spPr>
        <p:txBody>
          <a:bodyPr anchor="ctr"/>
          <a:lstStyle/>
          <a:p>
            <a:r>
              <a:rPr lang="en-US" sz="4800" dirty="0">
                <a:solidFill>
                  <a:schemeClr val="bg1"/>
                </a:solidFill>
                <a:latin typeface="Arial Black" panose="020B0A04020102020204" pitchFamily="34" charset="0"/>
              </a:rPr>
              <a:t>SAP BTP Extension Suite Training</a:t>
            </a:r>
            <a:endParaRPr lang="en-IN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737" name="Subtitle 736">
            <a:extLst>
              <a:ext uri="{FF2B5EF4-FFF2-40B4-BE49-F238E27FC236}">
                <a16:creationId xmlns:a16="http://schemas.microsoft.com/office/drawing/2014/main" id="{700EA347-9CC8-4879-9255-16687B0BED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spc="100" dirty="0">
                <a:latin typeface="Cooper Black" panose="0208090404030B020404" pitchFamily="18" charset="0"/>
              </a:rPr>
              <a:t>www.AnubhavTrainings.com</a:t>
            </a:r>
          </a:p>
        </p:txBody>
      </p:sp>
      <p:sp>
        <p:nvSpPr>
          <p:cNvPr id="4" name="Subtitle 736">
            <a:extLst>
              <a:ext uri="{FF2B5EF4-FFF2-40B4-BE49-F238E27FC236}">
                <a16:creationId xmlns:a16="http://schemas.microsoft.com/office/drawing/2014/main" id="{3F065217-DE63-4532-8B57-61ED049613CD}"/>
              </a:ext>
            </a:extLst>
          </p:cNvPr>
          <p:cNvSpPr txBox="1">
            <a:spLocks/>
          </p:cNvSpPr>
          <p:nvPr/>
        </p:nvSpPr>
        <p:spPr>
          <a:xfrm>
            <a:off x="3296764" y="3933056"/>
            <a:ext cx="5595296" cy="531269"/>
          </a:xfrm>
          <a:prstGeom prst="rect">
            <a:avLst/>
          </a:prstGeom>
        </p:spPr>
        <p:txBody>
          <a:bodyPr vert="horz" lIns="0" tIns="60949" rIns="0" bIns="60949" rtlCol="0">
            <a:normAutofit/>
          </a:bodyPr>
          <a:lstStyle>
            <a:lvl1pPr marL="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400" kern="1200" smtClean="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marL="60946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2pPr>
            <a:lvl3pPr marL="1218936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3pPr>
            <a:lvl4pPr marL="182840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4pPr>
            <a:lvl5pPr marL="2437872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5pPr>
            <a:lvl6pPr marL="3047340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656808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4266275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875744" indent="0" algn="ctr" defTabSz="1218987" rtl="0" eaLnBrk="1" latinLnBrk="0" hangingPunct="1">
              <a:spcBef>
                <a:spcPct val="20000"/>
              </a:spcBef>
              <a:buFont typeface="Arial" pitchFamily="34" charset="0"/>
              <a:buNone/>
              <a:defRPr sz="27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sz="2000" dirty="0">
                <a:solidFill>
                  <a:srgbClr val="00B0F0"/>
                </a:solidFill>
                <a:latin typeface="Amasis MT Pro Black" panose="02040A04050005020304" pitchFamily="18" charset="0"/>
              </a:rPr>
              <a:t>Anubhav Oberoy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6565992-7E12-89E4-D7DB-B3B44A1FB17D}"/>
              </a:ext>
            </a:extLst>
          </p:cNvPr>
          <p:cNvSpPr txBox="1"/>
          <p:nvPr/>
        </p:nvSpPr>
        <p:spPr>
          <a:xfrm>
            <a:off x="5230316" y="4968381"/>
            <a:ext cx="396327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FFFF00"/>
                </a:solidFill>
              </a:rPr>
              <a:t>Follow excellence with sheer passion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BBA527F-59AB-2E34-6331-8D67B5F5CA3E}"/>
              </a:ext>
            </a:extLst>
          </p:cNvPr>
          <p:cNvSpPr/>
          <p:nvPr/>
        </p:nvSpPr>
        <p:spPr>
          <a:xfrm>
            <a:off x="3530893" y="1196752"/>
            <a:ext cx="2059463" cy="648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chemeClr val="accent2">
                    <a:lumMod val="50000"/>
                  </a:schemeClr>
                </a:solidFill>
              </a:rPr>
              <a:t>Day 11</a:t>
            </a:r>
          </a:p>
        </p:txBody>
      </p:sp>
    </p:spTree>
    <p:extLst>
      <p:ext uri="{BB962C8B-B14F-4D97-AF65-F5344CB8AC3E}">
        <p14:creationId xmlns:p14="http://schemas.microsoft.com/office/powerpoint/2010/main" val="686416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/>
          <p:cNvPicPr>
            <a:picLocks noGrp="1" noChangeAspect="1"/>
          </p:cNvPicPr>
          <p:nvPr>
            <p:ph type="pic" idx="1"/>
          </p:nvPr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solidFill>
            <a:schemeClr val="bg1">
              <a:lumMod val="95000"/>
            </a:schemeClr>
          </a:solidFill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EE1D1380-BC28-F74F-8866-BD4C0AD42595}"/>
              </a:ext>
            </a:extLst>
          </p:cNvPr>
          <p:cNvSpPr/>
          <p:nvPr/>
        </p:nvSpPr>
        <p:spPr>
          <a:xfrm>
            <a:off x="1587" y="-13391"/>
            <a:ext cx="12185651" cy="7589135"/>
          </a:xfrm>
          <a:prstGeom prst="rect">
            <a:avLst/>
          </a:prstGeom>
          <a:solidFill>
            <a:schemeClr val="bg1">
              <a:alpha val="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587" y="3190483"/>
            <a:ext cx="12185651" cy="2509639"/>
          </a:xfrm>
          <a:prstGeom prst="rect">
            <a:avLst/>
          </a:prstGeom>
          <a:gradFill flip="none" rotWithShape="1">
            <a:gsLst>
              <a:gs pos="13000">
                <a:srgbClr val="25B6C2">
                  <a:alpha val="50000"/>
                </a:srgbClr>
              </a:gs>
              <a:gs pos="100000">
                <a:srgbClr val="0692DB">
                  <a:alpha val="50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587" y="3362982"/>
            <a:ext cx="12185651" cy="2127761"/>
          </a:xfrm>
          <a:prstGeom prst="rect">
            <a:avLst/>
          </a:prstGeom>
          <a:gradFill flip="none" rotWithShape="1">
            <a:gsLst>
              <a:gs pos="13000">
                <a:srgbClr val="25B6C2"/>
              </a:gs>
              <a:gs pos="100000">
                <a:srgbClr val="0692DB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ko-KR" altLang="en-US" sz="1799">
              <a:solidFill>
                <a:srgbClr val="FFFFFF"/>
              </a:solidFill>
              <a:latin typeface="Arial" panose="020B0604020202020204"/>
              <a:ea typeface="굴림" panose="020B060000010101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3840714" y="3436579"/>
            <a:ext cx="4507397" cy="646163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3599" b="1" dirty="0">
                <a:solidFill>
                  <a:srgbClr val="FFFFFF"/>
                </a:solidFill>
                <a:latin typeface="Arial" panose="020B0604020202020204" pitchFamily="34" charset="0"/>
                <a:ea typeface="Cambria" panose="02040503050406030204" pitchFamily="18" charset="0"/>
                <a:cs typeface="Arial" panose="020B0604020202020204" pitchFamily="34" charset="0"/>
              </a:rPr>
              <a:t>DISCLAIMER</a:t>
            </a:r>
            <a:endParaRPr lang="en-US" sz="3299" spc="150" dirty="0">
              <a:solidFill>
                <a:srgbClr val="FFFFFF"/>
              </a:solidFill>
              <a:latin typeface="Arial" panose="020B0604020202020204" pitchFamily="34" charset="0"/>
              <a:ea typeface="Lato Medium" panose="020F0502020204030203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945CD40-9ABD-7441-A0F8-C5ACA34BB34C}"/>
              </a:ext>
            </a:extLst>
          </p:cNvPr>
          <p:cNvSpPr txBox="1"/>
          <p:nvPr/>
        </p:nvSpPr>
        <p:spPr>
          <a:xfrm>
            <a:off x="442020" y="4059852"/>
            <a:ext cx="11304786" cy="120001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 defTabSz="913943">
              <a:defRPr/>
            </a:pPr>
            <a:r>
              <a:rPr lang="en-IN" sz="2399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training content and delivery of this presentation is confidential, and cannot be recorded, or copied and distributed to any third party, without the written consent of Anubhav Trainings</a:t>
            </a:r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DB8A7F7E-7F2C-20C1-2A09-7D9F11F6AD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46940" y="0"/>
            <a:ext cx="1173316" cy="1158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31916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44CCC398-65A7-46D8-A239-10DEF44C09D8}"/>
              </a:ext>
            </a:extLst>
          </p:cNvPr>
          <p:cNvSpPr/>
          <p:nvPr/>
        </p:nvSpPr>
        <p:spPr>
          <a:xfrm>
            <a:off x="3453886" y="1340768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5" name="Rectangle: Rounded Corners 1124">
            <a:extLst>
              <a:ext uri="{FF2B5EF4-FFF2-40B4-BE49-F238E27FC236}">
                <a16:creationId xmlns:a16="http://schemas.microsoft.com/office/drawing/2014/main" id="{DD83FDAB-84C0-4E56-A834-5F4759E4D1B1}"/>
              </a:ext>
            </a:extLst>
          </p:cNvPr>
          <p:cNvSpPr/>
          <p:nvPr/>
        </p:nvSpPr>
        <p:spPr>
          <a:xfrm>
            <a:off x="3453886" y="3096490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6" name="Rectangle: Rounded Corners 1125">
            <a:extLst>
              <a:ext uri="{FF2B5EF4-FFF2-40B4-BE49-F238E27FC236}">
                <a16:creationId xmlns:a16="http://schemas.microsoft.com/office/drawing/2014/main" id="{FED1BB6A-A9A9-4E0A-A8CD-EEFB5750C983}"/>
              </a:ext>
            </a:extLst>
          </p:cNvPr>
          <p:cNvSpPr/>
          <p:nvPr/>
        </p:nvSpPr>
        <p:spPr>
          <a:xfrm>
            <a:off x="3453886" y="4852213"/>
            <a:ext cx="5281051" cy="1428357"/>
          </a:xfrm>
          <a:prstGeom prst="roundRect">
            <a:avLst>
              <a:gd name="adj" fmla="val 8960"/>
            </a:avLst>
          </a:prstGeom>
          <a:solidFill>
            <a:schemeClr val="accent3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21E75565-DE97-493A-B6B7-3FEC1D7EC345}"/>
              </a:ext>
            </a:extLst>
          </p:cNvPr>
          <p:cNvGrpSpPr/>
          <p:nvPr/>
        </p:nvGrpSpPr>
        <p:grpSpPr>
          <a:xfrm>
            <a:off x="4118572" y="1593781"/>
            <a:ext cx="3951680" cy="922336"/>
            <a:chOff x="1395616" y="871285"/>
            <a:chExt cx="3825734" cy="1064137"/>
          </a:xfrm>
        </p:grpSpPr>
        <p:sp>
          <p:nvSpPr>
            <p:cNvPr id="1136" name="TextBox 1135">
              <a:extLst>
                <a:ext uri="{FF2B5EF4-FFF2-40B4-BE49-F238E27FC236}">
                  <a16:creationId xmlns:a16="http://schemas.microsoft.com/office/drawing/2014/main" id="{19597974-6BD9-4F46-93D5-8E798AE68BD9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Draft and Create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37" name="TextBox 1136">
              <a:extLst>
                <a:ext uri="{FF2B5EF4-FFF2-40B4-BE49-F238E27FC236}">
                  <a16:creationId xmlns:a16="http://schemas.microsoft.com/office/drawing/2014/main" id="{F9DA7F84-AF3C-4C6B-8FBC-ADC07F02F13B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01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38" name="Group 1137">
            <a:extLst>
              <a:ext uri="{FF2B5EF4-FFF2-40B4-BE49-F238E27FC236}">
                <a16:creationId xmlns:a16="http://schemas.microsoft.com/office/drawing/2014/main" id="{1689CC76-F5C8-4D9A-940D-D0E9511DAD27}"/>
              </a:ext>
            </a:extLst>
          </p:cNvPr>
          <p:cNvGrpSpPr/>
          <p:nvPr/>
        </p:nvGrpSpPr>
        <p:grpSpPr>
          <a:xfrm>
            <a:off x="4118572" y="3349500"/>
            <a:ext cx="3951680" cy="922336"/>
            <a:chOff x="1395616" y="871285"/>
            <a:chExt cx="3825734" cy="1064137"/>
          </a:xfrm>
        </p:grpSpPr>
        <p:sp>
          <p:nvSpPr>
            <p:cNvPr id="1139" name="TextBox 1138">
              <a:extLst>
                <a:ext uri="{FF2B5EF4-FFF2-40B4-BE49-F238E27FC236}">
                  <a16:creationId xmlns:a16="http://schemas.microsoft.com/office/drawing/2014/main" id="{0EC594F9-42AA-48F0-91E3-A523A590A6A2}"/>
                </a:ext>
              </a:extLst>
            </p:cNvPr>
            <p:cNvSpPr txBox="1"/>
            <p:nvPr/>
          </p:nvSpPr>
          <p:spPr>
            <a:xfrm>
              <a:off x="2984420" y="1243564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Value Helps</a:t>
              </a:r>
            </a:p>
          </p:txBody>
        </p:sp>
        <p:sp>
          <p:nvSpPr>
            <p:cNvPr id="1140" name="TextBox 1139">
              <a:extLst>
                <a:ext uri="{FF2B5EF4-FFF2-40B4-BE49-F238E27FC236}">
                  <a16:creationId xmlns:a16="http://schemas.microsoft.com/office/drawing/2014/main" id="{958156DC-3EA6-4EBE-BADE-2321E29D81DE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02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grpSp>
        <p:nvGrpSpPr>
          <p:cNvPr id="1147" name="Group 1146">
            <a:extLst>
              <a:ext uri="{FF2B5EF4-FFF2-40B4-BE49-F238E27FC236}">
                <a16:creationId xmlns:a16="http://schemas.microsoft.com/office/drawing/2014/main" id="{17C38255-E89D-4911-9EAA-F048C7DFE484}"/>
              </a:ext>
            </a:extLst>
          </p:cNvPr>
          <p:cNvGrpSpPr/>
          <p:nvPr/>
        </p:nvGrpSpPr>
        <p:grpSpPr>
          <a:xfrm>
            <a:off x="4118572" y="5105223"/>
            <a:ext cx="3951680" cy="922336"/>
            <a:chOff x="1395616" y="871285"/>
            <a:chExt cx="3825734" cy="1064137"/>
          </a:xfrm>
        </p:grpSpPr>
        <p:sp>
          <p:nvSpPr>
            <p:cNvPr id="1148" name="TextBox 1147">
              <a:extLst>
                <a:ext uri="{FF2B5EF4-FFF2-40B4-BE49-F238E27FC236}">
                  <a16:creationId xmlns:a16="http://schemas.microsoft.com/office/drawing/2014/main" id="{E50F2C64-4496-4A40-ACCB-C5159AEC70D5}"/>
                </a:ext>
              </a:extLst>
            </p:cNvPr>
            <p:cNvSpPr txBox="1"/>
            <p:nvPr/>
          </p:nvSpPr>
          <p:spPr>
            <a:xfrm>
              <a:off x="2984420" y="1243563"/>
              <a:ext cx="2236930" cy="319585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r>
                <a:rPr lang="en-US" sz="1800" dirty="0">
                  <a:solidFill>
                    <a:srgbClr val="FFFFFF"/>
                  </a:solidFill>
                  <a:effectLst/>
                  <a:latin typeface="Segoe UI" panose="020B0502040204020203" pitchFamily="34" charset="0"/>
                  <a:ea typeface="Calibri Light" panose="020F0302020204030204" pitchFamily="34" charset="0"/>
                  <a:cs typeface="Segoe UI" panose="020B0502040204020203" pitchFamily="34" charset="0"/>
                </a:rPr>
                <a:t>Git and Git HUB</a:t>
              </a:r>
              <a:endParaRPr lang="en-US" sz="1800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  <p:sp>
          <p:nvSpPr>
            <p:cNvPr id="1149" name="TextBox 1148">
              <a:extLst>
                <a:ext uri="{FF2B5EF4-FFF2-40B4-BE49-F238E27FC236}">
                  <a16:creationId xmlns:a16="http://schemas.microsoft.com/office/drawing/2014/main" id="{0B9CA9D5-F695-4802-BE21-8B05D2B75909}"/>
                </a:ext>
              </a:extLst>
            </p:cNvPr>
            <p:cNvSpPr txBox="1"/>
            <p:nvPr/>
          </p:nvSpPr>
          <p:spPr>
            <a:xfrm>
              <a:off x="1395616" y="871285"/>
              <a:ext cx="1395288" cy="1064137"/>
            </a:xfrm>
            <a:prstGeom prst="rect">
              <a:avLst/>
            </a:prstGeom>
            <a:noFill/>
          </p:spPr>
          <p:txBody>
            <a:bodyPr wrap="square" lIns="0" tIns="0" rIns="0" bIns="0" rtlCol="0" anchor="ctr">
              <a:spAutoFit/>
            </a:bodyPr>
            <a:lstStyle/>
            <a:p>
              <a:pPr algn="ctr"/>
              <a:r>
                <a:rPr lang="en-US" sz="6000" b="1" kern="0" dirty="0">
                  <a:solidFill>
                    <a:schemeClr val="bg1"/>
                  </a:solidFill>
                  <a:latin typeface="Segoe UI" panose="020B0502040204020203" pitchFamily="34" charset="0"/>
                  <a:ea typeface="Calibri Light" charset="0"/>
                  <a:cs typeface="Segoe UI" panose="020B0502040204020203" pitchFamily="34" charset="0"/>
                </a:rPr>
                <a:t>03</a:t>
              </a:r>
              <a:endParaRPr lang="en-US" sz="6000" b="1" dirty="0">
                <a:solidFill>
                  <a:schemeClr val="bg1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endParaRPr>
            </a:p>
          </p:txBody>
        </p:sp>
      </p:grpSp>
      <p:sp>
        <p:nvSpPr>
          <p:cNvPr id="23" name="Title 22">
            <a:extLst>
              <a:ext uri="{FF2B5EF4-FFF2-40B4-BE49-F238E27FC236}">
                <a16:creationId xmlns:a16="http://schemas.microsoft.com/office/drawing/2014/main" id="{C261B0E4-159A-4067-AFE4-41EEF3B38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>
                <a:solidFill>
                  <a:schemeClr val="bg1"/>
                </a:solidFill>
                <a:latin typeface="Cooper Black" panose="0208090404030B020404" pitchFamily="18" charset="0"/>
              </a:rPr>
              <a:t>Agenda – Day 11</a:t>
            </a:r>
            <a:endParaRPr lang="en-IN" dirty="0">
              <a:solidFill>
                <a:schemeClr val="bg1"/>
              </a:solidFill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6199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>
                <a:latin typeface="Cooper Black" panose="0208090404030B020404" pitchFamily="18" charset="0"/>
              </a:rPr>
              <a:t>Association </a:t>
            </a:r>
            <a:r>
              <a:rPr lang="en-US" sz="3600" dirty="0" err="1">
                <a:latin typeface="Cooper Black" panose="0208090404030B020404" pitchFamily="18" charset="0"/>
              </a:rPr>
              <a:t>v.s</a:t>
            </a:r>
            <a:r>
              <a:rPr lang="en-US" sz="3600" dirty="0">
                <a:latin typeface="Cooper Black" panose="0208090404030B020404" pitchFamily="18" charset="0"/>
              </a:rPr>
              <a:t> Composition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40341-E5D0-6634-D158-3D49004F9177}"/>
              </a:ext>
            </a:extLst>
          </p:cNvPr>
          <p:cNvSpPr txBox="1"/>
          <p:nvPr/>
        </p:nvSpPr>
        <p:spPr>
          <a:xfrm>
            <a:off x="189756" y="836712"/>
            <a:ext cx="1180931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Association – a relationship between entities which is a lose coupling. Both objects should exist together. However, they can work independently. Airplane and passenger.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Composition – a relationship between entities which is a tight coupling. Both objects must exist together. They cannot function independently. Airplane and wings.</a:t>
            </a:r>
            <a:endParaRPr kumimoji="0" lang="en-IN" sz="20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5EA127-8BA3-3866-06A2-657078E4F9B9}"/>
              </a:ext>
            </a:extLst>
          </p:cNvPr>
          <p:cNvSpPr/>
          <p:nvPr/>
        </p:nvSpPr>
        <p:spPr>
          <a:xfrm>
            <a:off x="2349995" y="2841765"/>
            <a:ext cx="2088232" cy="1296144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Purchase Order Header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606A91-926C-9620-42A5-2FF1B06C6B7A}"/>
              </a:ext>
            </a:extLst>
          </p:cNvPr>
          <p:cNvSpPr/>
          <p:nvPr/>
        </p:nvSpPr>
        <p:spPr>
          <a:xfrm>
            <a:off x="6958507" y="4137909"/>
            <a:ext cx="2088232" cy="1296144"/>
          </a:xfrm>
          <a:prstGeom prst="rect">
            <a:avLst/>
          </a:prstGeom>
          <a:solidFill>
            <a:srgbClr val="202B50"/>
          </a:solidFill>
          <a:ln w="25400" cap="flat" cmpd="sng" algn="ctr">
            <a:solidFill>
              <a:schemeClr val="bg1"/>
            </a:solidFill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Purchase order Items</a:t>
            </a:r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756A476F-1392-FE1B-D5C2-178C25A73673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438227" y="3489837"/>
            <a:ext cx="2520280" cy="1296144"/>
          </a:xfrm>
          <a:prstGeom prst="bentConnector3">
            <a:avLst/>
          </a:prstGeom>
          <a:noFill/>
          <a:ln w="9525" cap="flat" cmpd="sng" algn="ctr">
            <a:solidFill>
              <a:schemeClr val="bg1"/>
            </a:solidFill>
            <a:prstDash val="solid"/>
          </a:ln>
          <a:effectLst/>
        </p:spPr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81A3FFC-973A-1674-A1DA-DD702CB922C3}"/>
              </a:ext>
            </a:extLst>
          </p:cNvPr>
          <p:cNvSpPr txBox="1"/>
          <p:nvPr/>
        </p:nvSpPr>
        <p:spPr>
          <a:xfrm>
            <a:off x="5086299" y="3129797"/>
            <a:ext cx="208823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composition</a:t>
            </a:r>
          </a:p>
        </p:txBody>
      </p:sp>
    </p:spTree>
    <p:extLst>
      <p:ext uri="{BB962C8B-B14F-4D97-AF65-F5344CB8AC3E}">
        <p14:creationId xmlns:p14="http://schemas.microsoft.com/office/powerpoint/2010/main" val="3157343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4C77C4-040E-9BAB-FD1B-6D9C72A75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F741C1D9-1D54-15C5-4D8A-27F790761DEC}"/>
                  </a:ext>
                </a:extLst>
              </p14:cNvPr>
              <p14:cNvContentPartPr/>
              <p14:nvPr/>
            </p14:nvContentPartPr>
            <p14:xfrm>
              <a:off x="8604508" y="5799812"/>
              <a:ext cx="129240" cy="11016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F741C1D9-1D54-15C5-4D8A-27F790761DEC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95508" y="5791172"/>
                <a:ext cx="146880" cy="127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04" name="Group 203">
            <a:extLst>
              <a:ext uri="{FF2B5EF4-FFF2-40B4-BE49-F238E27FC236}">
                <a16:creationId xmlns:a16="http://schemas.microsoft.com/office/drawing/2014/main" id="{96557A8F-FAFD-A458-4FD1-52F9E2036CD8}"/>
              </a:ext>
            </a:extLst>
          </p:cNvPr>
          <p:cNvGrpSpPr/>
          <p:nvPr/>
        </p:nvGrpSpPr>
        <p:grpSpPr>
          <a:xfrm>
            <a:off x="617908" y="1071932"/>
            <a:ext cx="11534400" cy="5795280"/>
            <a:chOff x="617908" y="1071932"/>
            <a:chExt cx="11534400" cy="5795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CF9705CE-B4EE-6C38-ED4E-1278439EE29F}"/>
                    </a:ext>
                  </a:extLst>
                </p14:cNvPr>
                <p14:cNvContentPartPr/>
                <p14:nvPr/>
              </p14:nvContentPartPr>
              <p14:xfrm>
                <a:off x="11077348" y="4795052"/>
                <a:ext cx="599400" cy="3628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CF9705CE-B4EE-6C38-ED4E-1278439EE29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1068348" y="4786412"/>
                  <a:ext cx="617040" cy="38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DDD1A037-D297-54D4-9B27-7A84C5A62688}"/>
                    </a:ext>
                  </a:extLst>
                </p14:cNvPr>
                <p14:cNvContentPartPr/>
                <p14:nvPr/>
              </p14:nvContentPartPr>
              <p14:xfrm>
                <a:off x="11137108" y="4828172"/>
                <a:ext cx="398880" cy="165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DDD1A037-D297-54D4-9B27-7A84C5A62688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1128468" y="4819532"/>
                  <a:ext cx="41652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FA121C5-4A8E-EAC0-A6AE-3C9BD6B91914}"/>
                    </a:ext>
                  </a:extLst>
                </p14:cNvPr>
                <p14:cNvContentPartPr/>
                <p14:nvPr/>
              </p14:nvContentPartPr>
              <p14:xfrm>
                <a:off x="1392988" y="2093252"/>
                <a:ext cx="4939560" cy="15048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FA121C5-4A8E-EAC0-A6AE-3C9BD6B91914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383988" y="2084612"/>
                  <a:ext cx="4957200" cy="15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98763ED-8FF9-3487-04B7-3D7756484216}"/>
                    </a:ext>
                  </a:extLst>
                </p14:cNvPr>
                <p14:cNvContentPartPr/>
                <p14:nvPr/>
              </p14:nvContentPartPr>
              <p14:xfrm>
                <a:off x="2384068" y="3321932"/>
                <a:ext cx="581040" cy="60480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98763ED-8FF9-3487-04B7-3D7756484216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75068" y="3313292"/>
                  <a:ext cx="598680" cy="62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9FDEF23-6D39-DE3E-0925-2386E470252F}"/>
                    </a:ext>
                  </a:extLst>
                </p14:cNvPr>
                <p14:cNvContentPartPr/>
                <p14:nvPr/>
              </p14:nvContentPartPr>
              <p14:xfrm>
                <a:off x="4014508" y="3208892"/>
                <a:ext cx="710640" cy="694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9FDEF23-6D39-DE3E-0925-2386E470252F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005508" y="3199892"/>
                  <a:ext cx="728280" cy="71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4ADCDC3-09AB-B714-19F3-F85C7D8E721B}"/>
                    </a:ext>
                  </a:extLst>
                </p14:cNvPr>
                <p14:cNvContentPartPr/>
                <p14:nvPr/>
              </p14:nvContentPartPr>
              <p14:xfrm>
                <a:off x="4775908" y="1071932"/>
                <a:ext cx="999360" cy="11790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4ADCDC3-09AB-B714-19F3-F85C7D8E721B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4766908" y="1063292"/>
                  <a:ext cx="1017000" cy="119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B64B581-F752-F319-36BC-0D9F8C521BE9}"/>
                    </a:ext>
                  </a:extLst>
                </p14:cNvPr>
                <p14:cNvContentPartPr/>
                <p14:nvPr/>
              </p14:nvContentPartPr>
              <p14:xfrm>
                <a:off x="5218348" y="2038892"/>
                <a:ext cx="128160" cy="151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B64B581-F752-F319-36BC-0D9F8C521BE9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5209348" y="2030252"/>
                  <a:ext cx="14580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C1E65D9-FCE9-3228-11D2-66E551B4E41D}"/>
                    </a:ext>
                  </a:extLst>
                </p14:cNvPr>
                <p14:cNvContentPartPr/>
                <p14:nvPr/>
              </p14:nvContentPartPr>
              <p14:xfrm>
                <a:off x="4742428" y="1144292"/>
                <a:ext cx="27000" cy="209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C1E65D9-FCE9-3228-11D2-66E551B4E41D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733428" y="1135652"/>
                  <a:ext cx="4464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F7FC1DB1-8A39-188A-71B1-1E0BE5A92324}"/>
                    </a:ext>
                  </a:extLst>
                </p14:cNvPr>
                <p14:cNvContentPartPr/>
                <p14:nvPr/>
              </p14:nvContentPartPr>
              <p14:xfrm>
                <a:off x="4756468" y="1158332"/>
                <a:ext cx="124560" cy="12492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F7FC1DB1-8A39-188A-71B1-1E0BE5A9232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47828" y="1149332"/>
                  <a:ext cx="1422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D80573CE-4D57-89E8-F907-AA41150DBB05}"/>
                    </a:ext>
                  </a:extLst>
                </p14:cNvPr>
                <p14:cNvContentPartPr/>
                <p14:nvPr/>
              </p14:nvContentPartPr>
              <p14:xfrm>
                <a:off x="4933588" y="1417892"/>
                <a:ext cx="49320" cy="97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D80573CE-4D57-89E8-F907-AA41150DBB0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24588" y="1409252"/>
                  <a:ext cx="66960" cy="2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8A0FB83-6BEF-62DF-3746-E78E93F16DFC}"/>
                    </a:ext>
                  </a:extLst>
                </p14:cNvPr>
                <p14:cNvContentPartPr/>
                <p14:nvPr/>
              </p14:nvContentPartPr>
              <p14:xfrm>
                <a:off x="5098108" y="1431572"/>
                <a:ext cx="103680" cy="28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8A0FB83-6BEF-62DF-3746-E78E93F16DFC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089108" y="1422572"/>
                  <a:ext cx="121320" cy="2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30419A4F-7F28-8CF2-501E-F294747C82E6}"/>
                    </a:ext>
                  </a:extLst>
                </p14:cNvPr>
                <p14:cNvContentPartPr/>
                <p14:nvPr/>
              </p14:nvContentPartPr>
              <p14:xfrm>
                <a:off x="5005948" y="1559012"/>
                <a:ext cx="47880" cy="3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30419A4F-7F28-8CF2-501E-F294747C82E6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996948" y="1550372"/>
                  <a:ext cx="65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94A85EE-EFF6-3E06-E3F6-CD4D957A76FC}"/>
                    </a:ext>
                  </a:extLst>
                </p14:cNvPr>
                <p14:cNvContentPartPr/>
                <p14:nvPr/>
              </p14:nvContentPartPr>
              <p14:xfrm>
                <a:off x="5413828" y="1541732"/>
                <a:ext cx="81360" cy="43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94A85EE-EFF6-3E06-E3F6-CD4D957A76FC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5405188" y="1533092"/>
                  <a:ext cx="9900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A63CD43C-FB1A-D87B-71C8-3330517F76B9}"/>
                    </a:ext>
                  </a:extLst>
                </p14:cNvPr>
                <p14:cNvContentPartPr/>
                <p14:nvPr/>
              </p14:nvContentPartPr>
              <p14:xfrm>
                <a:off x="5354428" y="1670972"/>
                <a:ext cx="221760" cy="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A63CD43C-FB1A-D87B-71C8-3330517F76B9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5345788" y="1661972"/>
                  <a:ext cx="2394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09B5493-4D3D-1FE7-A5E1-8BC89D56B056}"/>
                    </a:ext>
                  </a:extLst>
                </p14:cNvPr>
                <p14:cNvContentPartPr/>
                <p14:nvPr/>
              </p14:nvContentPartPr>
              <p14:xfrm>
                <a:off x="5084788" y="1692932"/>
                <a:ext cx="40320" cy="43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09B5493-4D3D-1FE7-A5E1-8BC89D56B056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076148" y="1683932"/>
                  <a:ext cx="57960" cy="2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EDE1641F-FBC7-9719-E169-4AF5CCD0771E}"/>
                    </a:ext>
                  </a:extLst>
                </p14:cNvPr>
                <p14:cNvContentPartPr/>
                <p14:nvPr/>
              </p14:nvContentPartPr>
              <p14:xfrm>
                <a:off x="4979668" y="1808852"/>
                <a:ext cx="16272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EDE1641F-FBC7-9719-E169-4AF5CCD0771E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4971028" y="1800212"/>
                  <a:ext cx="18036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49DABA1-C4AE-00D8-5DD6-0FB745C2183B}"/>
                    </a:ext>
                  </a:extLst>
                </p14:cNvPr>
                <p14:cNvContentPartPr/>
                <p14:nvPr/>
              </p14:nvContentPartPr>
              <p14:xfrm>
                <a:off x="5301868" y="1808852"/>
                <a:ext cx="17568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49DABA1-C4AE-00D8-5DD6-0FB745C2183B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5293228" y="1800212"/>
                  <a:ext cx="1933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8E2ADF2B-0056-AFEF-7FF1-68A2D8C6851F}"/>
                    </a:ext>
                  </a:extLst>
                </p14:cNvPr>
                <p14:cNvContentPartPr/>
                <p14:nvPr/>
              </p14:nvContentPartPr>
              <p14:xfrm>
                <a:off x="5039068" y="1970852"/>
                <a:ext cx="218160" cy="2268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8E2ADF2B-0056-AFEF-7FF1-68A2D8C6851F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5030068" y="1962212"/>
                  <a:ext cx="23580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88D717F-576F-DA77-FED2-31F41F800CB6}"/>
                    </a:ext>
                  </a:extLst>
                </p14:cNvPr>
                <p14:cNvContentPartPr/>
                <p14:nvPr/>
              </p14:nvContentPartPr>
              <p14:xfrm>
                <a:off x="6433348" y="1493132"/>
                <a:ext cx="335160" cy="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88D717F-576F-DA77-FED2-31F41F800CB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24708" y="1484132"/>
                  <a:ext cx="3528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4FCB451-8370-8630-3484-42D5C0D9D04F}"/>
                    </a:ext>
                  </a:extLst>
                </p14:cNvPr>
                <p14:cNvContentPartPr/>
                <p14:nvPr/>
              </p14:nvContentPartPr>
              <p14:xfrm>
                <a:off x="6183508" y="1456772"/>
                <a:ext cx="761760" cy="989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4FCB451-8370-8630-3484-42D5C0D9D04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174508" y="1447772"/>
                  <a:ext cx="779400" cy="10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B07C4CBA-E332-08C0-A34D-E21DF22BBCC4}"/>
                    </a:ext>
                  </a:extLst>
                </p14:cNvPr>
                <p14:cNvContentPartPr/>
                <p14:nvPr/>
              </p14:nvContentPartPr>
              <p14:xfrm>
                <a:off x="3190468" y="4027532"/>
                <a:ext cx="5991840" cy="579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B07C4CBA-E332-08C0-A34D-E21DF22BBCC4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3181468" y="4018532"/>
                  <a:ext cx="6009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61F82A3-C008-1388-11B5-9A5A51778245}"/>
                    </a:ext>
                  </a:extLst>
                </p14:cNvPr>
                <p14:cNvContentPartPr/>
                <p14:nvPr/>
              </p14:nvContentPartPr>
              <p14:xfrm>
                <a:off x="9229468" y="2867972"/>
                <a:ext cx="1581120" cy="10864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61F82A3-C008-1388-11B5-9A5A51778245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20828" y="2859332"/>
                  <a:ext cx="1598760" cy="110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8105BE5-23C6-5E62-B74C-A33DE5760507}"/>
                    </a:ext>
                  </a:extLst>
                </p14:cNvPr>
                <p14:cNvContentPartPr/>
                <p14:nvPr/>
              </p14:nvContentPartPr>
              <p14:xfrm>
                <a:off x="9321268" y="2828732"/>
                <a:ext cx="1901520" cy="1119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8105BE5-23C6-5E62-B74C-A33DE576050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312628" y="2819732"/>
                  <a:ext cx="1919160" cy="11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AAD56BD-961E-54B5-C6F3-0C9212AC386E}"/>
                    </a:ext>
                  </a:extLst>
                </p14:cNvPr>
                <p14:cNvContentPartPr/>
                <p14:nvPr/>
              </p14:nvContentPartPr>
              <p14:xfrm>
                <a:off x="8808268" y="4005932"/>
                <a:ext cx="1870560" cy="613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AAD56BD-961E-54B5-C6F3-0C9212AC386E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799628" y="3997292"/>
                  <a:ext cx="1888200" cy="63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9357C88-E2CE-5EE2-04B2-2D9963A50B8F}"/>
                    </a:ext>
                  </a:extLst>
                </p14:cNvPr>
                <p14:cNvContentPartPr/>
                <p14:nvPr/>
              </p14:nvContentPartPr>
              <p14:xfrm>
                <a:off x="10544188" y="4032572"/>
                <a:ext cx="461880" cy="525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9357C88-E2CE-5EE2-04B2-2D9963A50B8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535188" y="4023572"/>
                  <a:ext cx="479520" cy="54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89B0B5B-49C5-3089-6C64-40C8AE1AE31B}"/>
                    </a:ext>
                  </a:extLst>
                </p14:cNvPr>
                <p14:cNvContentPartPr/>
                <p14:nvPr/>
              </p14:nvContentPartPr>
              <p14:xfrm>
                <a:off x="9426028" y="2271812"/>
                <a:ext cx="265680" cy="4161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89B0B5B-49C5-3089-6C64-40C8AE1AE31B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417388" y="2263172"/>
                  <a:ext cx="283320" cy="43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95F8F8-689E-01C4-7FCE-40CE1C624371}"/>
                    </a:ext>
                  </a:extLst>
                </p14:cNvPr>
                <p14:cNvContentPartPr/>
                <p14:nvPr/>
              </p14:nvContentPartPr>
              <p14:xfrm>
                <a:off x="9746788" y="2489972"/>
                <a:ext cx="488880" cy="174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95F8F8-689E-01C4-7FCE-40CE1C624371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9738148" y="2481332"/>
                  <a:ext cx="5065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B5CD5A0-DF83-173F-5213-CD0C199E46AC}"/>
                    </a:ext>
                  </a:extLst>
                </p14:cNvPr>
                <p14:cNvContentPartPr/>
                <p14:nvPr/>
              </p14:nvContentPartPr>
              <p14:xfrm>
                <a:off x="10198948" y="2378732"/>
                <a:ext cx="37080" cy="93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B5CD5A0-DF83-173F-5213-CD0C199E46AC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10189948" y="2369732"/>
                  <a:ext cx="54720" cy="2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909FA76A-0E7C-5392-56C1-A9EC539105DB}"/>
                    </a:ext>
                  </a:extLst>
                </p14:cNvPr>
                <p14:cNvContentPartPr/>
                <p14:nvPr/>
              </p14:nvContentPartPr>
              <p14:xfrm>
                <a:off x="10276348" y="2363972"/>
                <a:ext cx="153360" cy="3297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909FA76A-0E7C-5392-56C1-A9EC539105D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10267708" y="2355332"/>
                  <a:ext cx="171000" cy="34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E1DA7CA-38E6-1FFB-540A-E41C6ADFBF43}"/>
                    </a:ext>
                  </a:extLst>
                </p14:cNvPr>
                <p14:cNvContentPartPr/>
                <p14:nvPr/>
              </p14:nvContentPartPr>
              <p14:xfrm>
                <a:off x="8224708" y="3329132"/>
                <a:ext cx="210960" cy="2685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E1DA7CA-38E6-1FFB-540A-E41C6ADFBF43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8215708" y="3320492"/>
                  <a:ext cx="22860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C43028B8-2CD3-DC8E-C018-5109F5CF2BFE}"/>
                    </a:ext>
                  </a:extLst>
                </p14:cNvPr>
                <p14:cNvContentPartPr/>
                <p14:nvPr/>
              </p14:nvContentPartPr>
              <p14:xfrm>
                <a:off x="8505508" y="3465212"/>
                <a:ext cx="72000" cy="1360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C43028B8-2CD3-DC8E-C018-5109F5CF2BFE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8496868" y="3456572"/>
                  <a:ext cx="8964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B81BD61-0364-E755-746B-415EC8531223}"/>
                    </a:ext>
                  </a:extLst>
                </p14:cNvPr>
                <p14:cNvContentPartPr/>
                <p14:nvPr/>
              </p14:nvContentPartPr>
              <p14:xfrm>
                <a:off x="8597668" y="3465572"/>
                <a:ext cx="131040" cy="1393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B81BD61-0364-E755-746B-415EC8531223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8589028" y="3456572"/>
                  <a:ext cx="1486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E94594EF-5EC2-22D7-DC74-7D3966146D81}"/>
                    </a:ext>
                  </a:extLst>
                </p14:cNvPr>
                <p14:cNvContentPartPr/>
                <p14:nvPr/>
              </p14:nvContentPartPr>
              <p14:xfrm>
                <a:off x="8788468" y="3315092"/>
                <a:ext cx="93960" cy="3672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E94594EF-5EC2-22D7-DC74-7D3966146D81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8779468" y="3306452"/>
                  <a:ext cx="111600" cy="38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10FC2C4-A142-27D8-E276-BDE3340A6138}"/>
                    </a:ext>
                  </a:extLst>
                </p14:cNvPr>
                <p14:cNvContentPartPr/>
                <p14:nvPr/>
              </p14:nvContentPartPr>
              <p14:xfrm>
                <a:off x="8769028" y="3525692"/>
                <a:ext cx="65160" cy="684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10FC2C4-A142-27D8-E276-BDE3340A6138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760028" y="3517052"/>
                  <a:ext cx="828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1BDEF9DA-8AEE-CBA1-AEAD-A1879ED7326A}"/>
                    </a:ext>
                  </a:extLst>
                </p14:cNvPr>
                <p14:cNvContentPartPr/>
                <p14:nvPr/>
              </p14:nvContentPartPr>
              <p14:xfrm>
                <a:off x="8913748" y="3417332"/>
                <a:ext cx="70920" cy="202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1BDEF9DA-8AEE-CBA1-AEAD-A1879ED7326A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905108" y="3408692"/>
                  <a:ext cx="885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A58AD72-65B8-ED8B-704B-F11D81FC5DAA}"/>
                    </a:ext>
                  </a:extLst>
                </p14:cNvPr>
                <p14:cNvContentPartPr/>
                <p14:nvPr/>
              </p14:nvContentPartPr>
              <p14:xfrm>
                <a:off x="8900068" y="3499412"/>
                <a:ext cx="90000" cy="72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A58AD72-65B8-ED8B-704B-F11D81FC5DAA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891428" y="3490772"/>
                  <a:ext cx="10764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3BAD5AE4-FA2B-7AF3-7D43-88D1AB2786F1}"/>
                    </a:ext>
                  </a:extLst>
                </p14:cNvPr>
                <p14:cNvContentPartPr/>
                <p14:nvPr/>
              </p14:nvContentPartPr>
              <p14:xfrm>
                <a:off x="8080348" y="3368012"/>
                <a:ext cx="84960" cy="2952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3BAD5AE4-FA2B-7AF3-7D43-88D1AB2786F1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071348" y="3359012"/>
                  <a:ext cx="10260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07C3839B-9318-A820-9000-ABFA5BABF0BE}"/>
                    </a:ext>
                  </a:extLst>
                </p14:cNvPr>
                <p14:cNvContentPartPr/>
                <p14:nvPr/>
              </p14:nvContentPartPr>
              <p14:xfrm>
                <a:off x="9031828" y="3321932"/>
                <a:ext cx="108000" cy="3146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07C3839B-9318-A820-9000-ABFA5BABF0B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9023188" y="3313292"/>
                  <a:ext cx="125640" cy="33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299E9C80-E30E-94A0-366C-C34169285B57}"/>
                    </a:ext>
                  </a:extLst>
                </p14:cNvPr>
                <p14:cNvContentPartPr/>
                <p14:nvPr/>
              </p14:nvContentPartPr>
              <p14:xfrm>
                <a:off x="9262228" y="3388172"/>
                <a:ext cx="393480" cy="20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299E9C80-E30E-94A0-366C-C34169285B57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53588" y="3379172"/>
                  <a:ext cx="4111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EF47779-FBEB-65D6-A3FF-7750C333615D}"/>
                    </a:ext>
                  </a:extLst>
                </p14:cNvPr>
                <p14:cNvContentPartPr/>
                <p14:nvPr/>
              </p14:nvContentPartPr>
              <p14:xfrm>
                <a:off x="9574348" y="3327692"/>
                <a:ext cx="100080" cy="1357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EF47779-FBEB-65D6-A3FF-7750C333615D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65348" y="3319052"/>
                  <a:ext cx="117720" cy="153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BE6BC295-7233-071C-2A95-FA464CFFB50D}"/>
                    </a:ext>
                  </a:extLst>
                </p14:cNvPr>
                <p14:cNvContentPartPr/>
                <p14:nvPr/>
              </p14:nvContentPartPr>
              <p14:xfrm>
                <a:off x="9897628" y="3032492"/>
                <a:ext cx="232560" cy="7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BE6BC295-7233-071C-2A95-FA464CFFB50D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88988" y="3023492"/>
                  <a:ext cx="2502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EB009FB5-A48D-D7D2-97A2-7D408C69DC94}"/>
                    </a:ext>
                  </a:extLst>
                </p14:cNvPr>
                <p14:cNvContentPartPr/>
                <p14:nvPr/>
              </p14:nvContentPartPr>
              <p14:xfrm>
                <a:off x="10282108" y="2999732"/>
                <a:ext cx="263520" cy="68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EB009FB5-A48D-D7D2-97A2-7D408C69DC9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10273108" y="2990732"/>
                  <a:ext cx="2811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1CC41C1A-AF40-D726-953F-300BA3849D76}"/>
                    </a:ext>
                  </a:extLst>
                </p14:cNvPr>
                <p14:cNvContentPartPr/>
                <p14:nvPr/>
              </p14:nvContentPartPr>
              <p14:xfrm>
                <a:off x="9873868" y="3199172"/>
                <a:ext cx="286560" cy="18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1CC41C1A-AF40-D726-953F-300BA3849D76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865228" y="3190172"/>
                  <a:ext cx="30420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C761CCB-332E-F3CD-F81E-BEA8FAABDD8E}"/>
                    </a:ext>
                  </a:extLst>
                </p14:cNvPr>
                <p14:cNvContentPartPr/>
                <p14:nvPr/>
              </p14:nvContentPartPr>
              <p14:xfrm>
                <a:off x="10374268" y="3216812"/>
                <a:ext cx="262800" cy="684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C761CCB-332E-F3CD-F81E-BEA8FAABDD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365268" y="3208172"/>
                  <a:ext cx="28044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95ACB05A-5E1A-F9CE-F2DB-C079E6500CFF}"/>
                    </a:ext>
                  </a:extLst>
                </p14:cNvPr>
                <p14:cNvContentPartPr/>
                <p14:nvPr/>
              </p14:nvContentPartPr>
              <p14:xfrm>
                <a:off x="9900508" y="3407252"/>
                <a:ext cx="663480" cy="13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95ACB05A-5E1A-F9CE-F2DB-C079E6500CF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9891508" y="3398252"/>
                  <a:ext cx="68112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72894D62-1505-67B7-3DF7-D78FD7D518C7}"/>
                    </a:ext>
                  </a:extLst>
                </p14:cNvPr>
                <p14:cNvContentPartPr/>
                <p14:nvPr/>
              </p14:nvContentPartPr>
              <p14:xfrm>
                <a:off x="10827868" y="3433532"/>
                <a:ext cx="222120" cy="68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72894D62-1505-67B7-3DF7-D78FD7D518C7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819228" y="3424892"/>
                  <a:ext cx="23976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24B8E8C4-7FD9-CF5B-ADB0-F7258B4690CC}"/>
                    </a:ext>
                  </a:extLst>
                </p14:cNvPr>
                <p14:cNvContentPartPr/>
                <p14:nvPr/>
              </p14:nvContentPartPr>
              <p14:xfrm>
                <a:off x="9893668" y="3611372"/>
                <a:ext cx="730440" cy="205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24B8E8C4-7FD9-CF5B-ADB0-F7258B4690C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9885028" y="3602732"/>
                  <a:ext cx="748080" cy="3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2E362CC2-607E-8467-30C9-9B54BAD7F122}"/>
                    </a:ext>
                  </a:extLst>
                </p14:cNvPr>
                <p14:cNvContentPartPr/>
                <p14:nvPr/>
              </p14:nvContentPartPr>
              <p14:xfrm>
                <a:off x="10920028" y="3644132"/>
                <a:ext cx="251640" cy="3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2E362CC2-607E-8467-30C9-9B54BAD7F122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0911388" y="3635492"/>
                  <a:ext cx="26928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7DB79828-5FCC-820E-1222-FB978A83FAB6}"/>
                    </a:ext>
                  </a:extLst>
                </p14:cNvPr>
                <p14:cNvContentPartPr/>
                <p14:nvPr/>
              </p14:nvContentPartPr>
              <p14:xfrm>
                <a:off x="10989148" y="3828452"/>
                <a:ext cx="456840" cy="7452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7DB79828-5FCC-820E-1222-FB978A83FAB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0980148" y="3819812"/>
                  <a:ext cx="474480" cy="76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318169C2-A913-2D67-A649-346F8746F9BD}"/>
                    </a:ext>
                  </a:extLst>
                </p14:cNvPr>
                <p14:cNvContentPartPr/>
                <p14:nvPr/>
              </p14:nvContentPartPr>
              <p14:xfrm>
                <a:off x="11321428" y="4512452"/>
                <a:ext cx="179280" cy="1058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318169C2-A913-2D67-A649-346F8746F9BD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11312788" y="4503452"/>
                  <a:ext cx="19692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264940D3-B5F1-E440-1C16-FC30C6B82DC5}"/>
                    </a:ext>
                  </a:extLst>
                </p14:cNvPr>
                <p14:cNvContentPartPr/>
                <p14:nvPr/>
              </p14:nvContentPartPr>
              <p14:xfrm>
                <a:off x="5847988" y="2565212"/>
                <a:ext cx="2656440" cy="853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264940D3-B5F1-E440-1C16-FC30C6B82DC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838988" y="2556572"/>
                  <a:ext cx="2674080" cy="87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0C1C251-3A49-7BAD-4B38-1554B65F81F2}"/>
                    </a:ext>
                  </a:extLst>
                </p14:cNvPr>
                <p14:cNvContentPartPr/>
                <p14:nvPr/>
              </p14:nvContentPartPr>
              <p14:xfrm>
                <a:off x="8241628" y="3334532"/>
                <a:ext cx="205200" cy="655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0C1C251-3A49-7BAD-4B38-1554B65F81F2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8232628" y="3325532"/>
                  <a:ext cx="2228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8513966-2E54-4832-0ED3-999947AF9AB4}"/>
                    </a:ext>
                  </a:extLst>
                </p14:cNvPr>
                <p14:cNvContentPartPr/>
                <p14:nvPr/>
              </p14:nvContentPartPr>
              <p14:xfrm>
                <a:off x="854788" y="4701092"/>
                <a:ext cx="137520" cy="324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8513966-2E54-4832-0ED3-999947AF9AB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846148" y="4692452"/>
                  <a:ext cx="15516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034B48C-C089-E91E-D388-5E4AFE034E84}"/>
                    </a:ext>
                  </a:extLst>
                </p14:cNvPr>
                <p14:cNvContentPartPr/>
                <p14:nvPr/>
              </p14:nvContentPartPr>
              <p14:xfrm>
                <a:off x="1053508" y="4846892"/>
                <a:ext cx="120240" cy="1335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034B48C-C089-E91E-D388-5E4AFE034E84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044868" y="4837892"/>
                  <a:ext cx="1378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22A2060-FA73-76A4-69E0-9E6445B7E211}"/>
                    </a:ext>
                  </a:extLst>
                </p14:cNvPr>
                <p14:cNvContentPartPr/>
                <p14:nvPr/>
              </p14:nvContentPartPr>
              <p14:xfrm>
                <a:off x="1237108" y="4771652"/>
                <a:ext cx="78840" cy="301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22A2060-FA73-76A4-69E0-9E6445B7E211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1228468" y="4763012"/>
                  <a:ext cx="964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50601EB-CE60-4491-ABCE-FB79E276266C}"/>
                    </a:ext>
                  </a:extLst>
                </p14:cNvPr>
                <p14:cNvContentPartPr/>
                <p14:nvPr/>
              </p14:nvContentPartPr>
              <p14:xfrm>
                <a:off x="1396588" y="4853372"/>
                <a:ext cx="147600" cy="1598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50601EB-CE60-4491-ABCE-FB79E276266C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1387948" y="4844732"/>
                  <a:ext cx="16524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1B3A78-668B-4A1B-99BD-4E8B96650889}"/>
                    </a:ext>
                  </a:extLst>
                </p14:cNvPr>
                <p14:cNvContentPartPr/>
                <p14:nvPr/>
              </p14:nvContentPartPr>
              <p14:xfrm>
                <a:off x="1617988" y="4847972"/>
                <a:ext cx="121680" cy="1306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1B3A78-668B-4A1B-99BD-4E8B96650889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608988" y="4839332"/>
                  <a:ext cx="13932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D0BCED8-1636-9B69-E44A-42CF55C4AFFE}"/>
                    </a:ext>
                  </a:extLst>
                </p14:cNvPr>
                <p14:cNvContentPartPr/>
                <p14:nvPr/>
              </p14:nvContentPartPr>
              <p14:xfrm>
                <a:off x="913108" y="5409212"/>
                <a:ext cx="147600" cy="2016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D0BCED8-1636-9B69-E44A-42CF55C4AFFE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904468" y="5400572"/>
                  <a:ext cx="16524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7E7F8788-4F10-4458-187F-C713E9CBACC6}"/>
                    </a:ext>
                  </a:extLst>
                </p14:cNvPr>
                <p14:cNvContentPartPr/>
                <p14:nvPr/>
              </p14:nvContentPartPr>
              <p14:xfrm>
                <a:off x="1133428" y="5379332"/>
                <a:ext cx="144720" cy="17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7E7F8788-4F10-4458-187F-C713E9CBACC6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124788" y="5370692"/>
                  <a:ext cx="16236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0F1E8512-A7EB-82CC-89AE-5DD0BF513F35}"/>
                    </a:ext>
                  </a:extLst>
                </p14:cNvPr>
                <p14:cNvContentPartPr/>
                <p14:nvPr/>
              </p14:nvContentPartPr>
              <p14:xfrm>
                <a:off x="1198228" y="5402012"/>
                <a:ext cx="281160" cy="1501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0F1E8512-A7EB-82CC-89AE-5DD0BF513F35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1189588" y="5393012"/>
                  <a:ext cx="29880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257A0E2-75CB-DDBE-C2DF-17CF62495F0A}"/>
                    </a:ext>
                  </a:extLst>
                </p14:cNvPr>
                <p14:cNvContentPartPr/>
                <p14:nvPr/>
              </p14:nvContentPartPr>
              <p14:xfrm>
                <a:off x="1549228" y="5407052"/>
                <a:ext cx="23760" cy="11988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257A0E2-75CB-DDBE-C2DF-17CF62495F0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1540588" y="5398052"/>
                  <a:ext cx="41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5F62DF9-FAF5-134F-BFB1-A09B798D7B21}"/>
                    </a:ext>
                  </a:extLst>
                </p14:cNvPr>
                <p14:cNvContentPartPr/>
                <p14:nvPr/>
              </p14:nvContentPartPr>
              <p14:xfrm>
                <a:off x="1749388" y="5366732"/>
                <a:ext cx="208080" cy="16920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5F62DF9-FAF5-134F-BFB1-A09B798D7B21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1740388" y="5358092"/>
                  <a:ext cx="22572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DEE206FA-E307-8301-F1C0-0BCA3152161F}"/>
                    </a:ext>
                  </a:extLst>
                </p14:cNvPr>
                <p14:cNvContentPartPr/>
                <p14:nvPr/>
              </p14:nvContentPartPr>
              <p14:xfrm>
                <a:off x="2032348" y="5370692"/>
                <a:ext cx="113040" cy="1371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DEE206FA-E307-8301-F1C0-0BCA3152161F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2023348" y="5361692"/>
                  <a:ext cx="130680" cy="15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B60C78A-2013-5C28-2D03-B0FC5DD07999}"/>
                    </a:ext>
                  </a:extLst>
                </p14:cNvPr>
                <p14:cNvContentPartPr/>
                <p14:nvPr/>
              </p14:nvContentPartPr>
              <p14:xfrm>
                <a:off x="2192188" y="5297612"/>
                <a:ext cx="146160" cy="196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B60C78A-2013-5C28-2D03-B0FC5DD07999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2183188" y="5288972"/>
                  <a:ext cx="16380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A86BA1AB-A543-6F36-DB6D-1538FADC0A0E}"/>
                    </a:ext>
                  </a:extLst>
                </p14:cNvPr>
                <p14:cNvContentPartPr/>
                <p14:nvPr/>
              </p14:nvContentPartPr>
              <p14:xfrm>
                <a:off x="2207308" y="5323172"/>
                <a:ext cx="114840" cy="19872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A86BA1AB-A543-6F36-DB6D-1538FADC0A0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2198668" y="5314532"/>
                  <a:ext cx="1324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CE410462-F44E-9C48-663B-259DB60550F7}"/>
                    </a:ext>
                  </a:extLst>
                </p14:cNvPr>
                <p14:cNvContentPartPr/>
                <p14:nvPr/>
              </p14:nvContentPartPr>
              <p14:xfrm>
                <a:off x="2407468" y="5348372"/>
                <a:ext cx="69120" cy="163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CE410462-F44E-9C48-663B-259DB60550F7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2398828" y="5339372"/>
                  <a:ext cx="8676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C2A3BC0A-D1AE-8F22-278D-F969DD8739F2}"/>
                    </a:ext>
                  </a:extLst>
                </p14:cNvPr>
                <p14:cNvContentPartPr/>
                <p14:nvPr/>
              </p14:nvContentPartPr>
              <p14:xfrm>
                <a:off x="2602228" y="5367452"/>
                <a:ext cx="27720" cy="147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C2A3BC0A-D1AE-8F22-278D-F969DD8739F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2593228" y="5358812"/>
                  <a:ext cx="45360" cy="16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BF9D3F8-A515-BC94-8662-3285A6A014AB}"/>
                    </a:ext>
                  </a:extLst>
                </p14:cNvPr>
                <p14:cNvContentPartPr/>
                <p14:nvPr/>
              </p14:nvContentPartPr>
              <p14:xfrm>
                <a:off x="2615548" y="5305172"/>
                <a:ext cx="174240" cy="1706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BF9D3F8-A515-BC94-8662-3285A6A014AB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2606548" y="5296172"/>
                  <a:ext cx="19188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9A8014F7-FD45-9B74-F56F-EFFC5F9794B5}"/>
                    </a:ext>
                  </a:extLst>
                </p14:cNvPr>
                <p14:cNvContentPartPr/>
                <p14:nvPr/>
              </p14:nvContentPartPr>
              <p14:xfrm>
                <a:off x="1584508" y="5135612"/>
                <a:ext cx="165960" cy="588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9A8014F7-FD45-9B74-F56F-EFFC5F9794B5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575868" y="5126612"/>
                  <a:ext cx="183600" cy="60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C12CCC6-5380-AF44-F53E-8650DF6B9BB3}"/>
                    </a:ext>
                  </a:extLst>
                </p14:cNvPr>
                <p14:cNvContentPartPr/>
                <p14:nvPr/>
              </p14:nvContentPartPr>
              <p14:xfrm>
                <a:off x="617908" y="5636012"/>
                <a:ext cx="2374200" cy="2779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C12CCC6-5380-AF44-F53E-8650DF6B9BB3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09268" y="5627372"/>
                  <a:ext cx="23918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3C67076A-CE20-7D76-4957-C39B5C58FA64}"/>
                    </a:ext>
                  </a:extLst>
                </p14:cNvPr>
                <p14:cNvContentPartPr/>
                <p14:nvPr/>
              </p14:nvContentPartPr>
              <p14:xfrm>
                <a:off x="918868" y="5256932"/>
                <a:ext cx="2261880" cy="3877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3C67076A-CE20-7D76-4957-C39B5C58FA6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10228" y="5247932"/>
                  <a:ext cx="2279520" cy="40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E360D49A-3F53-F78A-FCF4-DC9DC4568D59}"/>
                    </a:ext>
                  </a:extLst>
                </p14:cNvPr>
                <p14:cNvContentPartPr/>
                <p14:nvPr/>
              </p14:nvContentPartPr>
              <p14:xfrm>
                <a:off x="744268" y="5084852"/>
                <a:ext cx="2005560" cy="96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E360D49A-3F53-F78A-FCF4-DC9DC4568D59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35268" y="5076212"/>
                  <a:ext cx="2023200" cy="9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97D1AB4-789A-0C1D-8C9C-705F9E135E72}"/>
                    </a:ext>
                  </a:extLst>
                </p14:cNvPr>
                <p14:cNvContentPartPr/>
                <p14:nvPr/>
              </p14:nvContentPartPr>
              <p14:xfrm>
                <a:off x="3707428" y="4215452"/>
                <a:ext cx="184680" cy="7754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97D1AB4-789A-0C1D-8C9C-705F9E135E72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3698788" y="4206812"/>
                  <a:ext cx="202320" cy="79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82A2188-9F65-A93F-F580-E5BB5A7D4622}"/>
                    </a:ext>
                  </a:extLst>
                </p14:cNvPr>
                <p14:cNvContentPartPr/>
                <p14:nvPr/>
              </p14:nvContentPartPr>
              <p14:xfrm>
                <a:off x="3644068" y="4665812"/>
                <a:ext cx="277560" cy="1540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82A2188-9F65-A93F-F580-E5BB5A7D4622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635428" y="4657172"/>
                  <a:ext cx="2952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9F13B0AB-7420-D4B1-A95B-21DE64E42F01}"/>
                    </a:ext>
                  </a:extLst>
                </p14:cNvPr>
                <p14:cNvContentPartPr/>
                <p14:nvPr/>
              </p14:nvContentPartPr>
              <p14:xfrm>
                <a:off x="3959788" y="4548812"/>
                <a:ext cx="6840" cy="234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9F13B0AB-7420-D4B1-A95B-21DE64E42F01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951148" y="4540172"/>
                  <a:ext cx="24480" cy="4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247E4F30-C596-1872-7C94-0A6E84AB2AFD}"/>
                    </a:ext>
                  </a:extLst>
                </p14:cNvPr>
                <p14:cNvContentPartPr/>
                <p14:nvPr/>
              </p14:nvContentPartPr>
              <p14:xfrm>
                <a:off x="4024588" y="4650692"/>
                <a:ext cx="358560" cy="1587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247E4F30-C596-1872-7C94-0A6E84AB2AFD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015588" y="4641692"/>
                  <a:ext cx="37620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6932D2A3-116D-8DB8-D89F-5D677BC1FFDC}"/>
                    </a:ext>
                  </a:extLst>
                </p14:cNvPr>
                <p14:cNvContentPartPr/>
                <p14:nvPr/>
              </p14:nvContentPartPr>
              <p14:xfrm>
                <a:off x="4336348" y="4480052"/>
                <a:ext cx="12240" cy="194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6932D2A3-116D-8DB8-D89F-5D677BC1FFDC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27708" y="4471412"/>
                  <a:ext cx="298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6E4A4378-8C57-2C6C-27F2-5AE19B28E706}"/>
                    </a:ext>
                  </a:extLst>
                </p14:cNvPr>
                <p14:cNvContentPartPr/>
                <p14:nvPr/>
              </p14:nvContentPartPr>
              <p14:xfrm>
                <a:off x="3724708" y="5137412"/>
                <a:ext cx="2178000" cy="10105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6E4A4378-8C57-2C6C-27F2-5AE19B28E706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3715708" y="5128772"/>
                  <a:ext cx="2195640" cy="10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5723B352-32B2-AC0A-57AE-067722503FBA}"/>
                    </a:ext>
                  </a:extLst>
                </p14:cNvPr>
                <p14:cNvContentPartPr/>
                <p14:nvPr/>
              </p14:nvContentPartPr>
              <p14:xfrm>
                <a:off x="4111348" y="5045612"/>
                <a:ext cx="1958040" cy="9280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5723B352-32B2-AC0A-57AE-067722503FBA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4102708" y="5036612"/>
                  <a:ext cx="1975680" cy="9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A545141A-7A67-C03F-92B6-298387A43A20}"/>
                    </a:ext>
                  </a:extLst>
                </p14:cNvPr>
                <p14:cNvContentPartPr/>
                <p14:nvPr/>
              </p14:nvContentPartPr>
              <p14:xfrm>
                <a:off x="4184428" y="5437292"/>
                <a:ext cx="249480" cy="291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A545141A-7A67-C03F-92B6-298387A43A2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4175788" y="5428292"/>
                  <a:ext cx="2671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D3E69ECF-4C90-2FEC-3D21-9C245E2ED5A1}"/>
                    </a:ext>
                  </a:extLst>
                </p14:cNvPr>
                <p14:cNvContentPartPr/>
                <p14:nvPr/>
              </p14:nvContentPartPr>
              <p14:xfrm>
                <a:off x="4848268" y="5374652"/>
                <a:ext cx="527760" cy="198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D3E69ECF-4C90-2FEC-3D21-9C245E2ED5A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4839268" y="5366012"/>
                  <a:ext cx="54540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83DABD11-52CA-47F1-DC44-FBC8C49B903F}"/>
                    </a:ext>
                  </a:extLst>
                </p14:cNvPr>
                <p14:cNvContentPartPr/>
                <p14:nvPr/>
              </p14:nvContentPartPr>
              <p14:xfrm>
                <a:off x="4177228" y="5615132"/>
                <a:ext cx="401040" cy="23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83DABD11-52CA-47F1-DC44-FBC8C49B903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168228" y="5606132"/>
                  <a:ext cx="418680" cy="4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5F4C2F7A-CE2B-4D9B-3FDA-83DC56FE97E2}"/>
                    </a:ext>
                  </a:extLst>
                </p14:cNvPr>
                <p14:cNvContentPartPr/>
                <p14:nvPr/>
              </p14:nvContentPartPr>
              <p14:xfrm>
                <a:off x="5185228" y="5553212"/>
                <a:ext cx="408960" cy="126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5F4C2F7A-CE2B-4D9B-3FDA-83DC56FE97E2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5176228" y="5544212"/>
                  <a:ext cx="42660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E794ADAF-271F-796E-3D1A-9B2AFD1B7D1F}"/>
                    </a:ext>
                  </a:extLst>
                </p14:cNvPr>
                <p14:cNvContentPartPr/>
                <p14:nvPr/>
              </p14:nvContentPartPr>
              <p14:xfrm>
                <a:off x="5387548" y="5856692"/>
                <a:ext cx="33120" cy="4615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E794ADAF-271F-796E-3D1A-9B2AFD1B7D1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5378548" y="5847692"/>
                  <a:ext cx="50760" cy="4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007B4E7C-2A02-3740-3133-C36635A57C9C}"/>
                    </a:ext>
                  </a:extLst>
                </p14:cNvPr>
                <p14:cNvContentPartPr/>
                <p14:nvPr/>
              </p14:nvContentPartPr>
              <p14:xfrm>
                <a:off x="5379628" y="6223172"/>
                <a:ext cx="32760" cy="381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007B4E7C-2A02-3740-3133-C36635A57C9C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5370628" y="6214532"/>
                  <a:ext cx="5040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738026B-4A56-249E-516D-70C2918AF3DB}"/>
                    </a:ext>
                  </a:extLst>
                </p14:cNvPr>
                <p14:cNvContentPartPr/>
                <p14:nvPr/>
              </p14:nvContentPartPr>
              <p14:xfrm>
                <a:off x="5456308" y="6246212"/>
                <a:ext cx="89640" cy="51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738026B-4A56-249E-516D-70C2918AF3DB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5447308" y="6237572"/>
                  <a:ext cx="10728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162DCA5-C243-CE36-CC92-0C054BDA87F6}"/>
                    </a:ext>
                  </a:extLst>
                </p14:cNvPr>
                <p14:cNvContentPartPr/>
                <p14:nvPr/>
              </p14:nvContentPartPr>
              <p14:xfrm>
                <a:off x="5123308" y="6419012"/>
                <a:ext cx="770760" cy="153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162DCA5-C243-CE36-CC92-0C054BDA87F6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114308" y="6410372"/>
                  <a:ext cx="7884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035C3CD7-B9F6-C101-DE9D-CA31F5434136}"/>
                    </a:ext>
                  </a:extLst>
                </p14:cNvPr>
                <p14:cNvContentPartPr/>
                <p14:nvPr/>
              </p14:nvContentPartPr>
              <p14:xfrm>
                <a:off x="5084428" y="6538532"/>
                <a:ext cx="641160" cy="328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035C3CD7-B9F6-C101-DE9D-CA31F5434136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5075428" y="6529892"/>
                  <a:ext cx="658800" cy="34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830009D9-F5FB-2155-0848-9873EBCB7FB8}"/>
                    </a:ext>
                  </a:extLst>
                </p14:cNvPr>
                <p14:cNvContentPartPr/>
                <p14:nvPr/>
              </p14:nvContentPartPr>
              <p14:xfrm>
                <a:off x="5835388" y="6516212"/>
                <a:ext cx="52200" cy="34200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830009D9-F5FB-2155-0848-9873EBCB7FB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5826748" y="6507572"/>
                  <a:ext cx="69840" cy="35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9D52985B-F02E-0026-5E31-452C1314817A}"/>
                    </a:ext>
                  </a:extLst>
                </p14:cNvPr>
                <p14:cNvContentPartPr/>
                <p14:nvPr/>
              </p14:nvContentPartPr>
              <p14:xfrm>
                <a:off x="5999908" y="6552572"/>
                <a:ext cx="192960" cy="21744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9D52985B-F02E-0026-5E31-452C1314817A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5990908" y="6543572"/>
                  <a:ext cx="21060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38049EF9-EC8C-E638-0848-E72F018D6553}"/>
                    </a:ext>
                  </a:extLst>
                </p14:cNvPr>
                <p14:cNvContentPartPr/>
                <p14:nvPr/>
              </p14:nvContentPartPr>
              <p14:xfrm>
                <a:off x="6295828" y="6621332"/>
                <a:ext cx="65880" cy="1134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38049EF9-EC8C-E638-0848-E72F018D6553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6286828" y="6612692"/>
                  <a:ext cx="8352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62EC9081-5699-5B1D-6CDD-AB32D1D847D3}"/>
                    </a:ext>
                  </a:extLst>
                </p14:cNvPr>
                <p14:cNvContentPartPr/>
                <p14:nvPr/>
              </p14:nvContentPartPr>
              <p14:xfrm>
                <a:off x="6412828" y="6618452"/>
                <a:ext cx="170280" cy="13464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62EC9081-5699-5B1D-6CDD-AB32D1D847D3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6403828" y="6609452"/>
                  <a:ext cx="18792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B4E01451-FAC2-16F5-15E4-F31A15E961DE}"/>
                    </a:ext>
                  </a:extLst>
                </p14:cNvPr>
                <p14:cNvContentPartPr/>
                <p14:nvPr/>
              </p14:nvContentPartPr>
              <p14:xfrm>
                <a:off x="6645028" y="6505412"/>
                <a:ext cx="58320" cy="337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B4E01451-FAC2-16F5-15E4-F31A15E961D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636388" y="6496412"/>
                  <a:ext cx="7596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AD2C3911-EC4B-0152-2D85-18D0ECAD3341}"/>
                    </a:ext>
                  </a:extLst>
                </p14:cNvPr>
                <p14:cNvContentPartPr/>
                <p14:nvPr/>
              </p14:nvContentPartPr>
              <p14:xfrm>
                <a:off x="6611188" y="6664892"/>
                <a:ext cx="51840" cy="1872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AD2C3911-EC4B-0152-2D85-18D0ECAD3341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6602188" y="6656252"/>
                  <a:ext cx="6948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423707C-4A3D-E5C1-6B4B-72858E76FC1F}"/>
                    </a:ext>
                  </a:extLst>
                </p14:cNvPr>
                <p14:cNvContentPartPr/>
                <p14:nvPr/>
              </p14:nvContentPartPr>
              <p14:xfrm>
                <a:off x="6804508" y="6570212"/>
                <a:ext cx="48600" cy="2095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423707C-4A3D-E5C1-6B4B-72858E76FC1F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6795508" y="6561212"/>
                  <a:ext cx="6624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4DC0A470-D26F-9DF8-5897-415F60948FA2}"/>
                    </a:ext>
                  </a:extLst>
                </p14:cNvPr>
                <p14:cNvContentPartPr/>
                <p14:nvPr/>
              </p14:nvContentPartPr>
              <p14:xfrm>
                <a:off x="6788668" y="6653012"/>
                <a:ext cx="46080" cy="637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4DC0A470-D26F-9DF8-5897-415F60948FA2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779668" y="6644012"/>
                  <a:ext cx="63720" cy="8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4607E269-C908-5D2A-44A0-3C6180272C6F}"/>
                    </a:ext>
                  </a:extLst>
                </p14:cNvPr>
                <p14:cNvContentPartPr/>
                <p14:nvPr/>
              </p14:nvContentPartPr>
              <p14:xfrm>
                <a:off x="5835388" y="6027332"/>
                <a:ext cx="1047600" cy="33624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4607E269-C908-5D2A-44A0-3C6180272C6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5826388" y="6018332"/>
                  <a:ext cx="1065240" cy="35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B72BD506-AF36-B9C0-EE54-6835B9AF2126}"/>
                    </a:ext>
                  </a:extLst>
                </p14:cNvPr>
                <p14:cNvContentPartPr/>
                <p14:nvPr/>
              </p14:nvContentPartPr>
              <p14:xfrm>
                <a:off x="6800188" y="5972252"/>
                <a:ext cx="244800" cy="1130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B72BD506-AF36-B9C0-EE54-6835B9AF212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6791548" y="5963612"/>
                  <a:ext cx="26244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45E8FE42-5690-FA88-C9E0-3CF2B1C10CC5}"/>
                    </a:ext>
                  </a:extLst>
                </p14:cNvPr>
                <p14:cNvContentPartPr/>
                <p14:nvPr/>
              </p14:nvContentPartPr>
              <p14:xfrm>
                <a:off x="6945268" y="5107892"/>
                <a:ext cx="47880" cy="7948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45E8FE42-5690-FA88-C9E0-3CF2B1C10CC5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6936268" y="5099252"/>
                  <a:ext cx="65520" cy="81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40671A4-1830-0FF8-00D4-28BFF7362B64}"/>
                    </a:ext>
                  </a:extLst>
                </p14:cNvPr>
                <p14:cNvContentPartPr/>
                <p14:nvPr/>
              </p14:nvContentPartPr>
              <p14:xfrm>
                <a:off x="6933748" y="5953172"/>
                <a:ext cx="1905120" cy="5364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40671A4-1830-0FF8-00D4-28BFF7362B64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6924748" y="5944172"/>
                  <a:ext cx="192276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E71947FD-2DFC-FCB8-9A59-5A86652B1B7B}"/>
                    </a:ext>
                  </a:extLst>
                </p14:cNvPr>
                <p14:cNvContentPartPr/>
                <p14:nvPr/>
              </p14:nvContentPartPr>
              <p14:xfrm>
                <a:off x="7512628" y="5134892"/>
                <a:ext cx="1980720" cy="8539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E71947FD-2DFC-FCB8-9A59-5A86652B1B7B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7503628" y="5125892"/>
                  <a:ext cx="1998360" cy="87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C0B9C4DE-377D-037E-B12B-3E2BCE440A6C}"/>
                    </a:ext>
                  </a:extLst>
                </p14:cNvPr>
                <p14:cNvContentPartPr/>
                <p14:nvPr/>
              </p14:nvContentPartPr>
              <p14:xfrm>
                <a:off x="7091428" y="5164052"/>
                <a:ext cx="566640" cy="1332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C0B9C4DE-377D-037E-B12B-3E2BCE440A6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7082428" y="5155412"/>
                  <a:ext cx="584280" cy="3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CDB0B2BE-9D02-E8DB-EBD7-D4FE4C04A67F}"/>
                    </a:ext>
                  </a:extLst>
                </p14:cNvPr>
                <p14:cNvContentPartPr/>
                <p14:nvPr/>
              </p14:nvContentPartPr>
              <p14:xfrm>
                <a:off x="7197268" y="6088172"/>
                <a:ext cx="196920" cy="17928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CDB0B2BE-9D02-E8DB-EBD7-D4FE4C04A67F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188628" y="6079532"/>
                  <a:ext cx="21456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349858F-2DBA-4516-E49E-A261E81C236D}"/>
                    </a:ext>
                  </a:extLst>
                </p14:cNvPr>
                <p14:cNvContentPartPr/>
                <p14:nvPr/>
              </p14:nvContentPartPr>
              <p14:xfrm>
                <a:off x="6567268" y="6109052"/>
                <a:ext cx="169920" cy="29268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349858F-2DBA-4516-E49E-A261E81C236D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6558628" y="6100052"/>
                  <a:ext cx="18756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B52FE050-C06A-6052-C256-17EE70D25D30}"/>
                    </a:ext>
                  </a:extLst>
                </p14:cNvPr>
                <p14:cNvContentPartPr/>
                <p14:nvPr/>
              </p14:nvContentPartPr>
              <p14:xfrm>
                <a:off x="6729628" y="6137852"/>
                <a:ext cx="765720" cy="19044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B52FE050-C06A-6052-C256-17EE70D25D30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6720988" y="6128852"/>
                  <a:ext cx="783360" cy="20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7CEBB8A-F130-1AA1-74E9-72113AAD968D}"/>
                    </a:ext>
                  </a:extLst>
                </p14:cNvPr>
                <p14:cNvContentPartPr/>
                <p14:nvPr/>
              </p14:nvContentPartPr>
              <p14:xfrm>
                <a:off x="7327948" y="5457092"/>
                <a:ext cx="295920" cy="118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7CEBB8A-F130-1AA1-74E9-72113AAD968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7319308" y="5448452"/>
                  <a:ext cx="3135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32CE4BAA-E0E0-1A50-5A1B-98BFC6DEB5F8}"/>
                    </a:ext>
                  </a:extLst>
                </p14:cNvPr>
                <p14:cNvContentPartPr/>
                <p14:nvPr/>
              </p14:nvContentPartPr>
              <p14:xfrm>
                <a:off x="8559148" y="5550332"/>
                <a:ext cx="181800" cy="6408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32CE4BAA-E0E0-1A50-5A1B-98BFC6DEB5F8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550148" y="5541332"/>
                  <a:ext cx="1994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8D46269-BC6E-0AED-242C-8B2D2BCCF038}"/>
                    </a:ext>
                  </a:extLst>
                </p14:cNvPr>
                <p14:cNvContentPartPr/>
                <p14:nvPr/>
              </p14:nvContentPartPr>
              <p14:xfrm>
                <a:off x="7907188" y="5724212"/>
                <a:ext cx="203400" cy="6552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8D46269-BC6E-0AED-242C-8B2D2BCCF038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7898188" y="5715212"/>
                  <a:ext cx="2210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9C5B3D65-462B-F69A-3B5F-612B8CE9056A}"/>
                    </a:ext>
                  </a:extLst>
                </p14:cNvPr>
                <p14:cNvContentPartPr/>
                <p14:nvPr/>
              </p14:nvContentPartPr>
              <p14:xfrm>
                <a:off x="6873268" y="6032372"/>
                <a:ext cx="1204920" cy="5007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9C5B3D65-462B-F69A-3B5F-612B8CE9056A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864268" y="6023372"/>
                  <a:ext cx="1222560" cy="51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6A77C56A-4E71-1628-72C2-24C29F3F6C7E}"/>
                    </a:ext>
                  </a:extLst>
                </p14:cNvPr>
                <p14:cNvContentPartPr/>
                <p14:nvPr/>
              </p14:nvContentPartPr>
              <p14:xfrm>
                <a:off x="6791188" y="6429092"/>
                <a:ext cx="103320" cy="1436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6A77C56A-4E71-1628-72C2-24C29F3F6C7E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782548" y="6420092"/>
                  <a:ext cx="1209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3F9F803A-3D2D-5D83-F759-5C19EA689982}"/>
                    </a:ext>
                  </a:extLst>
                </p14:cNvPr>
                <p14:cNvContentPartPr/>
                <p14:nvPr/>
              </p14:nvContentPartPr>
              <p14:xfrm>
                <a:off x="7903588" y="5517572"/>
                <a:ext cx="185760" cy="5760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3F9F803A-3D2D-5D83-F759-5C19EA689982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7894948" y="5508932"/>
                  <a:ext cx="2034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FCD6441A-BE1C-3C82-8F2B-D94536F94931}"/>
                    </a:ext>
                  </a:extLst>
                </p14:cNvPr>
                <p14:cNvContentPartPr/>
                <p14:nvPr/>
              </p14:nvContentPartPr>
              <p14:xfrm>
                <a:off x="7109068" y="6650132"/>
                <a:ext cx="1696320" cy="3348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FCD6441A-BE1C-3C82-8F2B-D94536F94931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7100428" y="6641492"/>
                  <a:ext cx="171396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2CBA9808-BF41-333D-3A08-4246D8B5DEA4}"/>
                    </a:ext>
                  </a:extLst>
                </p14:cNvPr>
                <p14:cNvContentPartPr/>
                <p14:nvPr/>
              </p14:nvContentPartPr>
              <p14:xfrm>
                <a:off x="9073588" y="6425852"/>
                <a:ext cx="213840" cy="2653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2CBA9808-BF41-333D-3A08-4246D8B5DEA4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9064588" y="6417212"/>
                  <a:ext cx="2314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FB11F6B5-7C0F-0CCE-AAD6-4DA411922FB2}"/>
                    </a:ext>
                  </a:extLst>
                </p14:cNvPr>
                <p14:cNvContentPartPr/>
                <p14:nvPr/>
              </p14:nvContentPartPr>
              <p14:xfrm>
                <a:off x="9320188" y="6511532"/>
                <a:ext cx="116280" cy="1666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FB11F6B5-7C0F-0CCE-AAD6-4DA411922FB2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9311188" y="6502892"/>
                  <a:ext cx="1339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2D1D7262-9BE8-B0A7-37D2-73671B3CD457}"/>
                    </a:ext>
                  </a:extLst>
                </p14:cNvPr>
                <p14:cNvContentPartPr/>
                <p14:nvPr/>
              </p14:nvContentPartPr>
              <p14:xfrm>
                <a:off x="9617548" y="6551852"/>
                <a:ext cx="2880" cy="14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2D1D7262-9BE8-B0A7-37D2-73671B3CD457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608548" y="6542852"/>
                  <a:ext cx="2052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16EFB4C-988D-B58D-9B65-E3D948E35741}"/>
                    </a:ext>
                  </a:extLst>
                </p14:cNvPr>
                <p14:cNvContentPartPr/>
                <p14:nvPr/>
              </p14:nvContentPartPr>
              <p14:xfrm>
                <a:off x="9393268" y="6534572"/>
                <a:ext cx="65160" cy="1641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16EFB4C-988D-B58D-9B65-E3D948E35741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384628" y="6525932"/>
                  <a:ext cx="828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C05C2750-3B9E-4BD1-473D-5B87F33A316B}"/>
                    </a:ext>
                  </a:extLst>
                </p14:cNvPr>
                <p14:cNvContentPartPr/>
                <p14:nvPr/>
              </p14:nvContentPartPr>
              <p14:xfrm>
                <a:off x="9508468" y="6571292"/>
                <a:ext cx="101880" cy="90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C05C2750-3B9E-4BD1-473D-5B87F33A316B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499828" y="6562652"/>
                  <a:ext cx="11952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BDE6BDBD-4C7B-A5B4-2AB8-9C1032CF94BE}"/>
                    </a:ext>
                  </a:extLst>
                </p14:cNvPr>
                <p14:cNvContentPartPr/>
                <p14:nvPr/>
              </p14:nvContentPartPr>
              <p14:xfrm>
                <a:off x="9670108" y="6501092"/>
                <a:ext cx="181800" cy="23112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BDE6BDBD-4C7B-A5B4-2AB8-9C1032CF94BE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9661108" y="6492092"/>
                  <a:ext cx="199440" cy="24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E0DD144D-6F3A-CCC1-9832-8DC4B4BB3565}"/>
                    </a:ext>
                  </a:extLst>
                </p14:cNvPr>
                <p14:cNvContentPartPr/>
                <p14:nvPr/>
              </p14:nvContentPartPr>
              <p14:xfrm>
                <a:off x="10000948" y="6549692"/>
                <a:ext cx="799560" cy="2880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E0DD144D-6F3A-CCC1-9832-8DC4B4BB3565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991948" y="6541052"/>
                  <a:ext cx="817200" cy="4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F31C8FC2-86DE-1B4E-B1FD-D4C37BAC09E5}"/>
                    </a:ext>
                  </a:extLst>
                </p14:cNvPr>
                <p14:cNvContentPartPr/>
                <p14:nvPr/>
              </p14:nvContentPartPr>
              <p14:xfrm>
                <a:off x="10665508" y="6418292"/>
                <a:ext cx="208800" cy="2293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F31C8FC2-86DE-1B4E-B1FD-D4C37BAC09E5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656868" y="6409652"/>
                  <a:ext cx="226440" cy="24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537CD256-5BBB-7F71-D32C-8C53041E3548}"/>
                    </a:ext>
                  </a:extLst>
                </p14:cNvPr>
                <p14:cNvContentPartPr/>
                <p14:nvPr/>
              </p14:nvContentPartPr>
              <p14:xfrm>
                <a:off x="11030908" y="6149372"/>
                <a:ext cx="1121400" cy="19800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537CD256-5BBB-7F71-D32C-8C53041E3548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1022268" y="6140732"/>
                  <a:ext cx="1139040" cy="2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0C945F2B-0730-D7E1-B8FF-4D0E38C80755}"/>
                    </a:ext>
                  </a:extLst>
                </p14:cNvPr>
                <p14:cNvContentPartPr/>
                <p14:nvPr/>
              </p14:nvContentPartPr>
              <p14:xfrm>
                <a:off x="11025148" y="6314972"/>
                <a:ext cx="2880" cy="201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0C945F2B-0730-D7E1-B8FF-4D0E38C8075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16508" y="6305972"/>
                  <a:ext cx="20520" cy="3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F4F06D7D-1573-C5D9-2134-7E70FFEAD2DF}"/>
                    </a:ext>
                  </a:extLst>
                </p14:cNvPr>
                <p14:cNvContentPartPr/>
                <p14:nvPr/>
              </p14:nvContentPartPr>
              <p14:xfrm>
                <a:off x="11017588" y="6446732"/>
                <a:ext cx="841320" cy="3826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F4F06D7D-1573-C5D9-2134-7E70FFEAD2DF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08588" y="6437732"/>
                  <a:ext cx="85896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7191225F-D41D-05EA-6D2C-B4BEEC84CBFD}"/>
                    </a:ext>
                  </a:extLst>
                </p14:cNvPr>
                <p14:cNvContentPartPr/>
                <p14:nvPr/>
              </p14:nvContentPartPr>
              <p14:xfrm>
                <a:off x="11905708" y="6391652"/>
                <a:ext cx="27720" cy="3477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7191225F-D41D-05EA-6D2C-B4BEEC84CBFD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897068" y="6382652"/>
                  <a:ext cx="45360" cy="36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3696EE9E-76E3-A78E-7160-B00346DB4AA6}"/>
                    </a:ext>
                  </a:extLst>
                </p14:cNvPr>
                <p14:cNvContentPartPr/>
                <p14:nvPr/>
              </p14:nvContentPartPr>
              <p14:xfrm>
                <a:off x="10574428" y="5888012"/>
                <a:ext cx="491760" cy="2037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3696EE9E-76E3-A78E-7160-B00346DB4AA6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10565428" y="5879012"/>
                  <a:ext cx="5094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D15F94B-39F6-EB15-8CBD-736B4F847C24}"/>
                    </a:ext>
                  </a:extLst>
                </p14:cNvPr>
                <p14:cNvContentPartPr/>
                <p14:nvPr/>
              </p14:nvContentPartPr>
              <p14:xfrm>
                <a:off x="11037028" y="5767052"/>
                <a:ext cx="28080" cy="154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D15F94B-39F6-EB15-8CBD-736B4F847C24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11028028" y="5758412"/>
                  <a:ext cx="45720" cy="3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0A3548A3-1A99-9FB0-199F-7BD617A56CEA}"/>
                    </a:ext>
                  </a:extLst>
                </p14:cNvPr>
                <p14:cNvContentPartPr/>
                <p14:nvPr/>
              </p14:nvContentPartPr>
              <p14:xfrm>
                <a:off x="11101468" y="5926892"/>
                <a:ext cx="160560" cy="82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0A3548A3-1A99-9FB0-199F-7BD617A56CEA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11092468" y="5918252"/>
                  <a:ext cx="17820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F9FAE989-F905-A052-DE76-058CA9DE4F48}"/>
                    </a:ext>
                  </a:extLst>
                </p14:cNvPr>
                <p14:cNvContentPartPr/>
                <p14:nvPr/>
              </p14:nvContentPartPr>
              <p14:xfrm>
                <a:off x="4663948" y="6377612"/>
                <a:ext cx="537480" cy="3106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F9FAE989-F905-A052-DE76-058CA9DE4F48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654948" y="6368972"/>
                  <a:ext cx="55512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4EE811BC-3810-7958-0175-00A796AEA016}"/>
                    </a:ext>
                  </a:extLst>
                </p14:cNvPr>
                <p14:cNvContentPartPr/>
                <p14:nvPr/>
              </p14:nvContentPartPr>
              <p14:xfrm>
                <a:off x="5499148" y="5821772"/>
                <a:ext cx="27360" cy="56160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4EE811BC-3810-7958-0175-00A796AEA016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5490508" y="5813132"/>
                  <a:ext cx="45000" cy="57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8125BE43-3F6D-E9D3-CED9-E94E6DF3BE5B}"/>
                    </a:ext>
                  </a:extLst>
                </p14:cNvPr>
                <p14:cNvContentPartPr/>
                <p14:nvPr/>
              </p14:nvContentPartPr>
              <p14:xfrm>
                <a:off x="5389708" y="6334772"/>
                <a:ext cx="158760" cy="67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8125BE43-3F6D-E9D3-CED9-E94E6DF3BE5B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5380708" y="6325772"/>
                  <a:ext cx="17640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D35C5683-4A47-0EAF-CE54-D635FC024E5A}"/>
                    </a:ext>
                  </a:extLst>
                </p14:cNvPr>
                <p14:cNvContentPartPr/>
                <p14:nvPr/>
              </p14:nvContentPartPr>
              <p14:xfrm>
                <a:off x="7150108" y="4892612"/>
                <a:ext cx="20520" cy="185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D35C5683-4A47-0EAF-CE54-D635FC024E5A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7141468" y="4883612"/>
                  <a:ext cx="381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F050C233-5B61-7397-D843-2B2E82A0B9D6}"/>
                    </a:ext>
                  </a:extLst>
                </p14:cNvPr>
                <p14:cNvContentPartPr/>
                <p14:nvPr/>
              </p14:nvContentPartPr>
              <p14:xfrm>
                <a:off x="7150468" y="4867052"/>
                <a:ext cx="861480" cy="18972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F050C233-5B61-7397-D843-2B2E82A0B9D6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7141828" y="4858052"/>
                  <a:ext cx="8791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9E9D6C7-89C4-8735-F944-4B6EDF24B8A4}"/>
                    </a:ext>
                  </a:extLst>
                </p14:cNvPr>
                <p14:cNvContentPartPr/>
                <p14:nvPr/>
              </p14:nvContentPartPr>
              <p14:xfrm>
                <a:off x="7128868" y="5038772"/>
                <a:ext cx="830160" cy="53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9E9D6C7-89C4-8735-F944-4B6EDF24B8A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7119868" y="5030132"/>
                  <a:ext cx="84780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6F46013E-140A-1C94-1797-92F9D5B359B2}"/>
                    </a:ext>
                  </a:extLst>
                </p14:cNvPr>
                <p14:cNvContentPartPr/>
                <p14:nvPr/>
              </p14:nvContentPartPr>
              <p14:xfrm>
                <a:off x="7709908" y="4953452"/>
                <a:ext cx="111960" cy="7200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6F46013E-140A-1C94-1797-92F9D5B359B2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7700908" y="4944452"/>
                  <a:ext cx="1296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F3D6E233-B2A8-14B6-F08E-D1F61D714FFC}"/>
                    </a:ext>
                  </a:extLst>
                </p14:cNvPr>
                <p14:cNvContentPartPr/>
                <p14:nvPr/>
              </p14:nvContentPartPr>
              <p14:xfrm>
                <a:off x="8801788" y="6091412"/>
                <a:ext cx="272160" cy="2365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F3D6E233-B2A8-14B6-F08E-D1F61D714FFC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8792788" y="6082772"/>
                  <a:ext cx="28980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2CF5D28A-D453-31D8-0105-85B207666373}"/>
                    </a:ext>
                  </a:extLst>
                </p14:cNvPr>
                <p14:cNvContentPartPr/>
                <p14:nvPr/>
              </p14:nvContentPartPr>
              <p14:xfrm>
                <a:off x="9014548" y="6262412"/>
                <a:ext cx="101160" cy="1011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2CF5D28A-D453-31D8-0105-85B207666373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9005908" y="6253412"/>
                  <a:ext cx="11880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02F05C03-93BD-1F4C-B743-92293955CCF6}"/>
                    </a:ext>
                  </a:extLst>
                </p14:cNvPr>
                <p14:cNvContentPartPr/>
                <p14:nvPr/>
              </p14:nvContentPartPr>
              <p14:xfrm>
                <a:off x="9849388" y="5360612"/>
                <a:ext cx="248760" cy="27612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02F05C03-93BD-1F4C-B743-92293955CCF6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9840748" y="5351972"/>
                  <a:ext cx="266400" cy="29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018FBF8-EBB1-B0E0-F0A7-07BC71A728E4}"/>
                    </a:ext>
                  </a:extLst>
                </p14:cNvPr>
                <p14:cNvContentPartPr/>
                <p14:nvPr/>
              </p14:nvContentPartPr>
              <p14:xfrm>
                <a:off x="10131988" y="5431532"/>
                <a:ext cx="175680" cy="1868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018FBF8-EBB1-B0E0-F0A7-07BC71A728E4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123348" y="5422892"/>
                  <a:ext cx="1933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A9689997-AC42-6318-82A6-AD08DCE97697}"/>
                    </a:ext>
                  </a:extLst>
                </p14:cNvPr>
                <p14:cNvContentPartPr/>
                <p14:nvPr/>
              </p14:nvContentPartPr>
              <p14:xfrm>
                <a:off x="10387228" y="5441252"/>
                <a:ext cx="19800" cy="173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A9689997-AC42-6318-82A6-AD08DCE9769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378588" y="5432612"/>
                  <a:ext cx="3744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136A352A-33E2-26D3-ABA7-88AF01E89DC9}"/>
                    </a:ext>
                  </a:extLst>
                </p14:cNvPr>
                <p14:cNvContentPartPr/>
                <p14:nvPr/>
              </p14:nvContentPartPr>
              <p14:xfrm>
                <a:off x="10402348" y="5381132"/>
                <a:ext cx="153000" cy="15120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136A352A-33E2-26D3-ABA7-88AF01E89DC9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0393708" y="5372132"/>
                  <a:ext cx="1706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57737D62-037C-66D7-5392-D31EEFB76E78}"/>
                    </a:ext>
                  </a:extLst>
                </p14:cNvPr>
                <p14:cNvContentPartPr/>
                <p14:nvPr/>
              </p14:nvContentPartPr>
              <p14:xfrm>
                <a:off x="10593148" y="5423252"/>
                <a:ext cx="31320" cy="1807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57737D62-037C-66D7-5392-D31EEFB76E78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0584508" y="5414612"/>
                  <a:ext cx="4896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430A423B-E094-57CC-CE5A-13CC56733756}"/>
                    </a:ext>
                  </a:extLst>
                </p14:cNvPr>
                <p14:cNvContentPartPr/>
                <p14:nvPr/>
              </p14:nvContentPartPr>
              <p14:xfrm>
                <a:off x="10564348" y="5381852"/>
                <a:ext cx="272160" cy="262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430A423B-E094-57CC-CE5A-13CC56733756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0555708" y="5372852"/>
                  <a:ext cx="28980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FEC88FF-5FF0-2AFF-7407-0DF2018F9E28}"/>
                    </a:ext>
                  </a:extLst>
                </p14:cNvPr>
                <p14:cNvContentPartPr/>
                <p14:nvPr/>
              </p14:nvContentPartPr>
              <p14:xfrm>
                <a:off x="9617188" y="5736092"/>
                <a:ext cx="1422720" cy="2844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FEC88FF-5FF0-2AFF-7407-0DF2018F9E28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9608188" y="5727452"/>
                  <a:ext cx="144036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2B31CF6B-2F43-9E78-1C13-9A8D47590D0D}"/>
                    </a:ext>
                  </a:extLst>
                </p14:cNvPr>
                <p14:cNvContentPartPr/>
                <p14:nvPr/>
              </p14:nvContentPartPr>
              <p14:xfrm>
                <a:off x="5635588" y="4311572"/>
                <a:ext cx="242280" cy="386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2B31CF6B-2F43-9E78-1C13-9A8D47590D0D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5626588" y="4302572"/>
                  <a:ext cx="259920" cy="40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185848F3-77B1-972A-3375-F66D3FF598E3}"/>
                    </a:ext>
                  </a:extLst>
                </p14:cNvPr>
                <p14:cNvContentPartPr/>
                <p14:nvPr/>
              </p14:nvContentPartPr>
              <p14:xfrm>
                <a:off x="5523268" y="4302212"/>
                <a:ext cx="2880" cy="3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185848F3-77B1-972A-3375-F66D3FF598E3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5514268" y="4293212"/>
                  <a:ext cx="2052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67C5783C-41E0-49BF-ED21-4AD0BB3DF38D}"/>
                    </a:ext>
                  </a:extLst>
                </p14:cNvPr>
                <p14:cNvContentPartPr/>
                <p14:nvPr/>
              </p14:nvContentPartPr>
              <p14:xfrm>
                <a:off x="5236348" y="4328492"/>
                <a:ext cx="253800" cy="43632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67C5783C-41E0-49BF-ED21-4AD0BB3DF38D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5227348" y="4319852"/>
                  <a:ext cx="27144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B5FC935F-6CFF-5D35-1B97-70AFE2734D18}"/>
                    </a:ext>
                  </a:extLst>
                </p14:cNvPr>
                <p14:cNvContentPartPr/>
                <p14:nvPr/>
              </p14:nvContentPartPr>
              <p14:xfrm>
                <a:off x="5927908" y="4558892"/>
                <a:ext cx="310320" cy="15300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B5FC935F-6CFF-5D35-1B97-70AFE2734D18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5919268" y="4550252"/>
                  <a:ext cx="32796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61ACDED2-6C52-34CD-E27C-AC71D594ECBA}"/>
                    </a:ext>
                  </a:extLst>
                </p14:cNvPr>
                <p14:cNvContentPartPr/>
                <p14:nvPr/>
              </p14:nvContentPartPr>
              <p14:xfrm>
                <a:off x="5052028" y="4165772"/>
                <a:ext cx="1283040" cy="7182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61ACDED2-6C52-34CD-E27C-AC71D594ECB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5043028" y="4157132"/>
                  <a:ext cx="1300680" cy="73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1E2E45A-17F0-AEC8-9C52-09E93396113B}"/>
                    </a:ext>
                  </a:extLst>
                </p14:cNvPr>
                <p14:cNvContentPartPr/>
                <p14:nvPr/>
              </p14:nvContentPartPr>
              <p14:xfrm>
                <a:off x="5189548" y="4103492"/>
                <a:ext cx="1376280" cy="7819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1E2E45A-17F0-AEC8-9C52-09E93396113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5180548" y="4094852"/>
                  <a:ext cx="1393920" cy="79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9B226A00-2AED-89BA-05C4-2C487781EE30}"/>
                    </a:ext>
                  </a:extLst>
                </p14:cNvPr>
                <p14:cNvContentPartPr/>
                <p14:nvPr/>
              </p14:nvContentPartPr>
              <p14:xfrm>
                <a:off x="6745108" y="4362332"/>
                <a:ext cx="307440" cy="29736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9B226A00-2AED-89BA-05C4-2C487781EE30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6736468" y="4353332"/>
                  <a:ext cx="3250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6070D6A-F0FB-20CD-11FD-8361D9BE8560}"/>
                    </a:ext>
                  </a:extLst>
                </p14:cNvPr>
                <p14:cNvContentPartPr/>
                <p14:nvPr/>
              </p14:nvContentPartPr>
              <p14:xfrm>
                <a:off x="7143628" y="4325252"/>
                <a:ext cx="167040" cy="29916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6070D6A-F0FB-20CD-11FD-8361D9BE8560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7134628" y="4316252"/>
                  <a:ext cx="18468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C14AC648-ED3F-34A0-7CEF-3A2E362BD740}"/>
                    </a:ext>
                  </a:extLst>
                </p14:cNvPr>
                <p14:cNvContentPartPr/>
                <p14:nvPr/>
              </p14:nvContentPartPr>
              <p14:xfrm>
                <a:off x="7165948" y="4365212"/>
                <a:ext cx="297720" cy="218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C14AC648-ED3F-34A0-7CEF-3A2E362BD740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7156948" y="4356572"/>
                  <a:ext cx="31536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9446250F-D566-2D3E-EAD6-6E77A83A5418}"/>
                    </a:ext>
                  </a:extLst>
                </p14:cNvPr>
                <p14:cNvContentPartPr/>
                <p14:nvPr/>
              </p14:nvContentPartPr>
              <p14:xfrm>
                <a:off x="7494628" y="4314092"/>
                <a:ext cx="128520" cy="17064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9446250F-D566-2D3E-EAD6-6E77A83A5418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7485628" y="4305452"/>
                  <a:ext cx="146160" cy="18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00E95069-F3E1-FA15-218C-910612FC225B}"/>
                    </a:ext>
                  </a:extLst>
                </p14:cNvPr>
                <p14:cNvContentPartPr/>
                <p14:nvPr/>
              </p14:nvContentPartPr>
              <p14:xfrm>
                <a:off x="7683988" y="4356572"/>
                <a:ext cx="236160" cy="2703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00E95069-F3E1-FA15-218C-910612FC225B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7674988" y="4347572"/>
                  <a:ext cx="253800" cy="28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8B89021A-C591-E28C-6F08-04956E07D411}"/>
                    </a:ext>
                  </a:extLst>
                </p14:cNvPr>
                <p14:cNvContentPartPr/>
                <p14:nvPr/>
              </p14:nvContentPartPr>
              <p14:xfrm>
                <a:off x="6720988" y="4750412"/>
                <a:ext cx="1723320" cy="367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8B89021A-C591-E28C-6F08-04956E07D411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6711988" y="4741412"/>
                  <a:ext cx="1740960" cy="5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392599C0-6637-9658-BBAE-129CE936A584}"/>
                    </a:ext>
                  </a:extLst>
                </p14:cNvPr>
                <p14:cNvContentPartPr/>
                <p14:nvPr/>
              </p14:nvContentPartPr>
              <p14:xfrm>
                <a:off x="4492948" y="6186092"/>
                <a:ext cx="662760" cy="4773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392599C0-6637-9658-BBAE-129CE936A584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4484308" y="6177452"/>
                  <a:ext cx="680400" cy="49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758F535-4C2A-2A00-ACED-3630BB6CA14B}"/>
                    </a:ext>
                  </a:extLst>
                </p14:cNvPr>
                <p14:cNvContentPartPr/>
                <p14:nvPr/>
              </p14:nvContentPartPr>
              <p14:xfrm>
                <a:off x="10608268" y="6111932"/>
                <a:ext cx="780120" cy="28296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758F535-4C2A-2A00-ACED-3630BB6CA14B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10599628" y="6102932"/>
                  <a:ext cx="797760" cy="30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BB8C6F4-F82E-592B-0FD2-07A95E1601AE}"/>
                    </a:ext>
                  </a:extLst>
                </p14:cNvPr>
                <p14:cNvContentPartPr/>
                <p14:nvPr/>
              </p14:nvContentPartPr>
              <p14:xfrm>
                <a:off x="8757508" y="6279692"/>
                <a:ext cx="564480" cy="26244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BB8C6F4-F82E-592B-0FD2-07A95E1601AE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8748508" y="6271052"/>
                  <a:ext cx="582120" cy="28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D3F14FB8-D885-8FEF-1266-B4BC990730D6}"/>
                    </a:ext>
                  </a:extLst>
                </p14:cNvPr>
                <p14:cNvContentPartPr/>
                <p14:nvPr/>
              </p14:nvContentPartPr>
              <p14:xfrm>
                <a:off x="8043268" y="4893692"/>
                <a:ext cx="113040" cy="1411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D3F14FB8-D885-8FEF-1266-B4BC990730D6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8034268" y="4884692"/>
                  <a:ext cx="130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ED57B0C1-9CC9-A5CA-4AF8-5E307910AABF}"/>
                    </a:ext>
                  </a:extLst>
                </p14:cNvPr>
                <p14:cNvContentPartPr/>
                <p14:nvPr/>
              </p14:nvContentPartPr>
              <p14:xfrm>
                <a:off x="8104468" y="4959932"/>
                <a:ext cx="642240" cy="162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ED57B0C1-9CC9-A5CA-4AF8-5E307910AABF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8095468" y="4951292"/>
                  <a:ext cx="659880" cy="338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2077759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06D0D1-C360-929C-6634-B73035BFFD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Hands on</a:t>
            </a:r>
            <a:r>
              <a:rPr lang="en-US"/>
              <a:t>: Create &amp; F4 </a:t>
            </a:r>
            <a:r>
              <a:rPr lang="en-US" dirty="0"/>
              <a:t>Enablement for app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1FB14C9-6879-188A-7949-1530B690566F}"/>
              </a:ext>
            </a:extLst>
          </p:cNvPr>
          <p:cNvSpPr txBox="1"/>
          <p:nvPr/>
        </p:nvSpPr>
        <p:spPr>
          <a:xfrm>
            <a:off x="189756" y="980728"/>
            <a:ext cx="11737304" cy="1200329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Solution: </a:t>
            </a:r>
            <a:r>
              <a:rPr lang="en-US" dirty="0">
                <a:solidFill>
                  <a:schemeClr val="bg1"/>
                </a:solidFill>
                <a:hlinkClick r:id="rId2"/>
              </a:rPr>
              <a:t>https://github.com/soyuztechnologies/SAP_BTP_Training_CLD200/tree/master/Day%204/capm%20draft%20and%20value%20helps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3074" name="Picture 2" descr="Page 9 | Generating App Images - Free Download on Freepik">
            <a:extLst>
              <a:ext uri="{FF2B5EF4-FFF2-40B4-BE49-F238E27FC236}">
                <a16:creationId xmlns:a16="http://schemas.microsoft.com/office/drawing/2014/main" id="{C92DDBBF-543D-104B-3058-FFBBAFC41A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4483" y="2708920"/>
            <a:ext cx="3820487" cy="3820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11116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Challenges to share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AE99F7A-7987-2B1D-E6E7-B3874C0B6EC8}"/>
              </a:ext>
            </a:extLst>
          </p:cNvPr>
          <p:cNvSpPr txBox="1"/>
          <p:nvPr/>
        </p:nvSpPr>
        <p:spPr>
          <a:xfrm>
            <a:off x="189756" y="908720"/>
            <a:ext cx="1180931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1800" dirty="0">
                <a:solidFill>
                  <a:schemeClr val="bg1"/>
                </a:solidFill>
              </a:rPr>
              <a:t>Till now Anubhav is sharing zip file of project code with all of you, imagine in a team of 40 developers and at end of day if every developer share a zip file, who can merge all code.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When someone go on holiday or left team, how can we make sure that we have latest code available for successor to manage it.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Anubhav last evening my code was stable, this morning I came to office and made 40-50 changes which has disrupted everything, I pray to god to go back to last night state. Basically, we need version management.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In a team, one developer using BAS another using VS code another using </a:t>
            </a:r>
            <a:r>
              <a:rPr lang="en-IN" sz="1800" dirty="0" err="1">
                <a:solidFill>
                  <a:schemeClr val="bg1"/>
                </a:solidFill>
              </a:rPr>
              <a:t>WebIDE</a:t>
            </a:r>
            <a:r>
              <a:rPr lang="en-IN" sz="1800" dirty="0">
                <a:solidFill>
                  <a:schemeClr val="bg1"/>
                </a:solidFill>
              </a:rPr>
              <a:t>, how can we easily move code from one dev tool to another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When something cause production issues, we want to know which change was made by who last time that caused the issue.</a:t>
            </a:r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IN" sz="1800" dirty="0">
                <a:solidFill>
                  <a:schemeClr val="bg1"/>
                </a:solidFill>
              </a:rPr>
              <a:t>How to share our code effectively between multiple team members as best practice from industry. And how to merge conflicts also.</a:t>
            </a:r>
          </a:p>
          <a:p>
            <a:endParaRPr lang="en-IN" sz="1800" dirty="0">
              <a:solidFill>
                <a:schemeClr val="bg1"/>
              </a:solidFill>
            </a:endParaRPr>
          </a:p>
          <a:p>
            <a:endParaRPr lang="en-IN" sz="1800" dirty="0">
              <a:solidFill>
                <a:schemeClr val="bg1"/>
              </a:solidFill>
            </a:endParaRPr>
          </a:p>
          <a:p>
            <a:r>
              <a:rPr lang="en-IN" sz="1800" dirty="0">
                <a:solidFill>
                  <a:schemeClr val="bg1"/>
                </a:solidFill>
              </a:rPr>
              <a:t>Git and </a:t>
            </a:r>
            <a:r>
              <a:rPr lang="en-IN" sz="1800" dirty="0" err="1">
                <a:solidFill>
                  <a:schemeClr val="bg1"/>
                </a:solidFill>
              </a:rPr>
              <a:t>Github</a:t>
            </a:r>
            <a:endParaRPr lang="en-IN" sz="1800" dirty="0">
              <a:solidFill>
                <a:schemeClr val="bg1"/>
              </a:solidFill>
            </a:endParaRPr>
          </a:p>
          <a:p>
            <a:r>
              <a:rPr lang="en-IN" sz="1800" dirty="0">
                <a:solidFill>
                  <a:schemeClr val="bg1"/>
                </a:solidFill>
              </a:rPr>
              <a:t>Git is a de-central repository management system for managing any kind of source code. And git hub is a central repository where everyone sync their changes (internet).</a:t>
            </a:r>
          </a:p>
          <a:p>
            <a:r>
              <a:rPr lang="en-IN" sz="1800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https://git-scm.com/download/win</a:t>
            </a:r>
            <a:endParaRPr lang="en-IN" sz="1800" dirty="0">
              <a:solidFill>
                <a:schemeClr val="bg1"/>
              </a:solidFill>
            </a:endParaRPr>
          </a:p>
          <a:p>
            <a:endParaRPr lang="en-IN" sz="1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6930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9FFB1-B477-7234-7772-C52F2881B9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Git and Git HUB</a:t>
            </a:r>
          </a:p>
        </p:txBody>
      </p:sp>
      <p:pic>
        <p:nvPicPr>
          <p:cNvPr id="47" name="Picture 46">
            <a:extLst>
              <a:ext uri="{FF2B5EF4-FFF2-40B4-BE49-F238E27FC236}">
                <a16:creationId xmlns:a16="http://schemas.microsoft.com/office/drawing/2014/main" id="{56007C54-3524-9466-6672-46E876D55D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787" y="980728"/>
            <a:ext cx="10969943" cy="551956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75234E24-771E-9505-DD10-DE4592A8B864}"/>
                  </a:ext>
                </a:extLst>
              </p14:cNvPr>
              <p14:cNvContentPartPr/>
              <p14:nvPr/>
            </p14:nvContentPartPr>
            <p14:xfrm>
              <a:off x="9572908" y="3457652"/>
              <a:ext cx="1322280" cy="96048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75234E24-771E-9505-DD10-DE4592A8B864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563908" y="3448652"/>
                <a:ext cx="1339920" cy="978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384C0E28-CE13-AA75-39DF-4768668E4A72}"/>
              </a:ext>
            </a:extLst>
          </p:cNvPr>
          <p:cNvGrpSpPr/>
          <p:nvPr/>
        </p:nvGrpSpPr>
        <p:grpSpPr>
          <a:xfrm>
            <a:off x="9893668" y="4170092"/>
            <a:ext cx="314280" cy="152280"/>
            <a:chOff x="9893668" y="4170092"/>
            <a:chExt cx="314280" cy="15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7D505CB8-D8AF-B61E-9D77-9AD74A40240D}"/>
                    </a:ext>
                  </a:extLst>
                </p14:cNvPr>
                <p14:cNvContentPartPr/>
                <p14:nvPr/>
              </p14:nvContentPartPr>
              <p14:xfrm>
                <a:off x="9893668" y="4170092"/>
                <a:ext cx="314280" cy="20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7D505CB8-D8AF-B61E-9D77-9AD74A40240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885028" y="4161452"/>
                  <a:ext cx="33192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97A7D14-BE80-AA9B-DCA7-9505E6200F3E}"/>
                    </a:ext>
                  </a:extLst>
                </p14:cNvPr>
                <p14:cNvContentPartPr/>
                <p14:nvPr/>
              </p14:nvContentPartPr>
              <p14:xfrm>
                <a:off x="10025428" y="4311212"/>
                <a:ext cx="147600" cy="111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97A7D14-BE80-AA9B-DCA7-9505E6200F3E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016788" y="4302212"/>
                  <a:ext cx="165240" cy="2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268532C-5D61-D723-D4E2-99710B71B0CE}"/>
              </a:ext>
            </a:extLst>
          </p:cNvPr>
          <p:cNvGrpSpPr/>
          <p:nvPr/>
        </p:nvGrpSpPr>
        <p:grpSpPr>
          <a:xfrm>
            <a:off x="10344748" y="3099452"/>
            <a:ext cx="530280" cy="430920"/>
            <a:chOff x="10344748" y="3099452"/>
            <a:chExt cx="530280" cy="43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E221040-61ED-B993-0C8C-0753B5E6D4E1}"/>
                    </a:ext>
                  </a:extLst>
                </p14:cNvPr>
                <p14:cNvContentPartPr/>
                <p14:nvPr/>
              </p14:nvContentPartPr>
              <p14:xfrm>
                <a:off x="10347628" y="3177212"/>
                <a:ext cx="61560" cy="3106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E221040-61ED-B993-0C8C-0753B5E6D4E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338988" y="3168572"/>
                  <a:ext cx="792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E12F321-8433-6D92-ADEE-587867E3390F}"/>
                    </a:ext>
                  </a:extLst>
                </p14:cNvPr>
                <p14:cNvContentPartPr/>
                <p14:nvPr/>
              </p14:nvContentPartPr>
              <p14:xfrm>
                <a:off x="10354468" y="3492932"/>
                <a:ext cx="347040" cy="198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E12F321-8433-6D92-ADEE-587867E3390F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345468" y="3483932"/>
                  <a:ext cx="364680" cy="3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17430F9E-8720-E028-CD00-990607071B88}"/>
                    </a:ext>
                  </a:extLst>
                </p14:cNvPr>
                <p14:cNvContentPartPr/>
                <p14:nvPr/>
              </p14:nvContentPartPr>
              <p14:xfrm>
                <a:off x="10344748" y="3099452"/>
                <a:ext cx="530280" cy="3952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17430F9E-8720-E028-CD00-990607071B8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336108" y="3090812"/>
                  <a:ext cx="5479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8550366-863D-EA4C-54AA-76C1F329A4DD}"/>
                    </a:ext>
                  </a:extLst>
                </p14:cNvPr>
                <p14:cNvContentPartPr/>
                <p14:nvPr/>
              </p14:nvContentPartPr>
              <p14:xfrm>
                <a:off x="10525108" y="3236612"/>
                <a:ext cx="33840" cy="1630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8550366-863D-EA4C-54AA-76C1F329A4D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0516468" y="3227612"/>
                  <a:ext cx="5148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C00A57A-EDDB-18C9-8FCC-3C1166BBB2AB}"/>
                    </a:ext>
                  </a:extLst>
                </p14:cNvPr>
                <p14:cNvContentPartPr/>
                <p14:nvPr/>
              </p14:nvContentPartPr>
              <p14:xfrm>
                <a:off x="10512148" y="3196292"/>
                <a:ext cx="284400" cy="2743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C00A57A-EDDB-18C9-8FCC-3C1166BBB2A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503148" y="3187292"/>
                  <a:ext cx="30204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42C0B2F-6B42-8675-386A-BDE906AEB4F6}"/>
                    </a:ext>
                  </a:extLst>
                </p14:cNvPr>
                <p14:cNvContentPartPr/>
                <p14:nvPr/>
              </p14:nvContentPartPr>
              <p14:xfrm>
                <a:off x="10544908" y="3374492"/>
                <a:ext cx="22680" cy="1558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42C0B2F-6B42-8675-386A-BDE906AEB4F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535908" y="3365852"/>
                  <a:ext cx="40320" cy="173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5454D4F6-FB8D-7314-5944-18C86BD9FD94}"/>
              </a:ext>
            </a:extLst>
          </p:cNvPr>
          <p:cNvGrpSpPr/>
          <p:nvPr/>
        </p:nvGrpSpPr>
        <p:grpSpPr>
          <a:xfrm>
            <a:off x="9496948" y="4154252"/>
            <a:ext cx="125640" cy="379080"/>
            <a:chOff x="9496948" y="4154252"/>
            <a:chExt cx="125640" cy="37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0BA88FD-92AF-773A-2BD3-15D96EC7689C}"/>
                    </a:ext>
                  </a:extLst>
                </p14:cNvPr>
                <p14:cNvContentPartPr/>
                <p14:nvPr/>
              </p14:nvContentPartPr>
              <p14:xfrm>
                <a:off x="9496948" y="4236332"/>
                <a:ext cx="120960" cy="2970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0BA88FD-92AF-773A-2BD3-15D96EC7689C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487948" y="4227692"/>
                  <a:ext cx="138600" cy="31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CDBCD62-9A79-192F-9701-196F817F4AB1}"/>
                    </a:ext>
                  </a:extLst>
                </p14:cNvPr>
                <p14:cNvContentPartPr/>
                <p14:nvPr/>
              </p14:nvContentPartPr>
              <p14:xfrm>
                <a:off x="9532228" y="4154252"/>
                <a:ext cx="90360" cy="157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CDBCD62-9A79-192F-9701-196F817F4AB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523228" y="4145612"/>
                  <a:ext cx="108000" cy="174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97DFBA7-5813-1B38-DA53-F656683A0DE6}"/>
              </a:ext>
            </a:extLst>
          </p:cNvPr>
          <p:cNvGrpSpPr/>
          <p:nvPr/>
        </p:nvGrpSpPr>
        <p:grpSpPr>
          <a:xfrm>
            <a:off x="8196628" y="4194932"/>
            <a:ext cx="889560" cy="429480"/>
            <a:chOff x="8196628" y="4194932"/>
            <a:chExt cx="889560" cy="429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FCB1777-E2DA-C305-514A-11ED8C6B1B2A}"/>
                    </a:ext>
                  </a:extLst>
                </p14:cNvPr>
                <p14:cNvContentPartPr/>
                <p14:nvPr/>
              </p14:nvContentPartPr>
              <p14:xfrm>
                <a:off x="8590828" y="4264412"/>
                <a:ext cx="79920" cy="208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FCB1777-E2DA-C305-514A-11ED8C6B1B2A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581828" y="4255412"/>
                  <a:ext cx="9756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8AC3F79E-AA8E-7B30-C8FE-7A5BB687D319}"/>
                    </a:ext>
                  </a:extLst>
                </p14:cNvPr>
                <p14:cNvContentPartPr/>
                <p14:nvPr/>
              </p14:nvContentPartPr>
              <p14:xfrm>
                <a:off x="8585788" y="4194932"/>
                <a:ext cx="189360" cy="154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8AC3F79E-AA8E-7B30-C8FE-7A5BB687D31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577148" y="4186292"/>
                  <a:ext cx="2070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0038DC18-6436-16AD-F1B5-EAF5B803004F}"/>
                    </a:ext>
                  </a:extLst>
                </p14:cNvPr>
                <p14:cNvContentPartPr/>
                <p14:nvPr/>
              </p14:nvContentPartPr>
              <p14:xfrm>
                <a:off x="8776948" y="4249652"/>
                <a:ext cx="130680" cy="2394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0038DC18-6436-16AD-F1B5-EAF5B803004F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768308" y="4240652"/>
                  <a:ext cx="14832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A0C5EFA-F1EA-1479-0565-A89FFFA2534F}"/>
                    </a:ext>
                  </a:extLst>
                </p14:cNvPr>
                <p14:cNvContentPartPr/>
                <p14:nvPr/>
              </p14:nvContentPartPr>
              <p14:xfrm>
                <a:off x="8789548" y="4381052"/>
                <a:ext cx="66240" cy="68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A0C5EFA-F1EA-1479-0565-A89FFFA2534F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80908" y="4372052"/>
                  <a:ext cx="83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D8161C8-65A8-E01F-C620-9E4DDE419E44}"/>
                    </a:ext>
                  </a:extLst>
                </p14:cNvPr>
                <p14:cNvContentPartPr/>
                <p14:nvPr/>
              </p14:nvContentPartPr>
              <p14:xfrm>
                <a:off x="8945068" y="4276292"/>
                <a:ext cx="141120" cy="202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D8161C8-65A8-E01F-C620-9E4DDE419E44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936428" y="4267292"/>
                  <a:ext cx="15876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EF87ED74-3F90-EF42-6A51-14560D0BD9A5}"/>
                    </a:ext>
                  </a:extLst>
                </p14:cNvPr>
                <p14:cNvContentPartPr/>
                <p14:nvPr/>
              </p14:nvContentPartPr>
              <p14:xfrm>
                <a:off x="8489668" y="4565732"/>
                <a:ext cx="133920" cy="460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EF87ED74-3F90-EF42-6A51-14560D0BD9A5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480668" y="4556732"/>
                  <a:ext cx="15156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F56653D-A391-9224-7751-01D0DF4347C9}"/>
                    </a:ext>
                  </a:extLst>
                </p14:cNvPr>
                <p14:cNvContentPartPr/>
                <p14:nvPr/>
              </p14:nvContentPartPr>
              <p14:xfrm>
                <a:off x="8736268" y="4611092"/>
                <a:ext cx="104760" cy="7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F56653D-A391-9224-7751-01D0DF4347C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727268" y="4602092"/>
                  <a:ext cx="122400" cy="2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1632F2A-1943-9789-33EA-6F0AC5E3B4DF}"/>
                    </a:ext>
                  </a:extLst>
                </p14:cNvPr>
                <p14:cNvContentPartPr/>
                <p14:nvPr/>
              </p14:nvContentPartPr>
              <p14:xfrm>
                <a:off x="8966308" y="4617572"/>
                <a:ext cx="86760" cy="68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1632F2A-1943-9789-33EA-6F0AC5E3B4DF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957308" y="4608932"/>
                  <a:ext cx="10440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E21F7035-63EC-78AD-4B46-88E1AA0739D4}"/>
                    </a:ext>
                  </a:extLst>
                </p14:cNvPr>
                <p14:cNvContentPartPr/>
                <p14:nvPr/>
              </p14:nvContentPartPr>
              <p14:xfrm>
                <a:off x="8196628" y="4386452"/>
                <a:ext cx="329760" cy="41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E21F7035-63EC-78AD-4B46-88E1AA0739D4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187628" y="4377452"/>
                  <a:ext cx="3474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7989D9C-EE25-A57C-B2DE-44079503B94F}"/>
                    </a:ext>
                  </a:extLst>
                </p14:cNvPr>
                <p14:cNvContentPartPr/>
                <p14:nvPr/>
              </p14:nvContentPartPr>
              <p14:xfrm>
                <a:off x="8464828" y="4295372"/>
                <a:ext cx="73800" cy="2109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7989D9C-EE25-A57C-B2DE-44079503B94F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455828" y="4286732"/>
                  <a:ext cx="91440" cy="228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BECBFAA7-421E-DCB0-ED08-34FD6257A9C1}"/>
              </a:ext>
            </a:extLst>
          </p:cNvPr>
          <p:cNvGrpSpPr/>
          <p:nvPr/>
        </p:nvGrpSpPr>
        <p:grpSpPr>
          <a:xfrm>
            <a:off x="545908" y="2486732"/>
            <a:ext cx="1184400" cy="2189880"/>
            <a:chOff x="545908" y="2486732"/>
            <a:chExt cx="1184400" cy="21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119AF43B-741E-8F89-09FB-971B059A9961}"/>
                    </a:ext>
                  </a:extLst>
                </p14:cNvPr>
                <p14:cNvContentPartPr/>
                <p14:nvPr/>
              </p14:nvContentPartPr>
              <p14:xfrm>
                <a:off x="1058188" y="4250372"/>
                <a:ext cx="250920" cy="42624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119AF43B-741E-8F89-09FB-971B059A996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49548" y="4241732"/>
                  <a:ext cx="268560" cy="44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66EF2CB5-2EDC-BE42-6A7B-ABDC76A941CF}"/>
                    </a:ext>
                  </a:extLst>
                </p14:cNvPr>
                <p14:cNvContentPartPr/>
                <p14:nvPr/>
              </p14:nvContentPartPr>
              <p14:xfrm>
                <a:off x="1323148" y="4481492"/>
                <a:ext cx="126720" cy="158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66EF2CB5-2EDC-BE42-6A7B-ABDC76A941C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314508" y="4472852"/>
                  <a:ext cx="14436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EE86755A-7D30-0B03-C8E9-A9E90054D360}"/>
                    </a:ext>
                  </a:extLst>
                </p14:cNvPr>
                <p14:cNvContentPartPr/>
                <p14:nvPr/>
              </p14:nvContentPartPr>
              <p14:xfrm>
                <a:off x="1533748" y="4323092"/>
                <a:ext cx="196560" cy="3434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EE86755A-7D30-0B03-C8E9-A9E90054D360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524748" y="4314092"/>
                  <a:ext cx="214200" cy="36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D718AE6-0301-E90B-AF9A-B448339E6793}"/>
                    </a:ext>
                  </a:extLst>
                </p14:cNvPr>
                <p14:cNvContentPartPr/>
                <p14:nvPr/>
              </p14:nvContentPartPr>
              <p14:xfrm>
                <a:off x="545908" y="2486732"/>
                <a:ext cx="453960" cy="17366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D718AE6-0301-E90B-AF9A-B448339E6793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536908" y="2477732"/>
                  <a:ext cx="471600" cy="175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A682E776-574F-C8D5-A006-C9A80A0F6857}"/>
                    </a:ext>
                  </a:extLst>
                </p14:cNvPr>
                <p14:cNvContentPartPr/>
                <p14:nvPr/>
              </p14:nvContentPartPr>
              <p14:xfrm>
                <a:off x="604948" y="4248572"/>
                <a:ext cx="199080" cy="680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A682E776-574F-C8D5-A006-C9A80A0F6857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596308" y="4239932"/>
                  <a:ext cx="21672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1F15461-2D0E-D9CD-2ACD-55F031E119B3}"/>
                    </a:ext>
                  </a:extLst>
                </p14:cNvPr>
                <p14:cNvContentPartPr/>
                <p14:nvPr/>
              </p14:nvContentPartPr>
              <p14:xfrm>
                <a:off x="868468" y="3412292"/>
                <a:ext cx="480600" cy="4370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1F15461-2D0E-D9CD-2ACD-55F031E119B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59828" y="3403292"/>
                  <a:ext cx="498240" cy="45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5DF7332C-A1AE-E5B4-6E50-D3D929BB010A}"/>
                    </a:ext>
                  </a:extLst>
                </p14:cNvPr>
                <p14:cNvContentPartPr/>
                <p14:nvPr/>
              </p14:nvContentPartPr>
              <p14:xfrm>
                <a:off x="901228" y="3397532"/>
                <a:ext cx="380520" cy="28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5DF7332C-A1AE-E5B4-6E50-D3D929BB010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92228" y="3388892"/>
                  <a:ext cx="398160" cy="300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A64AC9E3-E248-813C-AB15-A496C9FDF54B}"/>
              </a:ext>
            </a:extLst>
          </p:cNvPr>
          <p:cNvGrpSpPr/>
          <p:nvPr/>
        </p:nvGrpSpPr>
        <p:grpSpPr>
          <a:xfrm>
            <a:off x="4645228" y="5395532"/>
            <a:ext cx="1965600" cy="901800"/>
            <a:chOff x="4645228" y="5395532"/>
            <a:chExt cx="1965600" cy="90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6CE7E60-84D1-C365-9489-BFC6A525E9BB}"/>
                    </a:ext>
                  </a:extLst>
                </p14:cNvPr>
                <p14:cNvContentPartPr/>
                <p14:nvPr/>
              </p14:nvContentPartPr>
              <p14:xfrm>
                <a:off x="5273068" y="5409212"/>
                <a:ext cx="622800" cy="23400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6CE7E60-84D1-C365-9489-BFC6A525E9BB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5264428" y="5400212"/>
                  <a:ext cx="64044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9E5C7B6-9944-EA7D-B1F1-A4C561D178FD}"/>
                    </a:ext>
                  </a:extLst>
                </p14:cNvPr>
                <p14:cNvContentPartPr/>
                <p14:nvPr/>
              </p14:nvContentPartPr>
              <p14:xfrm>
                <a:off x="5322748" y="5395532"/>
                <a:ext cx="532080" cy="3852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9E5C7B6-9944-EA7D-B1F1-A4C561D178F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5314108" y="5386532"/>
                  <a:ext cx="54972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204E1D1-6867-BBF3-9FC5-78E8C37ED1C0}"/>
                    </a:ext>
                  </a:extLst>
                </p14:cNvPr>
                <p14:cNvContentPartPr/>
                <p14:nvPr/>
              </p14:nvContentPartPr>
              <p14:xfrm>
                <a:off x="4912708" y="5759852"/>
                <a:ext cx="241920" cy="2840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204E1D1-6867-BBF3-9FC5-78E8C37ED1C0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904068" y="5750852"/>
                  <a:ext cx="25956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7C35290F-5FCB-9555-5E60-ED9697C89C8C}"/>
                    </a:ext>
                  </a:extLst>
                </p14:cNvPr>
                <p14:cNvContentPartPr/>
                <p14:nvPr/>
              </p14:nvContentPartPr>
              <p14:xfrm>
                <a:off x="5209708" y="5775692"/>
                <a:ext cx="158760" cy="283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7C35290F-5FCB-9555-5E60-ED9697C89C8C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5201068" y="5766692"/>
                  <a:ext cx="1764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E005926-1C37-AAEF-6945-5A861D9E60F9}"/>
                    </a:ext>
                  </a:extLst>
                </p14:cNvPr>
                <p14:cNvContentPartPr/>
                <p14:nvPr/>
              </p14:nvContentPartPr>
              <p14:xfrm>
                <a:off x="5459908" y="5847332"/>
                <a:ext cx="156600" cy="2044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E005926-1C37-AAEF-6945-5A861D9E60F9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5451268" y="5838692"/>
                  <a:ext cx="17424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6EAF4F3-5493-F1E0-419B-0DAAC82E9A2D}"/>
                    </a:ext>
                  </a:extLst>
                </p14:cNvPr>
                <p14:cNvContentPartPr/>
                <p14:nvPr/>
              </p14:nvContentPartPr>
              <p14:xfrm>
                <a:off x="5649268" y="5751932"/>
                <a:ext cx="609840" cy="294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6EAF4F3-5493-F1E0-419B-0DAAC82E9A2D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5640628" y="5742932"/>
                  <a:ext cx="62748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42EFCBF-AEA1-B72E-D45C-583B869C7C07}"/>
                    </a:ext>
                  </a:extLst>
                </p14:cNvPr>
                <p14:cNvContentPartPr/>
                <p14:nvPr/>
              </p14:nvContentPartPr>
              <p14:xfrm>
                <a:off x="4645228" y="5570492"/>
                <a:ext cx="1965600" cy="7268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42EFCBF-AEA1-B72E-D45C-583B869C7C0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636588" y="5561852"/>
                  <a:ext cx="1983240" cy="7444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5D8680B7-D093-BF39-F26B-60637BBE0431}"/>
                  </a:ext>
                </a:extLst>
              </p14:cNvPr>
              <p14:cNvContentPartPr/>
              <p14:nvPr/>
            </p14:nvContentPartPr>
            <p14:xfrm>
              <a:off x="3993268" y="4008092"/>
              <a:ext cx="5638320" cy="12373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5D8680B7-D093-BF39-F26B-60637BBE0431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3984628" y="3999092"/>
                <a:ext cx="5655960" cy="125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5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37481FD7-2121-76A0-0D50-31D09BBBE404}"/>
                  </a:ext>
                </a:extLst>
              </p14:cNvPr>
              <p14:cNvContentPartPr/>
              <p14:nvPr/>
            </p14:nvContentPartPr>
            <p14:xfrm>
              <a:off x="4006588" y="5038052"/>
              <a:ext cx="81360" cy="2455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37481FD7-2121-76A0-0D50-31D09BBBE404}"/>
                  </a:ext>
                </a:extLst>
              </p:cNvPr>
              <p:cNvPicPr/>
              <p:nvPr/>
            </p:nvPicPr>
            <p:blipFill>
              <a:blip r:embed="rId76"/>
              <a:stretch>
                <a:fillRect/>
              </a:stretch>
            </p:blipFill>
            <p:spPr>
              <a:xfrm>
                <a:off x="3997588" y="5029412"/>
                <a:ext cx="99000" cy="26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B2A9B710-DC8F-02F3-0D63-72D680E18332}"/>
              </a:ext>
            </a:extLst>
          </p:cNvPr>
          <p:cNvGrpSpPr/>
          <p:nvPr/>
        </p:nvGrpSpPr>
        <p:grpSpPr>
          <a:xfrm>
            <a:off x="8250988" y="5150372"/>
            <a:ext cx="464400" cy="165960"/>
            <a:chOff x="8250988" y="5150372"/>
            <a:chExt cx="464400" cy="16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519C01A-14CB-24D9-81A5-65F8A00443BA}"/>
                    </a:ext>
                  </a:extLst>
                </p14:cNvPr>
                <p14:cNvContentPartPr/>
                <p14:nvPr/>
              </p14:nvContentPartPr>
              <p14:xfrm>
                <a:off x="8250988" y="5150372"/>
                <a:ext cx="160920" cy="1659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519C01A-14CB-24D9-81A5-65F8A00443B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8241988" y="5141372"/>
                  <a:ext cx="17856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C95242C-22FE-9D5C-E639-AA753039C8EB}"/>
                    </a:ext>
                  </a:extLst>
                </p14:cNvPr>
                <p14:cNvContentPartPr/>
                <p14:nvPr/>
              </p14:nvContentPartPr>
              <p14:xfrm>
                <a:off x="8315068" y="5209772"/>
                <a:ext cx="400320" cy="133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C95242C-22FE-9D5C-E639-AA753039C8EB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8306428" y="5201132"/>
                  <a:ext cx="417960" cy="3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740633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Placeholder 11">
            <a:extLst>
              <a:ext uri="{FF2B5EF4-FFF2-40B4-BE49-F238E27FC236}">
                <a16:creationId xmlns:a16="http://schemas.microsoft.com/office/drawing/2014/main" id="{420F5850-2D59-4C25-ADFF-E9013C5A6AAE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 r:embed="rId2">
            <a:duotone>
              <a:schemeClr val="accent3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185" r="10185"/>
          <a:stretch>
            <a:fillRect/>
          </a:stretch>
        </p:blipFill>
        <p:spPr/>
      </p:pic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DCA9A03-C201-42B6-AF8D-AB31333C8852}"/>
              </a:ext>
            </a:extLst>
          </p:cNvPr>
          <p:cNvSpPr/>
          <p:nvPr/>
        </p:nvSpPr>
        <p:spPr>
          <a:xfrm>
            <a:off x="6065406" y="980728"/>
            <a:ext cx="5298342" cy="2776268"/>
          </a:xfrm>
          <a:prstGeom prst="roundRect">
            <a:avLst>
              <a:gd name="adj" fmla="val 8835"/>
            </a:avLst>
          </a:prstGeom>
          <a:solidFill>
            <a:schemeClr val="bg1"/>
          </a:solidFill>
          <a:ln>
            <a:noFill/>
          </a:ln>
          <a:effectLst>
            <a:outerShdw blurRad="635000" dist="825500" dir="9600000" algn="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B09D3EC-7881-4341-8189-469046CA259E}"/>
              </a:ext>
            </a:extLst>
          </p:cNvPr>
          <p:cNvSpPr txBox="1"/>
          <p:nvPr/>
        </p:nvSpPr>
        <p:spPr>
          <a:xfrm>
            <a:off x="6641014" y="1389517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4000" b="1" i="0" dirty="0">
                <a:solidFill>
                  <a:schemeClr val="accent3"/>
                </a:solidFill>
                <a:effectLst/>
              </a:rPr>
              <a:t>What We</a:t>
            </a:r>
            <a:r>
              <a:rPr lang="en-IN" sz="4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4000" b="1" i="0" dirty="0">
                <a:solidFill>
                  <a:schemeClr val="accent2"/>
                </a:solidFill>
                <a:effectLst/>
                <a:latin typeface="Segoe UI Light" panose="020B0502040204020203" pitchFamily="34" charset="0"/>
                <a:cs typeface="Segoe UI Light" panose="020B0502040204020203" pitchFamily="34" charset="0"/>
              </a:rPr>
              <a:t>Did</a:t>
            </a:r>
            <a:endParaRPr lang="en-IN" sz="4000" b="1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CBE2D0-9475-4BE8-AC62-B9A03DC275C3}"/>
              </a:ext>
            </a:extLst>
          </p:cNvPr>
          <p:cNvSpPr txBox="1"/>
          <p:nvPr/>
        </p:nvSpPr>
        <p:spPr>
          <a:xfrm>
            <a:off x="6641014" y="2147518"/>
            <a:ext cx="4239950" cy="61555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4000" kern="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Let’s Summarize</a:t>
            </a:r>
            <a:endParaRPr lang="en-US" sz="4000" dirty="0">
              <a:solidFill>
                <a:schemeClr val="tx1">
                  <a:lumMod val="75000"/>
                  <a:lumOff val="25000"/>
                </a:schemeClr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CBADDFA3-0336-41F5-81AE-B9456B828C2C}"/>
              </a:ext>
            </a:extLst>
          </p:cNvPr>
          <p:cNvGrpSpPr/>
          <p:nvPr/>
        </p:nvGrpSpPr>
        <p:grpSpPr>
          <a:xfrm>
            <a:off x="6664269" y="3161139"/>
            <a:ext cx="617354" cy="109990"/>
            <a:chOff x="6006451" y="5603130"/>
            <a:chExt cx="617354" cy="109990"/>
          </a:xfrm>
        </p:grpSpPr>
        <p:sp>
          <p:nvSpPr>
            <p:cNvPr id="8" name="Rectangle 5">
              <a:extLst>
                <a:ext uri="{FF2B5EF4-FFF2-40B4-BE49-F238E27FC236}">
                  <a16:creationId xmlns:a16="http://schemas.microsoft.com/office/drawing/2014/main" id="{EF42471A-33F9-4E04-8306-66A59FCEE0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06451" y="5603130"/>
              <a:ext cx="109992" cy="109990"/>
            </a:xfrm>
            <a:prstGeom prst="rect">
              <a:avLst/>
            </a:prstGeom>
            <a:solidFill>
              <a:schemeClr val="accent3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9" name="Rectangle 5">
              <a:extLst>
                <a:ext uri="{FF2B5EF4-FFF2-40B4-BE49-F238E27FC236}">
                  <a16:creationId xmlns:a16="http://schemas.microsoft.com/office/drawing/2014/main" id="{C99CB4F6-0149-49F4-8A24-BEB708A29F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60132" y="5603130"/>
              <a:ext cx="109992" cy="109990"/>
            </a:xfrm>
            <a:prstGeom prst="rect">
              <a:avLst/>
            </a:prstGeom>
            <a:solidFill>
              <a:schemeClr val="accent2">
                <a:lumMod val="75000"/>
              </a:schemeClr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  <p:sp>
          <p:nvSpPr>
            <p:cNvPr id="10" name="Rectangle 5">
              <a:extLst>
                <a:ext uri="{FF2B5EF4-FFF2-40B4-BE49-F238E27FC236}">
                  <a16:creationId xmlns:a16="http://schemas.microsoft.com/office/drawing/2014/main" id="{8BED369E-8B8A-45FD-8B5A-703CE09C29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513813" y="5603130"/>
              <a:ext cx="109992" cy="109990"/>
            </a:xfrm>
            <a:prstGeom prst="rect">
              <a:avLst/>
            </a:prstGeom>
            <a:solidFill>
              <a:schemeClr val="accent2"/>
            </a:solidFill>
            <a:ln w="9525">
              <a:noFill/>
              <a:miter lim="800000"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7715616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BBB0BAE-F023-4B67-BE79-3E1A8ACA9361}"/>
              </a:ext>
            </a:extLst>
          </p:cNvPr>
          <p:cNvSpPr txBox="1"/>
          <p:nvPr/>
        </p:nvSpPr>
        <p:spPr>
          <a:xfrm>
            <a:off x="1260763" y="3440863"/>
            <a:ext cx="5583381" cy="92333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IN" sz="6000" b="1" i="0" dirty="0">
                <a:solidFill>
                  <a:schemeClr val="bg1"/>
                </a:solidFill>
                <a:effectLst/>
              </a:rPr>
              <a:t>Thank</a:t>
            </a:r>
            <a:r>
              <a:rPr lang="en-IN" sz="6000" b="1" i="0" dirty="0">
                <a:solidFill>
                  <a:schemeClr val="accent1"/>
                </a:solidFill>
                <a:effectLst/>
              </a:rPr>
              <a:t> </a:t>
            </a:r>
            <a:r>
              <a:rPr lang="en-IN" sz="6000" b="1" dirty="0">
                <a:solidFill>
                  <a:schemeClr val="accent2"/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You</a:t>
            </a:r>
            <a:endParaRPr lang="en-IN" sz="6000" dirty="0">
              <a:solidFill>
                <a:schemeClr val="accent2"/>
              </a:solidFill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D57203-1FF5-432E-8E3E-4DFC442AA54C}"/>
              </a:ext>
            </a:extLst>
          </p:cNvPr>
          <p:cNvSpPr txBox="1"/>
          <p:nvPr/>
        </p:nvSpPr>
        <p:spPr>
          <a:xfrm>
            <a:off x="1260763" y="4581128"/>
            <a:ext cx="5583381" cy="83099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en-US" sz="5400" b="1" kern="0" dirty="0">
                <a:solidFill>
                  <a:schemeClr val="accent2"/>
                </a:solidFill>
                <a:latin typeface="Segoe UI" panose="020B0502040204020203" pitchFamily="34" charset="0"/>
                <a:ea typeface="Calibri Light" charset="0"/>
                <a:cs typeface="Segoe UI" panose="020B0502040204020203" pitchFamily="34" charset="0"/>
              </a:rPr>
              <a:t>End of Day 6</a:t>
            </a:r>
            <a:endParaRPr lang="en-US" sz="5400" b="1" dirty="0">
              <a:solidFill>
                <a:schemeClr val="accent2"/>
              </a:solidFill>
              <a:latin typeface="Segoe UI" panose="020B0502040204020203" pitchFamily="34" charset="0"/>
              <a:ea typeface="Calibri Light" charset="0"/>
              <a:cs typeface="Segoe UI" panose="020B0502040204020203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CB110C8-9FFD-4804-BDCA-1C9EB581BD4D}"/>
              </a:ext>
            </a:extLst>
          </p:cNvPr>
          <p:cNvCxnSpPr>
            <a:cxnSpLocks/>
          </p:cNvCxnSpPr>
          <p:nvPr/>
        </p:nvCxnSpPr>
        <p:spPr>
          <a:xfrm flipV="1">
            <a:off x="1300694" y="-21772"/>
            <a:ext cx="0" cy="3284984"/>
          </a:xfrm>
          <a:prstGeom prst="line">
            <a:avLst/>
          </a:prstGeom>
          <a:ln w="63500" cap="rnd">
            <a:gradFill flip="none" rotWithShape="1">
              <a:gsLst>
                <a:gs pos="0">
                  <a:schemeClr val="accent2"/>
                </a:gs>
                <a:gs pos="100000">
                  <a:schemeClr val="accent3"/>
                </a:gs>
              </a:gsLst>
              <a:lin ang="162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E98CF33A-90E6-4EA2-B3D7-0B26F42FF079}"/>
              </a:ext>
            </a:extLst>
          </p:cNvPr>
          <p:cNvGrpSpPr/>
          <p:nvPr/>
        </p:nvGrpSpPr>
        <p:grpSpPr>
          <a:xfrm>
            <a:off x="1260763" y="5662865"/>
            <a:ext cx="1311594" cy="371301"/>
            <a:chOff x="1162522" y="5662865"/>
            <a:chExt cx="1311594" cy="371301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21818D1-4413-4BFC-80DF-9BAF80F237AF}"/>
                </a:ext>
              </a:extLst>
            </p:cNvPr>
            <p:cNvSpPr/>
            <p:nvPr/>
          </p:nvSpPr>
          <p:spPr>
            <a:xfrm>
              <a:off x="1162522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Shape">
              <a:hlinkClick r:id="rId2"/>
              <a:extLst>
                <a:ext uri="{FF2B5EF4-FFF2-40B4-BE49-F238E27FC236}">
                  <a16:creationId xmlns:a16="http://schemas.microsoft.com/office/drawing/2014/main" id="{EDFC2025-1ECF-4924-AE38-C781400903DF}"/>
                </a:ext>
              </a:extLst>
            </p:cNvPr>
            <p:cNvSpPr/>
            <p:nvPr/>
          </p:nvSpPr>
          <p:spPr>
            <a:xfrm>
              <a:off x="1296648" y="5763560"/>
              <a:ext cx="85868" cy="184254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4372" y="7078"/>
                  </a:moveTo>
                  <a:lnTo>
                    <a:pt x="14372" y="5216"/>
                  </a:lnTo>
                  <a:cubicBezTo>
                    <a:pt x="14372" y="4937"/>
                    <a:pt x="14400" y="4721"/>
                    <a:pt x="14456" y="4568"/>
                  </a:cubicBezTo>
                  <a:cubicBezTo>
                    <a:pt x="14512" y="4415"/>
                    <a:pt x="14639" y="4264"/>
                    <a:pt x="14836" y="4115"/>
                  </a:cubicBezTo>
                  <a:cubicBezTo>
                    <a:pt x="15033" y="3967"/>
                    <a:pt x="15352" y="3864"/>
                    <a:pt x="15793" y="3808"/>
                  </a:cubicBezTo>
                  <a:cubicBezTo>
                    <a:pt x="16233" y="3751"/>
                    <a:pt x="16819" y="3722"/>
                    <a:pt x="17551" y="3722"/>
                  </a:cubicBezTo>
                  <a:lnTo>
                    <a:pt x="21544" y="3722"/>
                  </a:lnTo>
                  <a:lnTo>
                    <a:pt x="21544" y="0"/>
                  </a:lnTo>
                  <a:lnTo>
                    <a:pt x="15160" y="0"/>
                  </a:lnTo>
                  <a:cubicBezTo>
                    <a:pt x="11466" y="0"/>
                    <a:pt x="8813" y="409"/>
                    <a:pt x="7200" y="1225"/>
                  </a:cubicBezTo>
                  <a:cubicBezTo>
                    <a:pt x="5588" y="2042"/>
                    <a:pt x="4782" y="3246"/>
                    <a:pt x="4782" y="4836"/>
                  </a:cubicBezTo>
                  <a:lnTo>
                    <a:pt x="4782" y="7077"/>
                  </a:lnTo>
                  <a:lnTo>
                    <a:pt x="0" y="7077"/>
                  </a:lnTo>
                  <a:lnTo>
                    <a:pt x="0" y="10800"/>
                  </a:lnTo>
                  <a:lnTo>
                    <a:pt x="4781" y="10800"/>
                  </a:lnTo>
                  <a:lnTo>
                    <a:pt x="4781" y="21600"/>
                  </a:lnTo>
                  <a:lnTo>
                    <a:pt x="14372" y="21600"/>
                  </a:lnTo>
                  <a:lnTo>
                    <a:pt x="14372" y="10800"/>
                  </a:lnTo>
                  <a:lnTo>
                    <a:pt x="20756" y="10800"/>
                  </a:lnTo>
                  <a:lnTo>
                    <a:pt x="21600" y="7078"/>
                  </a:lnTo>
                  <a:cubicBezTo>
                    <a:pt x="21600" y="7078"/>
                    <a:pt x="14372" y="7078"/>
                    <a:pt x="14372" y="7078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5C594A17-950B-4231-AA93-6E8DB90F8098}"/>
                </a:ext>
              </a:extLst>
            </p:cNvPr>
            <p:cNvSpPr/>
            <p:nvPr/>
          </p:nvSpPr>
          <p:spPr>
            <a:xfrm>
              <a:off x="1632668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Shape">
              <a:hlinkClick r:id="rId3"/>
              <a:extLst>
                <a:ext uri="{FF2B5EF4-FFF2-40B4-BE49-F238E27FC236}">
                  <a16:creationId xmlns:a16="http://schemas.microsoft.com/office/drawing/2014/main" id="{C70A3C55-CE25-4C0F-9537-824AEA080D1D}"/>
                </a:ext>
              </a:extLst>
            </p:cNvPr>
            <p:cNvSpPr/>
            <p:nvPr/>
          </p:nvSpPr>
          <p:spPr>
            <a:xfrm>
              <a:off x="1716213" y="5774232"/>
              <a:ext cx="200503" cy="162908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21600" y="2557"/>
                  </a:moveTo>
                  <a:cubicBezTo>
                    <a:pt x="20797" y="2991"/>
                    <a:pt x="19941" y="3278"/>
                    <a:pt x="19048" y="3418"/>
                  </a:cubicBezTo>
                  <a:cubicBezTo>
                    <a:pt x="19966" y="2743"/>
                    <a:pt x="20667" y="1683"/>
                    <a:pt x="20997" y="405"/>
                  </a:cubicBezTo>
                  <a:cubicBezTo>
                    <a:pt x="20141" y="1034"/>
                    <a:pt x="19196" y="1477"/>
                    <a:pt x="18188" y="1725"/>
                  </a:cubicBezTo>
                  <a:cubicBezTo>
                    <a:pt x="17376" y="660"/>
                    <a:pt x="16217" y="0"/>
                    <a:pt x="14954" y="0"/>
                  </a:cubicBezTo>
                  <a:cubicBezTo>
                    <a:pt x="12502" y="0"/>
                    <a:pt x="10529" y="2449"/>
                    <a:pt x="10529" y="5451"/>
                  </a:cubicBezTo>
                  <a:cubicBezTo>
                    <a:pt x="10529" y="5883"/>
                    <a:pt x="10558" y="6299"/>
                    <a:pt x="10631" y="6694"/>
                  </a:cubicBezTo>
                  <a:cubicBezTo>
                    <a:pt x="6950" y="6473"/>
                    <a:pt x="3692" y="4302"/>
                    <a:pt x="1504" y="994"/>
                  </a:cubicBezTo>
                  <a:cubicBezTo>
                    <a:pt x="1122" y="1809"/>
                    <a:pt x="898" y="2743"/>
                    <a:pt x="898" y="3748"/>
                  </a:cubicBezTo>
                  <a:cubicBezTo>
                    <a:pt x="898" y="5636"/>
                    <a:pt x="1687" y="7309"/>
                    <a:pt x="2865" y="8278"/>
                  </a:cubicBezTo>
                  <a:cubicBezTo>
                    <a:pt x="2153" y="8261"/>
                    <a:pt x="1455" y="8007"/>
                    <a:pt x="864" y="7606"/>
                  </a:cubicBezTo>
                  <a:cubicBezTo>
                    <a:pt x="864" y="7623"/>
                    <a:pt x="864" y="7645"/>
                    <a:pt x="864" y="7666"/>
                  </a:cubicBezTo>
                  <a:cubicBezTo>
                    <a:pt x="864" y="10315"/>
                    <a:pt x="2399" y="12515"/>
                    <a:pt x="4412" y="13022"/>
                  </a:cubicBezTo>
                  <a:cubicBezTo>
                    <a:pt x="4051" y="13143"/>
                    <a:pt x="3658" y="13201"/>
                    <a:pt x="3251" y="13201"/>
                  </a:cubicBezTo>
                  <a:cubicBezTo>
                    <a:pt x="2967" y="13201"/>
                    <a:pt x="2681" y="13181"/>
                    <a:pt x="2412" y="13108"/>
                  </a:cubicBezTo>
                  <a:cubicBezTo>
                    <a:pt x="2986" y="15266"/>
                    <a:pt x="4614" y="16853"/>
                    <a:pt x="6550" y="16905"/>
                  </a:cubicBezTo>
                  <a:cubicBezTo>
                    <a:pt x="5044" y="18355"/>
                    <a:pt x="3131" y="19229"/>
                    <a:pt x="1060" y="19229"/>
                  </a:cubicBezTo>
                  <a:cubicBezTo>
                    <a:pt x="697" y="19229"/>
                    <a:pt x="348" y="19209"/>
                    <a:pt x="0" y="19154"/>
                  </a:cubicBezTo>
                  <a:cubicBezTo>
                    <a:pt x="1962" y="20711"/>
                    <a:pt x="4286" y="21600"/>
                    <a:pt x="6793" y="21600"/>
                  </a:cubicBezTo>
                  <a:cubicBezTo>
                    <a:pt x="14942" y="21600"/>
                    <a:pt x="19397" y="13292"/>
                    <a:pt x="19397" y="6091"/>
                  </a:cubicBezTo>
                  <a:cubicBezTo>
                    <a:pt x="19397" y="5850"/>
                    <a:pt x="19390" y="5618"/>
                    <a:pt x="19380" y="5387"/>
                  </a:cubicBezTo>
                  <a:cubicBezTo>
                    <a:pt x="20259" y="4619"/>
                    <a:pt x="20998" y="3660"/>
                    <a:pt x="21600" y="2557"/>
                  </a:cubicBezTo>
                  <a:cubicBezTo>
                    <a:pt x="21600" y="2557"/>
                    <a:pt x="21600" y="2557"/>
                    <a:pt x="21600" y="2557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F389CA4-9215-4DA8-BFFA-FA4329B49979}"/>
                </a:ext>
              </a:extLst>
            </p:cNvPr>
            <p:cNvSpPr/>
            <p:nvPr/>
          </p:nvSpPr>
          <p:spPr>
            <a:xfrm>
              <a:off x="2102815" y="5662865"/>
              <a:ext cx="371301" cy="371301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Shape">
              <a:hlinkClick r:id="rId4"/>
              <a:extLst>
                <a:ext uri="{FF2B5EF4-FFF2-40B4-BE49-F238E27FC236}">
                  <a16:creationId xmlns:a16="http://schemas.microsoft.com/office/drawing/2014/main" id="{F0CB12D6-F0DA-4BB6-B2C7-4BE43A29C51F}"/>
                </a:ext>
              </a:extLst>
            </p:cNvPr>
            <p:cNvSpPr/>
            <p:nvPr/>
          </p:nvSpPr>
          <p:spPr>
            <a:xfrm>
              <a:off x="2189003" y="5751342"/>
              <a:ext cx="202748" cy="202749"/>
            </a:xfrm>
            <a:custGeom>
              <a:avLst/>
              <a:gdLst/>
              <a:ahLst/>
              <a:cxnLst>
                <a:cxn ang="0">
                  <a:pos x="wd2" y="hd2"/>
                </a:cxn>
                <a:cxn ang="5400000">
                  <a:pos x="wd2" y="hd2"/>
                </a:cxn>
                <a:cxn ang="10800000">
                  <a:pos x="wd2" y="hd2"/>
                </a:cxn>
                <a:cxn ang="16200000">
                  <a:pos x="wd2" y="hd2"/>
                </a:cxn>
              </a:cxnLst>
              <a:rect l="0" t="0" r="r" b="b"/>
              <a:pathLst>
                <a:path w="21600" h="21600" extrusionOk="0">
                  <a:moveTo>
                    <a:pt x="19427" y="11280"/>
                  </a:moveTo>
                  <a:cubicBezTo>
                    <a:pt x="17712" y="10975"/>
                    <a:pt x="15821" y="11022"/>
                    <a:pt x="13768" y="11419"/>
                  </a:cubicBezTo>
                  <a:cubicBezTo>
                    <a:pt x="13571" y="10725"/>
                    <a:pt x="13362" y="10071"/>
                    <a:pt x="13146" y="9456"/>
                  </a:cubicBezTo>
                  <a:cubicBezTo>
                    <a:pt x="15173" y="8681"/>
                    <a:pt x="16814" y="7539"/>
                    <a:pt x="18018" y="6057"/>
                  </a:cubicBezTo>
                  <a:cubicBezTo>
                    <a:pt x="18916" y="7419"/>
                    <a:pt x="19440" y="9050"/>
                    <a:pt x="19440" y="10800"/>
                  </a:cubicBezTo>
                  <a:cubicBezTo>
                    <a:pt x="19440" y="10961"/>
                    <a:pt x="19435" y="11121"/>
                    <a:pt x="19427" y="11280"/>
                  </a:cubicBezTo>
                  <a:cubicBezTo>
                    <a:pt x="19427" y="11280"/>
                    <a:pt x="19427" y="11280"/>
                    <a:pt x="19427" y="11280"/>
                  </a:cubicBezTo>
                  <a:close/>
                  <a:moveTo>
                    <a:pt x="15025" y="18334"/>
                  </a:moveTo>
                  <a:cubicBezTo>
                    <a:pt x="14873" y="16593"/>
                    <a:pt x="14617" y="14987"/>
                    <a:pt x="14296" y="13522"/>
                  </a:cubicBezTo>
                  <a:cubicBezTo>
                    <a:pt x="15886" y="13225"/>
                    <a:pt x="17507" y="13137"/>
                    <a:pt x="19038" y="13406"/>
                  </a:cubicBezTo>
                  <a:cubicBezTo>
                    <a:pt x="18371" y="15511"/>
                    <a:pt x="16918" y="17268"/>
                    <a:pt x="15025" y="18334"/>
                  </a:cubicBezTo>
                  <a:cubicBezTo>
                    <a:pt x="15025" y="18334"/>
                    <a:pt x="15025" y="18334"/>
                    <a:pt x="15025" y="18334"/>
                  </a:cubicBezTo>
                  <a:close/>
                  <a:moveTo>
                    <a:pt x="10800" y="19440"/>
                  </a:moveTo>
                  <a:cubicBezTo>
                    <a:pt x="8577" y="19440"/>
                    <a:pt x="6548" y="18596"/>
                    <a:pt x="5015" y="17212"/>
                  </a:cubicBezTo>
                  <a:cubicBezTo>
                    <a:pt x="6456" y="16365"/>
                    <a:pt x="9162" y="14922"/>
                    <a:pt x="12199" y="14029"/>
                  </a:cubicBezTo>
                  <a:cubicBezTo>
                    <a:pt x="12538" y="15587"/>
                    <a:pt x="12795" y="17303"/>
                    <a:pt x="12924" y="19176"/>
                  </a:cubicBezTo>
                  <a:cubicBezTo>
                    <a:pt x="12244" y="19348"/>
                    <a:pt x="11533" y="19440"/>
                    <a:pt x="10800" y="19440"/>
                  </a:cubicBezTo>
                  <a:cubicBezTo>
                    <a:pt x="10800" y="19440"/>
                    <a:pt x="10800" y="19440"/>
                    <a:pt x="10800" y="19440"/>
                  </a:cubicBezTo>
                  <a:close/>
                  <a:moveTo>
                    <a:pt x="2160" y="10800"/>
                  </a:moveTo>
                  <a:cubicBezTo>
                    <a:pt x="2160" y="10677"/>
                    <a:pt x="2163" y="10555"/>
                    <a:pt x="2168" y="10434"/>
                  </a:cubicBezTo>
                  <a:cubicBezTo>
                    <a:pt x="3029" y="10541"/>
                    <a:pt x="4305" y="10658"/>
                    <a:pt x="5793" y="10658"/>
                  </a:cubicBezTo>
                  <a:cubicBezTo>
                    <a:pt x="6514" y="10658"/>
                    <a:pt x="7284" y="10631"/>
                    <a:pt x="8081" y="10562"/>
                  </a:cubicBezTo>
                  <a:cubicBezTo>
                    <a:pt x="9142" y="10470"/>
                    <a:pt x="10142" y="10310"/>
                    <a:pt x="11081" y="10088"/>
                  </a:cubicBezTo>
                  <a:cubicBezTo>
                    <a:pt x="11287" y="10669"/>
                    <a:pt x="11485" y="11281"/>
                    <a:pt x="11671" y="11928"/>
                  </a:cubicBezTo>
                  <a:cubicBezTo>
                    <a:pt x="10698" y="12211"/>
                    <a:pt x="9693" y="12565"/>
                    <a:pt x="8656" y="12990"/>
                  </a:cubicBezTo>
                  <a:cubicBezTo>
                    <a:pt x="6423" y="13906"/>
                    <a:pt x="4601" y="14931"/>
                    <a:pt x="3585" y="15547"/>
                  </a:cubicBezTo>
                  <a:cubicBezTo>
                    <a:pt x="2685" y="14184"/>
                    <a:pt x="2160" y="12552"/>
                    <a:pt x="2160" y="10800"/>
                  </a:cubicBezTo>
                  <a:cubicBezTo>
                    <a:pt x="2160" y="10800"/>
                    <a:pt x="2160" y="10800"/>
                    <a:pt x="2160" y="10800"/>
                  </a:cubicBezTo>
                  <a:close/>
                  <a:moveTo>
                    <a:pt x="7253" y="2922"/>
                  </a:moveTo>
                  <a:cubicBezTo>
                    <a:pt x="7897" y="3727"/>
                    <a:pt x="9119" y="5437"/>
                    <a:pt x="10273" y="8054"/>
                  </a:cubicBezTo>
                  <a:cubicBezTo>
                    <a:pt x="7243" y="8704"/>
                    <a:pt x="4136" y="8489"/>
                    <a:pt x="2530" y="8298"/>
                  </a:cubicBezTo>
                  <a:cubicBezTo>
                    <a:pt x="3257" y="5901"/>
                    <a:pt x="4998" y="3941"/>
                    <a:pt x="7253" y="2922"/>
                  </a:cubicBezTo>
                  <a:cubicBezTo>
                    <a:pt x="7253" y="2922"/>
                    <a:pt x="7253" y="2922"/>
                    <a:pt x="7253" y="2922"/>
                  </a:cubicBezTo>
                  <a:close/>
                  <a:moveTo>
                    <a:pt x="10800" y="2160"/>
                  </a:moveTo>
                  <a:cubicBezTo>
                    <a:pt x="13021" y="2160"/>
                    <a:pt x="15049" y="3003"/>
                    <a:pt x="16581" y="4385"/>
                  </a:cubicBezTo>
                  <a:cubicBezTo>
                    <a:pt x="15509" y="5855"/>
                    <a:pt x="14008" y="6822"/>
                    <a:pt x="12365" y="7445"/>
                  </a:cubicBezTo>
                  <a:cubicBezTo>
                    <a:pt x="12091" y="6806"/>
                    <a:pt x="11817" y="6226"/>
                    <a:pt x="11555" y="5709"/>
                  </a:cubicBezTo>
                  <a:cubicBezTo>
                    <a:pt x="10795" y="4211"/>
                    <a:pt x="10048" y="3064"/>
                    <a:pt x="9466" y="2263"/>
                  </a:cubicBezTo>
                  <a:cubicBezTo>
                    <a:pt x="9901" y="2195"/>
                    <a:pt x="10346" y="2160"/>
                    <a:pt x="10800" y="2160"/>
                  </a:cubicBezTo>
                  <a:cubicBezTo>
                    <a:pt x="10800" y="2160"/>
                    <a:pt x="10800" y="2160"/>
                    <a:pt x="10800" y="2160"/>
                  </a:cubicBezTo>
                  <a:close/>
                  <a:moveTo>
                    <a:pt x="18834" y="3590"/>
                  </a:moveTo>
                  <a:lnTo>
                    <a:pt x="18682" y="3425"/>
                  </a:lnTo>
                  <a:cubicBezTo>
                    <a:pt x="16710" y="1318"/>
                    <a:pt x="13906" y="0"/>
                    <a:pt x="10800" y="0"/>
                  </a:cubicBezTo>
                  <a:cubicBezTo>
                    <a:pt x="9564" y="0"/>
                    <a:pt x="8376" y="209"/>
                    <a:pt x="7269" y="593"/>
                  </a:cubicBezTo>
                  <a:lnTo>
                    <a:pt x="7157" y="633"/>
                  </a:lnTo>
                  <a:cubicBezTo>
                    <a:pt x="3542" y="1932"/>
                    <a:pt x="814" y="5108"/>
                    <a:pt x="154" y="8980"/>
                  </a:cubicBezTo>
                  <a:cubicBezTo>
                    <a:pt x="153" y="8984"/>
                    <a:pt x="152" y="8988"/>
                    <a:pt x="152" y="8991"/>
                  </a:cubicBezTo>
                  <a:cubicBezTo>
                    <a:pt x="149" y="9004"/>
                    <a:pt x="148" y="9016"/>
                    <a:pt x="146" y="9028"/>
                  </a:cubicBezTo>
                  <a:cubicBezTo>
                    <a:pt x="51" y="9605"/>
                    <a:pt x="0" y="10197"/>
                    <a:pt x="0" y="10800"/>
                  </a:cubicBezTo>
                  <a:cubicBezTo>
                    <a:pt x="0" y="13375"/>
                    <a:pt x="906" y="15741"/>
                    <a:pt x="2416" y="17599"/>
                  </a:cubicBezTo>
                  <a:cubicBezTo>
                    <a:pt x="2417" y="17600"/>
                    <a:pt x="2541" y="17751"/>
                    <a:pt x="2541" y="17751"/>
                  </a:cubicBezTo>
                  <a:cubicBezTo>
                    <a:pt x="4524" y="20103"/>
                    <a:pt x="7490" y="21600"/>
                    <a:pt x="10800" y="21600"/>
                  </a:cubicBezTo>
                  <a:cubicBezTo>
                    <a:pt x="12051" y="21600"/>
                    <a:pt x="13252" y="21385"/>
                    <a:pt x="14370" y="20993"/>
                  </a:cubicBezTo>
                  <a:cubicBezTo>
                    <a:pt x="14400" y="20983"/>
                    <a:pt x="14429" y="20974"/>
                    <a:pt x="14457" y="20962"/>
                  </a:cubicBezTo>
                  <a:cubicBezTo>
                    <a:pt x="18004" y="19681"/>
                    <a:pt x="20694" y="16594"/>
                    <a:pt x="21411" y="12816"/>
                  </a:cubicBezTo>
                  <a:cubicBezTo>
                    <a:pt x="21412" y="12806"/>
                    <a:pt x="21414" y="12797"/>
                    <a:pt x="21416" y="12788"/>
                  </a:cubicBezTo>
                  <a:cubicBezTo>
                    <a:pt x="21536" y="12143"/>
                    <a:pt x="21600" y="11479"/>
                    <a:pt x="21600" y="10800"/>
                  </a:cubicBezTo>
                  <a:cubicBezTo>
                    <a:pt x="21600" y="8032"/>
                    <a:pt x="20553" y="5503"/>
                    <a:pt x="18834" y="3590"/>
                  </a:cubicBezTo>
                  <a:cubicBezTo>
                    <a:pt x="18834" y="3590"/>
                    <a:pt x="18834" y="3590"/>
                    <a:pt x="18834" y="359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miter lim="400000"/>
            </a:ln>
          </p:spPr>
          <p:txBody>
            <a:bodyPr lIns="38100" tIns="38100" rIns="38100" bIns="38100" anchor="ctr"/>
            <a:lstStyle/>
            <a:p>
              <a:pPr>
                <a:defRPr sz="3000">
                  <a:solidFill>
                    <a:srgbClr val="FFFFFF"/>
                  </a:solidFill>
                  <a:effectLst>
                    <a:outerShdw blurRad="38100" dist="12700" dir="5400000" rotWithShape="0">
                      <a:srgbClr val="000000">
                        <a:alpha val="50000"/>
                      </a:srgbClr>
                    </a:outerShdw>
                  </a:effectLst>
                </a:defRPr>
              </a:pPr>
              <a:endParaRPr/>
            </a:p>
          </p:txBody>
        </p:sp>
      </p:grpSp>
      <p:pic>
        <p:nvPicPr>
          <p:cNvPr id="16" name="Picture 2" descr="E:\cloud\drive\websites\slidemodel\logo\sebastian\slidemodel-logo-trans.png">
            <a:extLst>
              <a:ext uri="{FF2B5EF4-FFF2-40B4-BE49-F238E27FC236}">
                <a16:creationId xmlns:a16="http://schemas.microsoft.com/office/drawing/2014/main" id="{59E8070B-51C3-4A5F-B241-A7744B4F61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8418" y="6398156"/>
            <a:ext cx="1432658" cy="2712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E739AA3-A794-9F54-6A5A-CA2C7ED598BB}"/>
              </a:ext>
            </a:extLst>
          </p:cNvPr>
          <p:cNvSpPr/>
          <p:nvPr/>
        </p:nvSpPr>
        <p:spPr>
          <a:xfrm>
            <a:off x="1300694" y="2272374"/>
            <a:ext cx="5297771" cy="986340"/>
          </a:xfrm>
          <a:prstGeom prst="rect">
            <a:avLst/>
          </a:prstGeom>
          <a:ln>
            <a:solidFill>
              <a:schemeClr val="accent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www.anubhavtrainings.com</a:t>
            </a:r>
          </a:p>
        </p:txBody>
      </p:sp>
    </p:spTree>
    <p:extLst>
      <p:ext uri="{BB962C8B-B14F-4D97-AF65-F5344CB8AC3E}">
        <p14:creationId xmlns:p14="http://schemas.microsoft.com/office/powerpoint/2010/main" val="18420444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ight Triangle 6">
            <a:extLst>
              <a:ext uri="{FF2B5EF4-FFF2-40B4-BE49-F238E27FC236}">
                <a16:creationId xmlns:a16="http://schemas.microsoft.com/office/drawing/2014/main" id="{EAF14BF4-9A45-8B4E-AA65-A815CC72E5A3}"/>
              </a:ext>
            </a:extLst>
          </p:cNvPr>
          <p:cNvSpPr/>
          <p:nvPr/>
        </p:nvSpPr>
        <p:spPr>
          <a:xfrm flipH="1">
            <a:off x="3029488" y="2339447"/>
            <a:ext cx="9159332" cy="4517660"/>
          </a:xfrm>
          <a:prstGeom prst="rtTriangle">
            <a:avLst/>
          </a:prstGeom>
          <a:solidFill>
            <a:srgbClr val="18A7C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5901FB9E-D5D8-0E42-9064-309ADD0ECF5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-1" y="892"/>
            <a:ext cx="12188825" cy="4876667"/>
          </a:xfrm>
        </p:spPr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20F6EAF-BDD9-FA40-9881-470C78C023CA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86" y="892"/>
            <a:ext cx="12185652" cy="4876667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7D8E97E7-E23C-4E4A-A0AF-1C43E32D5148}"/>
              </a:ext>
            </a:extLst>
          </p:cNvPr>
          <p:cNvSpPr/>
          <p:nvPr/>
        </p:nvSpPr>
        <p:spPr>
          <a:xfrm>
            <a:off x="3175" y="-9395"/>
            <a:ext cx="12184064" cy="4886954"/>
          </a:xfrm>
          <a:prstGeom prst="rect">
            <a:avLst/>
          </a:prstGeom>
          <a:gradFill>
            <a:gsLst>
              <a:gs pos="89000">
                <a:schemeClr val="accent4">
                  <a:lumMod val="75000"/>
                  <a:alpha val="96000"/>
                </a:schemeClr>
              </a:gs>
              <a:gs pos="29000">
                <a:schemeClr val="tx2">
                  <a:alpha val="84000"/>
                </a:schemeClr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3943">
              <a:defRPr/>
            </a:pPr>
            <a:endParaRPr lang="en-US" sz="1799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F6FFC3F4-1A5C-6446-9CE3-98CE002CFF5F}"/>
              </a:ext>
            </a:extLst>
          </p:cNvPr>
          <p:cNvSpPr/>
          <p:nvPr/>
        </p:nvSpPr>
        <p:spPr>
          <a:xfrm>
            <a:off x="350568" y="5992010"/>
            <a:ext cx="3553364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3943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Contact us today!</a:t>
            </a:r>
          </a:p>
          <a:p>
            <a:pPr defTabSz="913943">
              <a:defRPr/>
            </a:pPr>
            <a:r>
              <a:rPr lang="en-US" sz="1799" dirty="0">
                <a:solidFill>
                  <a:srgbClr val="44546A"/>
                </a:solidFill>
                <a:latin typeface="Arial" panose="020B0604020202020204"/>
              </a:rPr>
              <a:t>https://anubhavtrainings.com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A91E6F4-0EB3-3446-B962-79A0A253F3F7}"/>
              </a:ext>
            </a:extLst>
          </p:cNvPr>
          <p:cNvSpPr/>
          <p:nvPr/>
        </p:nvSpPr>
        <p:spPr>
          <a:xfrm>
            <a:off x="8178219" y="2926031"/>
            <a:ext cx="3229442" cy="2769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IN" sz="1200" spc="50" dirty="0">
                <a:solidFill>
                  <a:srgbClr val="FFFFFF">
                    <a:lumMod val="95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 build the workforce of the future.</a:t>
            </a:r>
            <a:endParaRPr lang="en-US" sz="1200" spc="50" dirty="0">
              <a:solidFill>
                <a:srgbClr val="FFFFFF">
                  <a:lumMod val="95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9EED0AA-D6A0-854A-9888-8400B6D1FE48}"/>
              </a:ext>
            </a:extLst>
          </p:cNvPr>
          <p:cNvSpPr/>
          <p:nvPr/>
        </p:nvSpPr>
        <p:spPr>
          <a:xfrm>
            <a:off x="1221676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Corporate Clients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DFBD6F02-53D0-BF4D-BF2A-4BD3E0AC1D30}"/>
              </a:ext>
            </a:extLst>
          </p:cNvPr>
          <p:cNvSpPr/>
          <p:nvPr/>
        </p:nvSpPr>
        <p:spPr>
          <a:xfrm>
            <a:off x="2825143" y="3113856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60,000+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Trained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3EFFD71-D9A6-F843-8D97-4553654A0BAE}"/>
              </a:ext>
            </a:extLst>
          </p:cNvPr>
          <p:cNvSpPr/>
          <p:nvPr/>
        </p:nvSpPr>
        <p:spPr>
          <a:xfrm>
            <a:off x="4495429" y="3111497"/>
            <a:ext cx="1801447" cy="6461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2399" dirty="0">
                <a:solidFill>
                  <a:srgbClr val="FFFFFF"/>
                </a:solidFill>
                <a:latin typeface="Arial" panose="020B0604020202020204"/>
              </a:rPr>
              <a:t>26000+ </a:t>
            </a:r>
          </a:p>
          <a:p>
            <a:pPr algn="ctr" defTabSz="914126">
              <a:defRPr/>
            </a:pPr>
            <a:r>
              <a:rPr lang="en-US" sz="1200" dirty="0">
                <a:solidFill>
                  <a:srgbClr val="FFFFFF"/>
                </a:solidFill>
                <a:latin typeface="Arial" panose="020B0604020202020204"/>
              </a:rPr>
              <a:t>Learners Placed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BBB1580-5754-8F41-9AD0-21D8AE6FD293}"/>
              </a:ext>
            </a:extLst>
          </p:cNvPr>
          <p:cNvPicPr>
            <a:picLocks noChangeAspect="1"/>
          </p:cNvPicPr>
          <p:nvPr/>
        </p:nvPicPr>
        <p:blipFill>
          <a:blip r:embed="rId4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783127" y="2279841"/>
            <a:ext cx="640059" cy="640059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65C330F-D3B3-C54E-A760-411AF08F9062}"/>
              </a:ext>
            </a:extLst>
          </p:cNvPr>
          <p:cNvPicPr>
            <a:picLocks noChangeAspect="1"/>
          </p:cNvPicPr>
          <p:nvPr/>
        </p:nvPicPr>
        <p:blipFill>
          <a:blip r:embed="rId5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405530" y="2272765"/>
            <a:ext cx="671928" cy="671928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632520" y="692233"/>
            <a:ext cx="6570959" cy="11384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We’re committed to empower you to be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#</a:t>
            </a:r>
            <a:r>
              <a:rPr lang="en-US" sz="2799" b="1" dirty="0" err="1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FutureReady</a:t>
            </a:r>
            <a:r>
              <a:rPr lang="en-US" sz="2799" b="1" dirty="0">
                <a:solidFill>
                  <a:srgbClr val="2AC6D1">
                    <a:lumMod val="40000"/>
                    <a:lumOff val="6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algn="ctr" defTabSz="914126">
              <a:defRPr/>
            </a:pPr>
            <a:r>
              <a:rPr lang="en-US" sz="1999" b="1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through powerful training solutions.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9B88429-5E3E-E649-B2EC-6D73DF20380B}"/>
              </a:ext>
            </a:extLst>
          </p:cNvPr>
          <p:cNvSpPr/>
          <p:nvPr/>
        </p:nvSpPr>
        <p:spPr>
          <a:xfrm>
            <a:off x="350569" y="4998498"/>
            <a:ext cx="3900557" cy="892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914126">
              <a:defRPr/>
            </a:pPr>
            <a:r>
              <a:rPr lang="en-US" sz="1999" b="1" spc="100" dirty="0">
                <a:solidFill>
                  <a:srgbClr val="F97700"/>
                </a:solidFill>
                <a:latin typeface="Arial" panose="020B0604020202020204"/>
              </a:rPr>
              <a:t>FREE WEBINARS </a:t>
            </a:r>
          </a:p>
          <a:p>
            <a:pPr defTabSz="914126">
              <a:defRPr/>
            </a:pPr>
            <a:r>
              <a:rPr lang="en-US" sz="1600" i="1" dirty="0">
                <a:solidFill>
                  <a:srgbClr val="F97700"/>
                </a:solidFill>
                <a:latin typeface="Arial" panose="020B0604020202020204"/>
              </a:rPr>
              <a:t>Sign up for free webinars with industry experts every fortnight!</a:t>
            </a:r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A2992D5F-5E6B-654B-9458-11A35BA426B5}"/>
              </a:ext>
            </a:extLst>
          </p:cNvPr>
          <p:cNvPicPr>
            <a:picLocks noChangeAspect="1"/>
          </p:cNvPicPr>
          <p:nvPr/>
        </p:nvPicPr>
        <p:blipFill>
          <a:blip r:embed="rId6" cstate="email">
            <a:lum bright="70000" contrast="-7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951451" y="2194693"/>
            <a:ext cx="851865" cy="851865"/>
          </a:xfrm>
          <a:prstGeom prst="rect">
            <a:avLst/>
          </a:prstGeom>
        </p:spPr>
      </p:pic>
      <p:grpSp>
        <p:nvGrpSpPr>
          <p:cNvPr id="8" name="Group 13">
            <a:extLst>
              <a:ext uri="{FF2B5EF4-FFF2-40B4-BE49-F238E27FC236}">
                <a16:creationId xmlns:a16="http://schemas.microsoft.com/office/drawing/2014/main" id="{C4CE162D-F9BF-9140-A233-D39001B36CFD}"/>
              </a:ext>
            </a:extLst>
          </p:cNvPr>
          <p:cNvGrpSpPr/>
          <p:nvPr/>
        </p:nvGrpSpPr>
        <p:grpSpPr>
          <a:xfrm>
            <a:off x="6517598" y="3369121"/>
            <a:ext cx="5611184" cy="3380860"/>
            <a:chOff x="4482563" y="4980191"/>
            <a:chExt cx="3128574" cy="1841396"/>
          </a:xfrm>
        </p:grpSpPr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62C3C8DA-341B-5A4B-82D2-EE674B9C2DA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482563" y="4980191"/>
              <a:ext cx="3128574" cy="1841396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3F68CD41-8EF3-B443-924E-319DE8B1689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4906220" y="5127342"/>
              <a:ext cx="2275190" cy="1498325"/>
            </a:xfrm>
            <a:prstGeom prst="rect">
              <a:avLst/>
            </a:prstGeom>
          </p:spPr>
        </p:pic>
      </p:grpSp>
      <p:sp>
        <p:nvSpPr>
          <p:cNvPr id="3" name="Rectangle 2">
            <a:extLst>
              <a:ext uri="{FF2B5EF4-FFF2-40B4-BE49-F238E27FC236}">
                <a16:creationId xmlns:a16="http://schemas.microsoft.com/office/drawing/2014/main" id="{34C82462-A6A9-9F40-B874-C2786492A285}"/>
              </a:ext>
            </a:extLst>
          </p:cNvPr>
          <p:cNvSpPr/>
          <p:nvPr/>
        </p:nvSpPr>
        <p:spPr>
          <a:xfrm>
            <a:off x="4492569" y="5574754"/>
            <a:ext cx="2196235" cy="5473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7D41E04-1B35-BD4F-8B37-C6CC88C6B995}"/>
              </a:ext>
            </a:extLst>
          </p:cNvPr>
          <p:cNvSpPr/>
          <p:nvPr/>
        </p:nvSpPr>
        <p:spPr>
          <a:xfrm>
            <a:off x="4399734" y="5490332"/>
            <a:ext cx="2196235" cy="54735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14126">
              <a:defRPr/>
            </a:pPr>
            <a:endParaRPr lang="en-US" sz="1799" dirty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A9D7C5-0368-6645-B73F-D51BF9C01567}"/>
              </a:ext>
            </a:extLst>
          </p:cNvPr>
          <p:cNvSpPr/>
          <p:nvPr/>
        </p:nvSpPr>
        <p:spPr>
          <a:xfrm>
            <a:off x="4802969" y="5590298"/>
            <a:ext cx="1466686" cy="36923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defTabSz="914126">
              <a:defRPr/>
            </a:pPr>
            <a:r>
              <a:rPr lang="en-US" sz="1799" b="1" dirty="0">
                <a:solidFill>
                  <a:srgbClr val="44546A"/>
                </a:solidFill>
                <a:latin typeface="Arial" panose="020B0604020202020204"/>
              </a:rPr>
              <a:t>Enroll Now!</a:t>
            </a:r>
            <a:endParaRPr lang="en-US" sz="1799" b="1" dirty="0">
              <a:solidFill>
                <a:srgbClr val="000000"/>
              </a:solidFill>
              <a:latin typeface="Arial" panose="020B0604020202020204"/>
            </a:endParaRPr>
          </a:p>
        </p:txBody>
      </p:sp>
      <p:pic>
        <p:nvPicPr>
          <p:cNvPr id="24" name="Picture 4">
            <a:extLst>
              <a:ext uri="{FF2B5EF4-FFF2-40B4-BE49-F238E27FC236}">
                <a16:creationId xmlns:a16="http://schemas.microsoft.com/office/drawing/2014/main" id="{42A5B84E-0F13-E020-C1B3-A338EB4168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2236" y="444130"/>
            <a:ext cx="2323495" cy="22949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6572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Custom 618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151C2B"/>
      </a:accent1>
      <a:accent2>
        <a:srgbClr val="CAC4F7"/>
      </a:accent2>
      <a:accent3>
        <a:srgbClr val="1C21E4"/>
      </a:accent3>
      <a:accent4>
        <a:srgbClr val="5FB7A2"/>
      </a:accent4>
      <a:accent5>
        <a:srgbClr val="3081AC"/>
      </a:accent5>
      <a:accent6>
        <a:srgbClr val="A5A5A5"/>
      </a:accent6>
      <a:hlink>
        <a:srgbClr val="0000FF"/>
      </a:hlink>
      <a:folHlink>
        <a:srgbClr val="800080"/>
      </a:folHlink>
    </a:clrScheme>
    <a:fontScheme name="Custom 2">
      <a:majorFont>
        <a:latin typeface="Calibri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8208</TotalTime>
  <Words>490</Words>
  <Application>Microsoft Office PowerPoint</Application>
  <PresentationFormat>Custom</PresentationFormat>
  <Paragraphs>56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Amasis MT Pro Black</vt:lpstr>
      <vt:lpstr>Arial</vt:lpstr>
      <vt:lpstr>Arial Black</vt:lpstr>
      <vt:lpstr>Calibri</vt:lpstr>
      <vt:lpstr>Cooper Black</vt:lpstr>
      <vt:lpstr>Segoe UI</vt:lpstr>
      <vt:lpstr>Segoe UI Light</vt:lpstr>
      <vt:lpstr>Wingdings</vt:lpstr>
      <vt:lpstr>Office Theme</vt:lpstr>
      <vt:lpstr>SAP BTP Extension Suite Training</vt:lpstr>
      <vt:lpstr>PowerPoint Presentation</vt:lpstr>
      <vt:lpstr>Agenda – Day 11</vt:lpstr>
      <vt:lpstr>Association v.s Composition</vt:lpstr>
      <vt:lpstr>PowerPoint Presentation</vt:lpstr>
      <vt:lpstr>Hands on: Create &amp; F4 Enablement for app</vt:lpstr>
      <vt:lpstr>Challenges to share code</vt:lpstr>
      <vt:lpstr>Git and Git HUB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Julian</dc:creator>
  <cp:lastModifiedBy>Anubhav Oberoy</cp:lastModifiedBy>
  <cp:revision>278</cp:revision>
  <dcterms:created xsi:type="dcterms:W3CDTF">2013-09-12T13:05:01Z</dcterms:created>
  <dcterms:modified xsi:type="dcterms:W3CDTF">2025-05-07T16:27:37Z</dcterms:modified>
</cp:coreProperties>
</file>