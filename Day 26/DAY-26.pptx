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ink/ink1.xml" ContentType="application/inkml+xml"/>
  <Override PartName="/ppt/notesSlides/notesSlide8.xml" ContentType="application/vnd.openxmlformats-officedocument.presentationml.notesSlide+xml"/>
  <Override PartName="/ppt/ink/ink2.xml" ContentType="application/inkml+xml"/>
  <Override PartName="/ppt/notesSlides/notesSlide9.xml" ContentType="application/vnd.openxmlformats-officedocument.presentationml.notesSlide+xml"/>
  <Override PartName="/ppt/ink/ink3.xml" ContentType="application/inkml+xml"/>
  <Override PartName="/ppt/notesSlides/notesSlide10.xml" ContentType="application/vnd.openxmlformats-officedocument.presentationml.notesSlide+xml"/>
  <Override PartName="/ppt/ink/ink4.xml" ContentType="application/inkml+xml"/>
  <Override PartName="/ppt/notesSlides/notesSlide11.xml" ContentType="application/vnd.openxmlformats-officedocument.presentationml.notesSlide+xml"/>
  <Override PartName="/ppt/ink/ink5.xml" ContentType="application/inkml+xml"/>
  <Override PartName="/ppt/notesSlides/notesSlide12.xml" ContentType="application/vnd.openxmlformats-officedocument.presentationml.notesSlide+xml"/>
  <Override PartName="/ppt/ink/ink6.xml" ContentType="application/inkml+xml"/>
  <Override PartName="/ppt/notesSlides/notesSlide13.xml" ContentType="application/vnd.openxmlformats-officedocument.presentationml.notesSlide+xml"/>
  <Override PartName="/ppt/ink/ink7.xml" ContentType="application/inkml+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theme/themeOverride1.xml" ContentType="application/vnd.openxmlformats-officedocument.themeOverr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1" r:id="rId2"/>
    <p:sldMasterId id="2147483709" r:id="rId3"/>
  </p:sldMasterIdLst>
  <p:notesMasterIdLst>
    <p:notesMasterId r:id="rId23"/>
  </p:notesMasterIdLst>
  <p:sldIdLst>
    <p:sldId id="256" r:id="rId4"/>
    <p:sldId id="402" r:id="rId5"/>
    <p:sldId id="276" r:id="rId6"/>
    <p:sldId id="4815" r:id="rId7"/>
    <p:sldId id="345" r:id="rId8"/>
    <p:sldId id="350" r:id="rId9"/>
    <p:sldId id="351" r:id="rId10"/>
    <p:sldId id="352" r:id="rId11"/>
    <p:sldId id="4807" r:id="rId12"/>
    <p:sldId id="4808" r:id="rId13"/>
    <p:sldId id="4809" r:id="rId14"/>
    <p:sldId id="425" r:id="rId15"/>
    <p:sldId id="4810" r:id="rId16"/>
    <p:sldId id="426" r:id="rId17"/>
    <p:sldId id="357" r:id="rId18"/>
    <p:sldId id="4813" r:id="rId19"/>
    <p:sldId id="4814" r:id="rId20"/>
    <p:sldId id="419" r:id="rId21"/>
    <p:sldId id="409" r:id="rId22"/>
  </p:sldIdLst>
  <p:sldSz cx="12188825" cy="6858000"/>
  <p:notesSz cx="6858000" cy="9144000"/>
  <p:embeddedFontLst>
    <p:embeddedFont>
      <p:font typeface="Arial Black" panose="020B0A04020102020204" pitchFamily="34" charset="0"/>
      <p:regular r:id="rId24"/>
      <p:bold r:id="rId25"/>
    </p:embeddedFont>
    <p:embeddedFont>
      <p:font typeface="Cambria" panose="02040503050406030204" pitchFamily="18" charset="0"/>
      <p:regular r:id="rId26"/>
      <p:bold r:id="rId27"/>
      <p:italic r:id="rId28"/>
      <p:boldItalic r:id="rId29"/>
    </p:embeddedFont>
    <p:embeddedFont>
      <p:font typeface="Consolas" panose="020B0609020204030204" pitchFamily="49" charset="0"/>
      <p:regular r:id="rId30"/>
      <p:bold r:id="rId31"/>
      <p:italic r:id="rId32"/>
      <p:boldItalic r:id="rId33"/>
    </p:embeddedFont>
    <p:embeddedFont>
      <p:font typeface="Cooper Black" panose="0208090404030B020404" pitchFamily="18" charset="0"/>
      <p:regular r:id="rId34"/>
    </p:embeddedFont>
    <p:embeddedFont>
      <p:font typeface="Corben" panose="020B0604020202020204" charset="0"/>
      <p:bold r:id="rId35"/>
    </p:embeddedFont>
    <p:embeddedFont>
      <p:font typeface="Open Sans" panose="020B0606030504020204" pitchFamily="34" charset="0"/>
      <p:regular r:id="rId36"/>
      <p:bold r:id="rId37"/>
      <p:italic r:id="rId38"/>
      <p:boldItalic r:id="rId39"/>
    </p:embeddedFont>
    <p:embeddedFont>
      <p:font typeface="Quattrocento Sans" panose="020B0502050000020003" pitchFamily="34" charset="0"/>
      <p:regular r:id="rId40"/>
      <p:bold r:id="rId41"/>
      <p:italic r:id="rId42"/>
      <p:boldItalic r:id="rId43"/>
    </p:embeddedFont>
    <p:embeddedFont>
      <p:font typeface="Segoe UI" panose="020B0502040204020203" pitchFamily="34" charset="0"/>
      <p:regular r:id="rId44"/>
      <p:bold r:id="rId45"/>
      <p:italic r:id="rId46"/>
      <p:boldItalic r:id="rId47"/>
    </p:embeddedFont>
    <p:embeddedFont>
      <p:font typeface="Segoe UI Light" panose="020B0502040204020203" pitchFamily="34" charset="0"/>
      <p:regular r:id="rId48"/>
      <p:italic r:id="rId4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03" roundtripDataSignature="AMtx7mjDuvg+AJ5SXhqS019oXJCQRER+/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83E6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280" autoAdjust="0"/>
    <p:restoredTop sz="94660"/>
  </p:normalViewPr>
  <p:slideViewPr>
    <p:cSldViewPr snapToGrid="0">
      <p:cViewPr varScale="1">
        <p:scale>
          <a:sx n="96" d="100"/>
          <a:sy n="96" d="100"/>
        </p:scale>
        <p:origin x="904" y="288"/>
      </p:cViewPr>
      <p:guideLst>
        <p:guide orient="horz" pos="2160"/>
        <p:guide pos="3839"/>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font" Target="fonts/font3.fntdata"/><Relationship Id="rId39" Type="http://schemas.openxmlformats.org/officeDocument/2006/relationships/font" Target="fonts/font16.fntdata"/><Relationship Id="rId21" Type="http://schemas.openxmlformats.org/officeDocument/2006/relationships/slide" Target="slides/slide18.xml"/><Relationship Id="rId34" Type="http://schemas.openxmlformats.org/officeDocument/2006/relationships/font" Target="fonts/font11.fntdata"/><Relationship Id="rId42" Type="http://schemas.openxmlformats.org/officeDocument/2006/relationships/font" Target="fonts/font19.fntdata"/><Relationship Id="rId47" Type="http://schemas.openxmlformats.org/officeDocument/2006/relationships/font" Target="fonts/font24.fntdata"/><Relationship Id="rId7" Type="http://schemas.openxmlformats.org/officeDocument/2006/relationships/slide" Target="slides/slide4.xml"/><Relationship Id="rId205"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font" Target="fonts/font6.fntdata"/><Relationship Id="rId11" Type="http://schemas.openxmlformats.org/officeDocument/2006/relationships/slide" Target="slides/slide8.xml"/><Relationship Id="rId24" Type="http://schemas.openxmlformats.org/officeDocument/2006/relationships/font" Target="fonts/font1.fntdata"/><Relationship Id="rId32" Type="http://schemas.openxmlformats.org/officeDocument/2006/relationships/font" Target="fonts/font9.fntdata"/><Relationship Id="rId37" Type="http://schemas.openxmlformats.org/officeDocument/2006/relationships/font" Target="fonts/font14.fntdata"/><Relationship Id="rId40" Type="http://schemas.openxmlformats.org/officeDocument/2006/relationships/font" Target="fonts/font17.fntdata"/><Relationship Id="rId45" Type="http://schemas.openxmlformats.org/officeDocument/2006/relationships/font" Target="fonts/font22.fntdata"/><Relationship Id="rId5" Type="http://schemas.openxmlformats.org/officeDocument/2006/relationships/slide" Target="slides/slide2.xml"/><Relationship Id="rId203" Type="http://customschemas.google.com/relationships/presentationmetadata" Target="metadata"/><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font" Target="fonts/font8.fntdata"/><Relationship Id="rId44" Type="http://schemas.openxmlformats.org/officeDocument/2006/relationships/font" Target="fonts/font21.fntdata"/><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font" Target="fonts/font4.fntdata"/><Relationship Id="rId30" Type="http://schemas.openxmlformats.org/officeDocument/2006/relationships/font" Target="fonts/font7.fntdata"/><Relationship Id="rId35" Type="http://schemas.openxmlformats.org/officeDocument/2006/relationships/font" Target="fonts/font12.fntdata"/><Relationship Id="rId43" Type="http://schemas.openxmlformats.org/officeDocument/2006/relationships/font" Target="fonts/font20.fntdata"/><Relationship Id="rId48" Type="http://schemas.openxmlformats.org/officeDocument/2006/relationships/font" Target="fonts/font25.fntdata"/><Relationship Id="rId207" Type="http://schemas.openxmlformats.org/officeDocument/2006/relationships/tableStyles" Target="tableStyles.xml"/><Relationship Id="rId8" Type="http://schemas.openxmlformats.org/officeDocument/2006/relationships/slide" Target="slides/slide5.xml"/><Relationship Id="rId206"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font" Target="fonts/font2.fntdata"/><Relationship Id="rId33" Type="http://schemas.openxmlformats.org/officeDocument/2006/relationships/font" Target="fonts/font10.fntdata"/><Relationship Id="rId38" Type="http://schemas.openxmlformats.org/officeDocument/2006/relationships/font" Target="fonts/font15.fntdata"/><Relationship Id="rId46" Type="http://schemas.openxmlformats.org/officeDocument/2006/relationships/font" Target="fonts/font23.fntdata"/><Relationship Id="rId20" Type="http://schemas.openxmlformats.org/officeDocument/2006/relationships/slide" Target="slides/slide17.xml"/><Relationship Id="rId41" Type="http://schemas.openxmlformats.org/officeDocument/2006/relationships/font" Target="fonts/font18.fntdata"/><Relationship Id="rId1" Type="http://schemas.openxmlformats.org/officeDocument/2006/relationships/slideMaster" Target="slideMasters/slideMaster1.xml"/><Relationship Id="rId6" Type="http://schemas.openxmlformats.org/officeDocument/2006/relationships/slide" Target="slides/slide3.xml"/><Relationship Id="rId204" Type="http://schemas.openxmlformats.org/officeDocument/2006/relationships/presProps" Target="presProps.xml"/><Relationship Id="rId15" Type="http://schemas.openxmlformats.org/officeDocument/2006/relationships/slide" Target="slides/slide12.xml"/><Relationship Id="rId23" Type="http://schemas.openxmlformats.org/officeDocument/2006/relationships/notesMaster" Target="notesMasters/notesMaster1.xml"/><Relationship Id="rId28" Type="http://schemas.openxmlformats.org/officeDocument/2006/relationships/font" Target="fonts/font5.fntdata"/><Relationship Id="rId36" Type="http://schemas.openxmlformats.org/officeDocument/2006/relationships/font" Target="fonts/font13.fntdata"/><Relationship Id="rId49" Type="http://schemas.openxmlformats.org/officeDocument/2006/relationships/font" Target="fonts/font26.fntdata"/></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06T09:16:29.530"/>
    </inkml:context>
    <inkml:brush xml:id="br0">
      <inkml:brushProperty name="width" value="0.05" units="cm"/>
      <inkml:brushProperty name="height" value="0.05" units="cm"/>
    </inkml:brush>
  </inkml:definitions>
  <inkml:trace contextRef="#ctx0" brushRef="#br0">0 1 24575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8-16T09:25:05.631"/>
    </inkml:context>
    <inkml:brush xml:id="br0">
      <inkml:brushProperty name="width" value="0.05" units="cm"/>
      <inkml:brushProperty name="height" value="0.05" units="cm"/>
    </inkml:brush>
  </inkml:definitions>
  <inkml:trace contextRef="#ctx0" brushRef="#br0">0 0 24575,'0'0'-8191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8-16T09:25:05.631"/>
    </inkml:context>
    <inkml:brush xml:id="br0">
      <inkml:brushProperty name="width" value="0.05" units="cm"/>
      <inkml:brushProperty name="height" value="0.05" units="cm"/>
    </inkml:brush>
  </inkml:definitions>
  <inkml:trace contextRef="#ctx0" brushRef="#br0">0 0 24575,'0'0'-8191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8-16T09:25:05.631"/>
    </inkml:context>
    <inkml:brush xml:id="br0">
      <inkml:brushProperty name="width" value="0.05" units="cm"/>
      <inkml:brushProperty name="height" value="0.05" units="cm"/>
    </inkml:brush>
  </inkml:definitions>
  <inkml:trace contextRef="#ctx0" brushRef="#br0">0 0 24575,'0'0'-8191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8-16T09:25:05.631"/>
    </inkml:context>
    <inkml:brush xml:id="br0">
      <inkml:brushProperty name="width" value="0.05" units="cm"/>
      <inkml:brushProperty name="height" value="0.05" units="cm"/>
    </inkml:brush>
  </inkml:definitions>
  <inkml:trace contextRef="#ctx0" brushRef="#br0">0 0 24575,'0'0'-8191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8-16T09:25:05.631"/>
    </inkml:context>
    <inkml:brush xml:id="br0">
      <inkml:brushProperty name="width" value="0.05" units="cm"/>
      <inkml:brushProperty name="height" value="0.05" units="cm"/>
    </inkml:brush>
  </inkml:definitions>
  <inkml:trace contextRef="#ctx0" brushRef="#br0">0 0 24575,'0'0'-8191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8-16T09:25:05.631"/>
    </inkml:context>
    <inkml:brush xml:id="br0">
      <inkml:brushProperty name="width" value="0.05" units="cm"/>
      <inkml:brushProperty name="height" value="0.05" units="cm"/>
    </inkml:brush>
  </inkml:definitions>
  <inkml:trace contextRef="#ctx0" brushRef="#br0">0 0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pixabay.com/photos/san-francisco-transamerica-pyramid-1633203/"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
        <p:cNvGrpSpPr/>
        <p:nvPr/>
      </p:nvGrpSpPr>
      <p:grpSpPr>
        <a:xfrm>
          <a:off x="0" y="0"/>
          <a:ext cx="0" cy="0"/>
          <a:chOff x="0" y="0"/>
          <a:chExt cx="0" cy="0"/>
        </a:xfrm>
      </p:grpSpPr>
      <p:sp>
        <p:nvSpPr>
          <p:cNvPr id="492" name="Google Shape;49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3" name="Google Shape;493;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94" name="Google Shape;494;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hlinkClick r:id="rId3"/>
              </a:rPr>
              <a:t>https://pixabay.com/photos/san-francisco-transamerica-pyramid-1633203/</a:t>
            </a:r>
            <a:endParaRPr lang="en-IN" dirty="0"/>
          </a:p>
        </p:txBody>
      </p:sp>
      <p:sp>
        <p:nvSpPr>
          <p:cNvPr id="4" name="Slide Number Placeholder 3"/>
          <p:cNvSpPr>
            <a:spLocks noGrp="1"/>
          </p:cNvSpPr>
          <p:nvPr>
            <p:ph type="sldNum" sz="quarter" idx="5"/>
          </p:nvPr>
        </p:nvSpPr>
        <p:spPr/>
        <p:txBody>
          <a:bodyPr/>
          <a:lstStyle/>
          <a:p>
            <a:fld id="{CA2D21D1-52E2-420B-B491-CFF6D7BB79FB}" type="slidenum">
              <a:rPr lang="en-US" smtClean="0"/>
              <a:pPr/>
              <a:t>3</a:t>
            </a:fld>
            <a:endParaRPr lang="en-US"/>
          </a:p>
        </p:txBody>
      </p:sp>
    </p:spTree>
    <p:extLst>
      <p:ext uri="{BB962C8B-B14F-4D97-AF65-F5344CB8AC3E}">
        <p14:creationId xmlns:p14="http://schemas.microsoft.com/office/powerpoint/2010/main" val="1245662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8">
          <a:extLst>
            <a:ext uri="{FF2B5EF4-FFF2-40B4-BE49-F238E27FC236}">
              <a16:creationId xmlns:a16="http://schemas.microsoft.com/office/drawing/2014/main" id="{7072EA00-BAA9-8E2D-DCF6-0D5B01698E35}"/>
            </a:ext>
          </a:extLst>
        </p:cNvPr>
        <p:cNvGrpSpPr/>
        <p:nvPr/>
      </p:nvGrpSpPr>
      <p:grpSpPr>
        <a:xfrm>
          <a:off x="0" y="0"/>
          <a:ext cx="0" cy="0"/>
          <a:chOff x="0" y="0"/>
          <a:chExt cx="0" cy="0"/>
        </a:xfrm>
      </p:grpSpPr>
      <p:sp>
        <p:nvSpPr>
          <p:cNvPr id="1699" name="Google Shape;1699;p90:notes">
            <a:extLst>
              <a:ext uri="{FF2B5EF4-FFF2-40B4-BE49-F238E27FC236}">
                <a16:creationId xmlns:a16="http://schemas.microsoft.com/office/drawing/2014/main" id="{2D7D4C99-B7EC-22E7-49AA-21BDCECB4598}"/>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00" name="Google Shape;1700;p90:notes">
            <a:extLst>
              <a:ext uri="{FF2B5EF4-FFF2-40B4-BE49-F238E27FC236}">
                <a16:creationId xmlns:a16="http://schemas.microsoft.com/office/drawing/2014/main" id="{2A587671-AA80-8ACE-82A9-85017910F0E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218243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8"/>
        <p:cNvGrpSpPr/>
        <p:nvPr/>
      </p:nvGrpSpPr>
      <p:grpSpPr>
        <a:xfrm>
          <a:off x="0" y="0"/>
          <a:ext cx="0" cy="0"/>
          <a:chOff x="0" y="0"/>
          <a:chExt cx="0" cy="0"/>
        </a:xfrm>
      </p:grpSpPr>
      <p:sp>
        <p:nvSpPr>
          <p:cNvPr id="1699" name="Google Shape;1699;p90: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00" name="Google Shape;1700;p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882679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3"/>
        <p:cNvGrpSpPr/>
        <p:nvPr/>
      </p:nvGrpSpPr>
      <p:grpSpPr>
        <a:xfrm>
          <a:off x="0" y="0"/>
          <a:ext cx="0" cy="0"/>
          <a:chOff x="0" y="0"/>
          <a:chExt cx="0" cy="0"/>
        </a:xfrm>
      </p:grpSpPr>
      <p:sp>
        <p:nvSpPr>
          <p:cNvPr id="1744" name="Google Shape;1744;p95: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45" name="Google Shape;1745;p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204067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2"/>
        <p:cNvGrpSpPr/>
        <p:nvPr/>
      </p:nvGrpSpPr>
      <p:grpSpPr>
        <a:xfrm>
          <a:off x="0" y="0"/>
          <a:ext cx="0" cy="0"/>
          <a:chOff x="0" y="0"/>
          <a:chExt cx="0" cy="0"/>
        </a:xfrm>
      </p:grpSpPr>
      <p:sp>
        <p:nvSpPr>
          <p:cNvPr id="1753" name="Google Shape;1753;p96: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54" name="Google Shape;1754;p9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831214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1"/>
        <p:cNvGrpSpPr/>
        <p:nvPr/>
      </p:nvGrpSpPr>
      <p:grpSpPr>
        <a:xfrm>
          <a:off x="0" y="0"/>
          <a:ext cx="0" cy="0"/>
          <a:chOff x="0" y="0"/>
          <a:chExt cx="0" cy="0"/>
        </a:xfrm>
      </p:grpSpPr>
      <p:sp>
        <p:nvSpPr>
          <p:cNvPr id="1762" name="Google Shape;1762;p97: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63" name="Google Shape;1763;p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07173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8"/>
        <p:cNvGrpSpPr/>
        <p:nvPr/>
      </p:nvGrpSpPr>
      <p:grpSpPr>
        <a:xfrm>
          <a:off x="0" y="0"/>
          <a:ext cx="0" cy="0"/>
          <a:chOff x="0" y="0"/>
          <a:chExt cx="0" cy="0"/>
        </a:xfrm>
      </p:grpSpPr>
      <p:sp>
        <p:nvSpPr>
          <p:cNvPr id="1309" name="Google Shape;1309;p59: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310" name="Google Shape;1310;p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2248150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8"/>
        <p:cNvGrpSpPr/>
        <p:nvPr/>
      </p:nvGrpSpPr>
      <p:grpSpPr>
        <a:xfrm>
          <a:off x="0" y="0"/>
          <a:ext cx="0" cy="0"/>
          <a:chOff x="0" y="0"/>
          <a:chExt cx="0" cy="0"/>
        </a:xfrm>
      </p:grpSpPr>
      <p:sp>
        <p:nvSpPr>
          <p:cNvPr id="1309" name="Google Shape;1309;p59: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IN" dirty="0"/>
              <a:t>https://www.google.com/url?sa=i&amp;url=https%3A%2F%2Fcommunity.sap.com%2Ft5%2Ftechnology-blogs-by-sap%2Fbuild-and-deploy-ui5-freestyle-applications-to-sap-btp-cloud-foundry%2Fba-p%2F13558501&amp;psig=AOvVaw3K_6niI7dmyPfs2VgcYMQf&amp;ust=1726066695091000&amp;source=images&amp;cd=vfe&amp;opi=89978449&amp;ved=0CBcQjhxqFwoTCOicgdPRuIgDFQAAAAAdAAAAABAg</a:t>
            </a:r>
            <a:endParaRPr dirty="0"/>
          </a:p>
        </p:txBody>
      </p:sp>
      <p:sp>
        <p:nvSpPr>
          <p:cNvPr id="1310" name="Google Shape;1310;p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974983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8"/>
        <p:cNvGrpSpPr/>
        <p:nvPr/>
      </p:nvGrpSpPr>
      <p:grpSpPr>
        <a:xfrm>
          <a:off x="0" y="0"/>
          <a:ext cx="0" cy="0"/>
          <a:chOff x="0" y="0"/>
          <a:chExt cx="0" cy="0"/>
        </a:xfrm>
      </p:grpSpPr>
      <p:sp>
        <p:nvSpPr>
          <p:cNvPr id="1309" name="Google Shape;1309;p59: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310" name="Google Shape;1310;p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7846262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8"/>
        <p:cNvGrpSpPr/>
        <p:nvPr/>
      </p:nvGrpSpPr>
      <p:grpSpPr>
        <a:xfrm>
          <a:off x="0" y="0"/>
          <a:ext cx="0" cy="0"/>
          <a:chOff x="0" y="0"/>
          <a:chExt cx="0" cy="0"/>
        </a:xfrm>
      </p:grpSpPr>
      <p:sp>
        <p:nvSpPr>
          <p:cNvPr id="1309" name="Google Shape;1309;p59: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310" name="Google Shape;1310;p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816767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8"/>
        <p:cNvGrpSpPr/>
        <p:nvPr/>
      </p:nvGrpSpPr>
      <p:grpSpPr>
        <a:xfrm>
          <a:off x="0" y="0"/>
          <a:ext cx="0" cy="0"/>
          <a:chOff x="0" y="0"/>
          <a:chExt cx="0" cy="0"/>
        </a:xfrm>
      </p:grpSpPr>
      <p:sp>
        <p:nvSpPr>
          <p:cNvPr id="1309" name="Google Shape;1309;p59: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310" name="Google Shape;1310;p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115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8"/>
        <p:cNvGrpSpPr/>
        <p:nvPr/>
      </p:nvGrpSpPr>
      <p:grpSpPr>
        <a:xfrm>
          <a:off x="0" y="0"/>
          <a:ext cx="0" cy="0"/>
          <a:chOff x="0" y="0"/>
          <a:chExt cx="0" cy="0"/>
        </a:xfrm>
      </p:grpSpPr>
      <p:sp>
        <p:nvSpPr>
          <p:cNvPr id="1309" name="Google Shape;1309;p59: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310" name="Google Shape;1310;p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238290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6"/>
        <p:cNvGrpSpPr/>
        <p:nvPr/>
      </p:nvGrpSpPr>
      <p:grpSpPr>
        <a:xfrm>
          <a:off x="0" y="0"/>
          <a:ext cx="0" cy="0"/>
          <a:chOff x="0" y="0"/>
          <a:chExt cx="0" cy="0"/>
        </a:xfrm>
      </p:grpSpPr>
      <p:sp>
        <p:nvSpPr>
          <p:cNvPr id="1807" name="Google Shape;1807;p10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08" name="Google Shape;1808;p1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4"/>
        <p:cNvGrpSpPr/>
        <p:nvPr/>
      </p:nvGrpSpPr>
      <p:grpSpPr>
        <a:xfrm>
          <a:off x="0" y="0"/>
          <a:ext cx="0" cy="0"/>
          <a:chOff x="0" y="0"/>
          <a:chExt cx="0" cy="0"/>
        </a:xfrm>
      </p:grpSpPr>
      <p:sp>
        <p:nvSpPr>
          <p:cNvPr id="1905" name="Google Shape;1905;p108: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06" name="Google Shape;1906;p1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66B8D726-D0BC-B240-A677-46F99704B74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538230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15"/>
        <p:cNvGrpSpPr/>
        <p:nvPr/>
      </p:nvGrpSpPr>
      <p:grpSpPr>
        <a:xfrm>
          <a:off x="0" y="0"/>
          <a:ext cx="0" cy="0"/>
          <a:chOff x="0" y="0"/>
          <a:chExt cx="0" cy="0"/>
        </a:xfrm>
      </p:grpSpPr>
      <p:sp>
        <p:nvSpPr>
          <p:cNvPr id="16" name="Google Shape;16;p146"/>
          <p:cNvSpPr/>
          <p:nvPr/>
        </p:nvSpPr>
        <p:spPr>
          <a:xfrm flipH="1">
            <a:off x="-2" y="3058359"/>
            <a:ext cx="7462565" cy="3799641"/>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7" name="Google Shape;17;p146"/>
          <p:cNvSpPr/>
          <p:nvPr/>
        </p:nvSpPr>
        <p:spPr>
          <a:xfrm>
            <a:off x="-6" y="1124744"/>
            <a:ext cx="12188831" cy="5733256"/>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ABD98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8" name="Google Shape;18;p146"/>
          <p:cNvSpPr/>
          <p:nvPr/>
        </p:nvSpPr>
        <p:spPr>
          <a:xfrm flipH="1">
            <a:off x="-2" y="1995614"/>
            <a:ext cx="12188827" cy="4862387"/>
          </a:xfrm>
          <a:custGeom>
            <a:avLst/>
            <a:gdLst/>
            <a:ahLst/>
            <a:cxnLst/>
            <a:rect l="l" t="t" r="r" b="b"/>
            <a:pathLst>
              <a:path w="12188827" h="4862387" extrusionOk="0">
                <a:moveTo>
                  <a:pt x="0" y="0"/>
                </a:moveTo>
                <a:lnTo>
                  <a:pt x="0" y="4862387"/>
                </a:lnTo>
                <a:lnTo>
                  <a:pt x="12188827" y="4862387"/>
                </a:lnTo>
                <a:lnTo>
                  <a:pt x="12188827" y="3248211"/>
                </a:lnTo>
                <a:lnTo>
                  <a:pt x="12065043" y="3174555"/>
                </a:lnTo>
                <a:cubicBezTo>
                  <a:pt x="11174911" y="2698247"/>
                  <a:pt x="10218900" y="3245765"/>
                  <a:pt x="8632675" y="4232925"/>
                </a:cubicBezTo>
                <a:cubicBezTo>
                  <a:pt x="5990931" y="5869126"/>
                  <a:pt x="4783278" y="2123831"/>
                  <a:pt x="103619" y="43113"/>
                </a:cubicBezTo>
                <a:close/>
              </a:path>
            </a:pathLst>
          </a:custGeom>
          <a:gradFill>
            <a:gsLst>
              <a:gs pos="0">
                <a:schemeClr val="accent1"/>
              </a:gs>
              <a:gs pos="100000">
                <a:schemeClr val="accent3"/>
              </a:gs>
            </a:gsLst>
            <a:lin ang="24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b="0" i="0" u="none" strike="noStrike" cap="none">
              <a:solidFill>
                <a:schemeClr val="dk1"/>
              </a:solidFill>
              <a:latin typeface="Quattrocento Sans"/>
              <a:ea typeface="Quattrocento Sans"/>
              <a:cs typeface="Quattrocento Sans"/>
              <a:sym typeface="Quattrocento Sans"/>
            </a:endParaRPr>
          </a:p>
        </p:txBody>
      </p:sp>
      <p:sp>
        <p:nvSpPr>
          <p:cNvPr id="19" name="Google Shape;19;p146"/>
          <p:cNvSpPr txBox="1">
            <a:spLocks noGrp="1"/>
          </p:cNvSpPr>
          <p:nvPr>
            <p:ph type="ctrTitle"/>
          </p:nvPr>
        </p:nvSpPr>
        <p:spPr>
          <a:xfrm>
            <a:off x="914162" y="1257197"/>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accent1"/>
              </a:buClr>
              <a:buSzPts val="4800"/>
              <a:buFont typeface="Quattrocento Sans"/>
              <a:buNone/>
              <a:defRPr sz="48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146"/>
          <p:cNvSpPr txBox="1">
            <a:spLocks noGrp="1"/>
          </p:cNvSpPr>
          <p:nvPr>
            <p:ph type="subTitle" idx="1"/>
          </p:nvPr>
        </p:nvSpPr>
        <p:spPr>
          <a:xfrm>
            <a:off x="914163" y="2765323"/>
            <a:ext cx="6980449" cy="612775"/>
          </a:xfrm>
          <a:prstGeom prst="rect">
            <a:avLst/>
          </a:prstGeom>
          <a:noFill/>
          <a:ln>
            <a:noFill/>
          </a:ln>
        </p:spPr>
        <p:txBody>
          <a:bodyPr spcFirstLastPara="1" wrap="square" lIns="0" tIns="60925" rIns="0" bIns="60925" anchor="t" anchorCtr="0">
            <a:noAutofit/>
          </a:bodyPr>
          <a:lstStyle>
            <a:lvl1pPr lvl="0" algn="l">
              <a:spcBef>
                <a:spcPts val="560"/>
              </a:spcBef>
              <a:spcAft>
                <a:spcPts val="0"/>
              </a:spcAft>
              <a:buClr>
                <a:srgbClr val="7F7F7F"/>
              </a:buClr>
              <a:buSzPts val="2800"/>
              <a:buNone/>
              <a:defRPr sz="2800">
                <a:solidFill>
                  <a:srgbClr val="7F7F7F"/>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21" name="Google Shape;21;p146"/>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146"/>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146"/>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 name="Google Shape;24;p146"/>
          <p:cNvSpPr txBox="1">
            <a:spLocks noGrp="1"/>
          </p:cNvSpPr>
          <p:nvPr>
            <p:ph type="body" idx="2"/>
          </p:nvPr>
        </p:nvSpPr>
        <p:spPr>
          <a:xfrm>
            <a:off x="7462563" y="5085184"/>
            <a:ext cx="4141693" cy="1156343"/>
          </a:xfrm>
          <a:prstGeom prst="rect">
            <a:avLst/>
          </a:prstGeom>
          <a:noFill/>
          <a:ln>
            <a:noFill/>
          </a:ln>
        </p:spPr>
        <p:txBody>
          <a:bodyPr spcFirstLastPara="1" wrap="square" lIns="0" tIns="60925" rIns="0" bIns="60925" anchor="b" anchorCtr="0">
            <a:noAutofit/>
          </a:bodyPr>
          <a:lstStyle>
            <a:lvl1pPr marL="457200" lvl="0" indent="-228600" algn="r">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 name="Google Shape;25;p146"/>
          <p:cNvSpPr/>
          <p:nvPr/>
        </p:nvSpPr>
        <p:spPr>
          <a:xfrm>
            <a:off x="0" y="0"/>
            <a:ext cx="1125860" cy="1052736"/>
          </a:xfrm>
          <a:custGeom>
            <a:avLst/>
            <a:gdLst/>
            <a:ahLst/>
            <a:cxnLst/>
            <a:rect l="l" t="t" r="r" b="b"/>
            <a:pathLst>
              <a:path w="1125860" h="1052736" extrusionOk="0">
                <a:moveTo>
                  <a:pt x="0" y="0"/>
                </a:moveTo>
                <a:lnTo>
                  <a:pt x="1078411" y="0"/>
                </a:lnTo>
                <a:lnTo>
                  <a:pt x="1109768" y="101015"/>
                </a:lnTo>
                <a:cubicBezTo>
                  <a:pt x="1120319" y="152578"/>
                  <a:pt x="1125860" y="205966"/>
                  <a:pt x="1125860" y="260648"/>
                </a:cubicBezTo>
                <a:cubicBezTo>
                  <a:pt x="1125860" y="698106"/>
                  <a:pt x="771230" y="1052736"/>
                  <a:pt x="333772" y="1052736"/>
                </a:cubicBezTo>
                <a:cubicBezTo>
                  <a:pt x="224408" y="1052736"/>
                  <a:pt x="120220" y="1030572"/>
                  <a:pt x="25456" y="990490"/>
                </a:cubicBezTo>
                <a:lnTo>
                  <a:pt x="0" y="976673"/>
                </a:lnTo>
                <a:close/>
              </a:path>
            </a:pathLst>
          </a:cu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6" name="Google Shape;26;p146"/>
          <p:cNvSpPr/>
          <p:nvPr/>
        </p:nvSpPr>
        <p:spPr>
          <a:xfrm>
            <a:off x="1413892" y="398372"/>
            <a:ext cx="472244" cy="472244"/>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7" name="Google Shape;27;p146"/>
          <p:cNvSpPr/>
          <p:nvPr/>
        </p:nvSpPr>
        <p:spPr>
          <a:xfrm>
            <a:off x="9367155" y="1301823"/>
            <a:ext cx="1406894" cy="1406894"/>
          </a:xfrm>
          <a:prstGeom prst="ellipse">
            <a:avLst/>
          </a:prstGeom>
          <a:solidFill>
            <a:srgbClr val="ACD98C"/>
          </a:solidFill>
          <a:ln w="1016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8" name="Google Shape;28;p146"/>
          <p:cNvSpPr/>
          <p:nvPr/>
        </p:nvSpPr>
        <p:spPr>
          <a:xfrm>
            <a:off x="10532246" y="729678"/>
            <a:ext cx="483606" cy="483606"/>
          </a:xfrm>
          <a:prstGeom prst="ellipse">
            <a:avLst/>
          </a:pr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2_Title Slide">
  <p:cSld name="2_Title Slide">
    <p:spTree>
      <p:nvGrpSpPr>
        <p:cNvPr id="1" name="Shape 79"/>
        <p:cNvGrpSpPr/>
        <p:nvPr/>
      </p:nvGrpSpPr>
      <p:grpSpPr>
        <a:xfrm>
          <a:off x="0" y="0"/>
          <a:ext cx="0" cy="0"/>
          <a:chOff x="0" y="0"/>
          <a:chExt cx="0" cy="0"/>
        </a:xfrm>
      </p:grpSpPr>
      <p:sp>
        <p:nvSpPr>
          <p:cNvPr id="80" name="Google Shape;80;p170"/>
          <p:cNvSpPr txBox="1">
            <a:spLocks noGrp="1"/>
          </p:cNvSpPr>
          <p:nvPr>
            <p:ph type="ctrTitle"/>
          </p:nvPr>
        </p:nvSpPr>
        <p:spPr>
          <a:xfrm>
            <a:off x="914162" y="1226215"/>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lt1"/>
              </a:buClr>
              <a:buSzPts val="4800"/>
              <a:buFont typeface="Quattrocento Sans"/>
              <a:buNone/>
              <a:defRPr sz="4800" cap="none">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1" name="Google Shape;81;p170"/>
          <p:cNvSpPr txBox="1">
            <a:spLocks noGrp="1"/>
          </p:cNvSpPr>
          <p:nvPr>
            <p:ph type="subTitle" idx="1"/>
          </p:nvPr>
        </p:nvSpPr>
        <p:spPr>
          <a:xfrm>
            <a:off x="914163" y="2734341"/>
            <a:ext cx="5396273" cy="1080120"/>
          </a:xfrm>
          <a:prstGeom prst="rect">
            <a:avLst/>
          </a:prstGeom>
          <a:noFill/>
          <a:ln>
            <a:noFill/>
          </a:ln>
        </p:spPr>
        <p:txBody>
          <a:bodyPr spcFirstLastPara="1" wrap="square" lIns="0" tIns="60925" rIns="0" bIns="60925" anchor="t" anchorCtr="0">
            <a:normAutofit/>
          </a:bodyPr>
          <a:lstStyle>
            <a:lvl1pPr lvl="0" algn="l">
              <a:spcBef>
                <a:spcPts val="720"/>
              </a:spcBef>
              <a:spcAft>
                <a:spcPts val="0"/>
              </a:spcAft>
              <a:buClr>
                <a:schemeClr val="lt1"/>
              </a:buClr>
              <a:buSzPts val="3600"/>
              <a:buNone/>
              <a:defRPr>
                <a:solidFill>
                  <a:schemeClr val="lt1"/>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82" name="Google Shape;82;p170"/>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70"/>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4" name="Google Shape;84;p170"/>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85" name="Google Shape;85;p170"/>
          <p:cNvSpPr txBox="1">
            <a:spLocks noGrp="1"/>
          </p:cNvSpPr>
          <p:nvPr>
            <p:ph type="body" idx="2"/>
          </p:nvPr>
        </p:nvSpPr>
        <p:spPr>
          <a:xfrm>
            <a:off x="914400" y="3933825"/>
            <a:ext cx="5827713" cy="612775"/>
          </a:xfrm>
          <a:prstGeom prst="rect">
            <a:avLst/>
          </a:prstGeom>
          <a:noFill/>
          <a:ln>
            <a:noFill/>
          </a:ln>
        </p:spPr>
        <p:txBody>
          <a:bodyPr spcFirstLastPara="1" wrap="square" lIns="0" tIns="60925" rIns="0" bIns="60925" anchor="ctr" anchorCtr="0">
            <a:noAutofit/>
          </a:bodyPr>
          <a:lstStyle>
            <a:lvl1pPr marL="457200" lvl="0" indent="-228600" algn="l">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6" name="Google Shape;86;p170"/>
          <p:cNvSpPr>
            <a:spLocks noGrp="1"/>
          </p:cNvSpPr>
          <p:nvPr>
            <p:ph type="pic" idx="3"/>
          </p:nvPr>
        </p:nvSpPr>
        <p:spPr>
          <a:xfrm>
            <a:off x="5208376" y="0"/>
            <a:ext cx="6980449" cy="6858000"/>
          </a:xfrm>
          <a:prstGeom prst="rect">
            <a:avLst/>
          </a:prstGeom>
          <a:noFill/>
          <a:ln>
            <a:no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87"/>
        <p:cNvGrpSpPr/>
        <p:nvPr/>
      </p:nvGrpSpPr>
      <p:grpSpPr>
        <a:xfrm>
          <a:off x="0" y="0"/>
          <a:ext cx="0" cy="0"/>
          <a:chOff x="0" y="0"/>
          <a:chExt cx="0" cy="0"/>
        </a:xfrm>
      </p:grpSpPr>
      <p:sp>
        <p:nvSpPr>
          <p:cNvPr id="88" name="Google Shape;88;p171"/>
          <p:cNvSpPr txBox="1">
            <a:spLocks noGrp="1"/>
          </p:cNvSpPr>
          <p:nvPr>
            <p:ph type="title"/>
          </p:nvPr>
        </p:nvSpPr>
        <p:spPr>
          <a:xfrm>
            <a:off x="962833" y="4406901"/>
            <a:ext cx="10360501" cy="1362075"/>
          </a:xfrm>
          <a:prstGeom prst="rect">
            <a:avLst/>
          </a:prstGeom>
          <a:noFill/>
          <a:ln>
            <a:noFill/>
          </a:ln>
        </p:spPr>
        <p:txBody>
          <a:bodyPr spcFirstLastPara="1" wrap="square" lIns="0" tIns="60925" rIns="0" bIns="60925" anchor="t" anchorCtr="0">
            <a:normAutofit/>
          </a:bodyPr>
          <a:lstStyle>
            <a:lvl1pPr lvl="0" algn="l">
              <a:spcBef>
                <a:spcPts val="0"/>
              </a:spcBef>
              <a:spcAft>
                <a:spcPts val="0"/>
              </a:spcAft>
              <a:buClr>
                <a:schemeClr val="accent1"/>
              </a:buClr>
              <a:buSzPts val="5300"/>
              <a:buFont typeface="Quattrocento Sans"/>
              <a:buNone/>
              <a:defRPr sz="53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9" name="Google Shape;89;p171"/>
          <p:cNvSpPr txBox="1">
            <a:spLocks noGrp="1"/>
          </p:cNvSpPr>
          <p:nvPr>
            <p:ph type="body" idx="1"/>
          </p:nvPr>
        </p:nvSpPr>
        <p:spPr>
          <a:xfrm>
            <a:off x="962833" y="2906713"/>
            <a:ext cx="10360501" cy="1500187"/>
          </a:xfrm>
          <a:prstGeom prst="rect">
            <a:avLst/>
          </a:prstGeom>
          <a:noFill/>
          <a:ln>
            <a:noFill/>
          </a:ln>
        </p:spPr>
        <p:txBody>
          <a:bodyPr spcFirstLastPara="1" wrap="square" lIns="0" tIns="60925" rIns="0" bIns="60925" anchor="b" anchorCtr="0">
            <a:normAutofit/>
          </a:bodyPr>
          <a:lstStyle>
            <a:lvl1pPr marL="457200" lvl="0" indent="-228600" algn="l">
              <a:spcBef>
                <a:spcPts val="540"/>
              </a:spcBef>
              <a:spcAft>
                <a:spcPts val="0"/>
              </a:spcAft>
              <a:buClr>
                <a:srgbClr val="918E8D"/>
              </a:buClr>
              <a:buSzPts val="2700"/>
              <a:buNone/>
              <a:defRPr sz="2700">
                <a:solidFill>
                  <a:srgbClr val="918E8D"/>
                </a:solidFill>
              </a:defRPr>
            </a:lvl1pPr>
            <a:lvl2pPr marL="914400" lvl="1" indent="-228600" algn="l">
              <a:spcBef>
                <a:spcPts val="480"/>
              </a:spcBef>
              <a:spcAft>
                <a:spcPts val="0"/>
              </a:spcAft>
              <a:buClr>
                <a:srgbClr val="918E8D"/>
              </a:buClr>
              <a:buSzPts val="2400"/>
              <a:buNone/>
              <a:defRPr sz="2400">
                <a:solidFill>
                  <a:srgbClr val="918E8D"/>
                </a:solidFill>
              </a:defRPr>
            </a:lvl2pPr>
            <a:lvl3pPr marL="1371600" lvl="2" indent="-228600" algn="l">
              <a:spcBef>
                <a:spcPts val="420"/>
              </a:spcBef>
              <a:spcAft>
                <a:spcPts val="0"/>
              </a:spcAft>
              <a:buClr>
                <a:srgbClr val="918E8D"/>
              </a:buClr>
              <a:buSzPts val="2100"/>
              <a:buNone/>
              <a:defRPr sz="2100">
                <a:solidFill>
                  <a:srgbClr val="918E8D"/>
                </a:solidFill>
              </a:defRPr>
            </a:lvl3pPr>
            <a:lvl4pPr marL="1828800" lvl="3" indent="-228600" algn="l">
              <a:spcBef>
                <a:spcPts val="380"/>
              </a:spcBef>
              <a:spcAft>
                <a:spcPts val="0"/>
              </a:spcAft>
              <a:buClr>
                <a:srgbClr val="918E8D"/>
              </a:buClr>
              <a:buSzPts val="1900"/>
              <a:buNone/>
              <a:defRPr sz="1900">
                <a:solidFill>
                  <a:srgbClr val="918E8D"/>
                </a:solidFill>
              </a:defRPr>
            </a:lvl4pPr>
            <a:lvl5pPr marL="2286000" lvl="4" indent="-228600" algn="l">
              <a:spcBef>
                <a:spcPts val="380"/>
              </a:spcBef>
              <a:spcAft>
                <a:spcPts val="0"/>
              </a:spcAft>
              <a:buClr>
                <a:srgbClr val="918E8D"/>
              </a:buClr>
              <a:buSzPts val="1900"/>
              <a:buNone/>
              <a:defRPr sz="1900">
                <a:solidFill>
                  <a:srgbClr val="918E8D"/>
                </a:solidFill>
              </a:defRPr>
            </a:lvl5pPr>
            <a:lvl6pPr marL="2743200" lvl="5" indent="-228600" algn="l">
              <a:spcBef>
                <a:spcPts val="380"/>
              </a:spcBef>
              <a:spcAft>
                <a:spcPts val="0"/>
              </a:spcAft>
              <a:buClr>
                <a:srgbClr val="918E8D"/>
              </a:buClr>
              <a:buSzPts val="1900"/>
              <a:buNone/>
              <a:defRPr sz="1900">
                <a:solidFill>
                  <a:srgbClr val="918E8D"/>
                </a:solidFill>
              </a:defRPr>
            </a:lvl6pPr>
            <a:lvl7pPr marL="3200400" lvl="6" indent="-228600" algn="l">
              <a:spcBef>
                <a:spcPts val="380"/>
              </a:spcBef>
              <a:spcAft>
                <a:spcPts val="0"/>
              </a:spcAft>
              <a:buClr>
                <a:srgbClr val="918E8D"/>
              </a:buClr>
              <a:buSzPts val="1900"/>
              <a:buNone/>
              <a:defRPr sz="1900">
                <a:solidFill>
                  <a:srgbClr val="918E8D"/>
                </a:solidFill>
              </a:defRPr>
            </a:lvl7pPr>
            <a:lvl8pPr marL="3657600" lvl="7" indent="-228600" algn="l">
              <a:spcBef>
                <a:spcPts val="380"/>
              </a:spcBef>
              <a:spcAft>
                <a:spcPts val="0"/>
              </a:spcAft>
              <a:buClr>
                <a:srgbClr val="918E8D"/>
              </a:buClr>
              <a:buSzPts val="1900"/>
              <a:buNone/>
              <a:defRPr sz="1900">
                <a:solidFill>
                  <a:srgbClr val="918E8D"/>
                </a:solidFill>
              </a:defRPr>
            </a:lvl8pPr>
            <a:lvl9pPr marL="4114800" lvl="8" indent="-228600" algn="l">
              <a:spcBef>
                <a:spcPts val="380"/>
              </a:spcBef>
              <a:spcAft>
                <a:spcPts val="0"/>
              </a:spcAft>
              <a:buClr>
                <a:srgbClr val="918E8D"/>
              </a:buClr>
              <a:buSzPts val="1900"/>
              <a:buNone/>
              <a:defRPr sz="1900">
                <a:solidFill>
                  <a:srgbClr val="918E8D"/>
                </a:solidFill>
              </a:defRPr>
            </a:lvl9pPr>
          </a:lstStyle>
          <a:p>
            <a:endParaRPr/>
          </a:p>
        </p:txBody>
      </p:sp>
      <p:sp>
        <p:nvSpPr>
          <p:cNvPr id="90" name="Google Shape;90;p171"/>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1" name="Google Shape;91;p171"/>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2" name="Google Shape;92;p171"/>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93"/>
        <p:cNvGrpSpPr/>
        <p:nvPr/>
      </p:nvGrpSpPr>
      <p:grpSpPr>
        <a:xfrm>
          <a:off x="0" y="0"/>
          <a:ext cx="0" cy="0"/>
          <a:chOff x="0" y="0"/>
          <a:chExt cx="0" cy="0"/>
        </a:xfrm>
      </p:grpSpPr>
      <p:sp>
        <p:nvSpPr>
          <p:cNvPr id="94" name="Google Shape;94;p172"/>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172"/>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6" name="Google Shape;96;p172"/>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97" name="Google Shape;97;p172"/>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3_Title Only">
  <p:cSld name="3_Title Only">
    <p:spTree>
      <p:nvGrpSpPr>
        <p:cNvPr id="1" name="Shape 98"/>
        <p:cNvGrpSpPr/>
        <p:nvPr/>
      </p:nvGrpSpPr>
      <p:grpSpPr>
        <a:xfrm>
          <a:off x="0" y="0"/>
          <a:ext cx="0" cy="0"/>
          <a:chOff x="0" y="0"/>
          <a:chExt cx="0" cy="0"/>
        </a:xfrm>
      </p:grpSpPr>
      <p:sp>
        <p:nvSpPr>
          <p:cNvPr id="99" name="Google Shape;99;p173"/>
          <p:cNvSpPr/>
          <p:nvPr/>
        </p:nvSpPr>
        <p:spPr>
          <a:xfrm>
            <a:off x="0" y="4581128"/>
            <a:ext cx="5163566" cy="2276872"/>
          </a:xfrm>
          <a:custGeom>
            <a:avLst/>
            <a:gdLst/>
            <a:ahLst/>
            <a:cxnLst/>
            <a:rect l="l" t="t" r="r" b="b"/>
            <a:pathLst>
              <a:path w="5163566" h="2276872" extrusionOk="0">
                <a:moveTo>
                  <a:pt x="2035697" y="0"/>
                </a:moveTo>
                <a:cubicBezTo>
                  <a:pt x="3397576" y="0"/>
                  <a:pt x="4566062" y="828016"/>
                  <a:pt x="5065187" y="2008081"/>
                </a:cubicBezTo>
                <a:lnTo>
                  <a:pt x="5163566" y="2276872"/>
                </a:lnTo>
                <a:lnTo>
                  <a:pt x="0" y="2276872"/>
                </a:lnTo>
                <a:lnTo>
                  <a:pt x="0" y="706170"/>
                </a:lnTo>
                <a:lnTo>
                  <a:pt x="5811" y="701257"/>
                </a:lnTo>
                <a:cubicBezTo>
                  <a:pt x="564774" y="261990"/>
                  <a:pt x="1269640" y="0"/>
                  <a:pt x="2035697" y="0"/>
                </a:cubicBezTo>
                <a:close/>
              </a:path>
            </a:pathLst>
          </a:custGeom>
          <a:gradFill>
            <a:gsLst>
              <a:gs pos="0">
                <a:schemeClr val="accent1"/>
              </a:gs>
              <a:gs pos="100000">
                <a:srgbClr val="ACD98C"/>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0" name="Google Shape;100;p173"/>
          <p:cNvSpPr/>
          <p:nvPr/>
        </p:nvSpPr>
        <p:spPr>
          <a:xfrm rot="5400000">
            <a:off x="-662523" y="1957214"/>
            <a:ext cx="5179585" cy="3854541"/>
          </a:xfrm>
          <a:prstGeom prst="round2SameRect">
            <a:avLst>
              <a:gd name="adj1" fmla="val 10983"/>
              <a:gd name="adj2" fmla="val 0"/>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1" name="Google Shape;101;p173"/>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2" name="Google Shape;102;p173"/>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3" name="Google Shape;103;p173"/>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4" name="Google Shape;104;p173"/>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105" name="Google Shape;105;p173"/>
          <p:cNvSpPr/>
          <p:nvPr/>
        </p:nvSpPr>
        <p:spPr>
          <a:xfrm rot="5400000">
            <a:off x="-766723" y="1858237"/>
            <a:ext cx="5179585" cy="3646140"/>
          </a:xfrm>
          <a:prstGeom prst="round2SameRect">
            <a:avLst>
              <a:gd name="adj1" fmla="val 10983"/>
              <a:gd name="adj2" fmla="val 0"/>
            </a:avLst>
          </a:prstGeom>
          <a:gradFill>
            <a:gsLst>
              <a:gs pos="0">
                <a:schemeClr val="accent1"/>
              </a:gs>
              <a:gs pos="100000">
                <a:schemeClr val="accent3"/>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6" name="Google Shape;106;p173"/>
          <p:cNvSpPr txBox="1">
            <a:spLocks noGrp="1"/>
          </p:cNvSpPr>
          <p:nvPr>
            <p:ph type="body" idx="1"/>
          </p:nvPr>
        </p:nvSpPr>
        <p:spPr>
          <a:xfrm>
            <a:off x="609600" y="1508576"/>
            <a:ext cx="2676525" cy="1152153"/>
          </a:xfrm>
          <a:prstGeom prst="rect">
            <a:avLst/>
          </a:prstGeom>
          <a:noFill/>
          <a:ln>
            <a:noFill/>
          </a:ln>
        </p:spPr>
        <p:txBody>
          <a:bodyPr spcFirstLastPara="1" wrap="square" lIns="61200" tIns="60925" rIns="61200" bIns="60925" anchor="ctr" anchorCtr="0">
            <a:noAutofit/>
          </a:bodyPr>
          <a:lstStyle>
            <a:lvl1pPr marL="457200" lvl="0" indent="-228600" algn="l">
              <a:lnSpc>
                <a:spcPct val="80000"/>
              </a:lnSpc>
              <a:spcBef>
                <a:spcPts val="0"/>
              </a:spcBef>
              <a:spcAft>
                <a:spcPts val="0"/>
              </a:spcAft>
              <a:buClr>
                <a:schemeClr val="lt1"/>
              </a:buClr>
              <a:buSzPts val="2800"/>
              <a:buNone/>
              <a:defRPr sz="2800" b="1">
                <a:solidFill>
                  <a:schemeClr val="lt1"/>
                </a:solidFill>
              </a:defRPr>
            </a:lvl1pPr>
            <a:lvl2pPr marL="914400" lvl="1" indent="-228600" algn="l">
              <a:spcBef>
                <a:spcPts val="480"/>
              </a:spcBef>
              <a:spcAft>
                <a:spcPts val="0"/>
              </a:spcAft>
              <a:buClr>
                <a:schemeClr val="dk1"/>
              </a:buClr>
              <a:buSzPts val="2400"/>
              <a:buNone/>
              <a:defRPr sz="2400"/>
            </a:lvl2pPr>
            <a:lvl3pPr marL="1371600" lvl="2" indent="-228600" algn="l">
              <a:spcBef>
                <a:spcPts val="480"/>
              </a:spcBef>
              <a:spcAft>
                <a:spcPts val="0"/>
              </a:spcAft>
              <a:buClr>
                <a:schemeClr val="dk1"/>
              </a:buClr>
              <a:buSzPts val="2400"/>
              <a:buNone/>
              <a:defRPr sz="2400"/>
            </a:lvl3pPr>
            <a:lvl4pPr marL="1828800" lvl="3" indent="-228600" algn="l">
              <a:spcBef>
                <a:spcPts val="480"/>
              </a:spcBef>
              <a:spcAft>
                <a:spcPts val="0"/>
              </a:spcAft>
              <a:buClr>
                <a:schemeClr val="dk1"/>
              </a:buClr>
              <a:buSzPts val="2400"/>
              <a:buNone/>
              <a:defRPr sz="2400"/>
            </a:lvl4pPr>
            <a:lvl5pPr marL="2286000" lvl="4" indent="-228600" algn="l">
              <a:spcBef>
                <a:spcPts val="480"/>
              </a:spcBef>
              <a:spcAft>
                <a:spcPts val="0"/>
              </a:spcAft>
              <a:buClr>
                <a:schemeClr val="dk1"/>
              </a:buClr>
              <a:buSzPts val="2400"/>
              <a:buNone/>
              <a:defRPr sz="24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3243911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D28A985-8481-49D1-9FA1-9B83E1B5FD5E}"/>
              </a:ext>
            </a:extLst>
          </p:cNvPr>
          <p:cNvSpPr>
            <a:spLocks noGrp="1"/>
          </p:cNvSpPr>
          <p:nvPr>
            <p:ph type="pic" sz="quarter" idx="13"/>
          </p:nvPr>
        </p:nvSpPr>
        <p:spPr>
          <a:xfrm>
            <a:off x="-1" y="-1"/>
            <a:ext cx="5662364" cy="6858000"/>
          </a:xfrm>
          <a:custGeom>
            <a:avLst/>
            <a:gdLst>
              <a:gd name="connsiteX0" fmla="*/ 0 w 5662364"/>
              <a:gd name="connsiteY0" fmla="*/ 0 h 6858000"/>
              <a:gd name="connsiteX1" fmla="*/ 2591729 w 5662364"/>
              <a:gd name="connsiteY1" fmla="*/ 0 h 6858000"/>
              <a:gd name="connsiteX2" fmla="*/ 2813304 w 5662364"/>
              <a:gd name="connsiteY2" fmla="*/ 157566 h 6858000"/>
              <a:gd name="connsiteX3" fmla="*/ 5662364 w 5662364"/>
              <a:gd name="connsiteY3" fmla="*/ 5841268 h 6858000"/>
              <a:gd name="connsiteX4" fmla="*/ 5625745 w 5662364"/>
              <a:gd name="connsiteY4" fmla="*/ 6566465 h 6858000"/>
              <a:gd name="connsiteX5" fmla="*/ 5588699 w 5662364"/>
              <a:gd name="connsiteY5" fmla="*/ 6858000 h 6858000"/>
              <a:gd name="connsiteX6" fmla="*/ 0 w 5662364"/>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662364" h="6858000">
                <a:moveTo>
                  <a:pt x="0" y="0"/>
                </a:moveTo>
                <a:lnTo>
                  <a:pt x="2591729" y="0"/>
                </a:lnTo>
                <a:lnTo>
                  <a:pt x="2813304" y="157566"/>
                </a:lnTo>
                <a:cubicBezTo>
                  <a:pt x="4542859" y="1451022"/>
                  <a:pt x="5662364" y="3515408"/>
                  <a:pt x="5662364" y="5841268"/>
                </a:cubicBezTo>
                <a:cubicBezTo>
                  <a:pt x="5662364" y="6086096"/>
                  <a:pt x="5649960" y="6328026"/>
                  <a:pt x="5625745" y="6566465"/>
                </a:cubicBezTo>
                <a:lnTo>
                  <a:pt x="5588699" y="6858000"/>
                </a:lnTo>
                <a:lnTo>
                  <a:pt x="0" y="6858000"/>
                </a:lnTo>
                <a:close/>
              </a:path>
            </a:pathLst>
          </a:custGeom>
          <a:solidFill>
            <a:schemeClr val="bg1">
              <a:lumMod val="95000"/>
            </a:schemeClr>
          </a:solidFill>
        </p:spPr>
        <p:txBody>
          <a:bodyPr wrap="square" anchor="ctr">
            <a:noAutofit/>
          </a:bodyPr>
          <a:lstStyle>
            <a:lvl1pPr marL="0" indent="0" algn="ctr">
              <a:buFontTx/>
              <a:buNone/>
              <a:defRPr/>
            </a:lvl1pPr>
          </a:lstStyle>
          <a:p>
            <a:endParaRPr lang="en-IN"/>
          </a:p>
        </p:txBody>
      </p:sp>
      <p:sp>
        <p:nvSpPr>
          <p:cNvPr id="2" name="Date Placeholder 1"/>
          <p:cNvSpPr>
            <a:spLocks noGrp="1"/>
          </p:cNvSpPr>
          <p:nvPr>
            <p:ph type="dt" sz="half" idx="10"/>
          </p:nvPr>
        </p:nvSpPr>
        <p:spPr/>
        <p:txBody>
          <a:bodyPr/>
          <a:lstStyle/>
          <a:p>
            <a:fld id="{425404F2-BE9A-4460-8815-8F645183555F}" type="datetimeFigureOut">
              <a:rPr lang="en-US" smtClean="0"/>
              <a:pPr/>
              <a:t>2/23/2026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Tree>
    <p:extLst>
      <p:ext uri="{BB962C8B-B14F-4D97-AF65-F5344CB8AC3E}">
        <p14:creationId xmlns:p14="http://schemas.microsoft.com/office/powerpoint/2010/main" val="20596840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Slide" type="title">
  <p:cSld name="1_Title Slide">
    <p:spTree>
      <p:nvGrpSpPr>
        <p:cNvPr id="1" name="Shape 369"/>
        <p:cNvGrpSpPr/>
        <p:nvPr/>
      </p:nvGrpSpPr>
      <p:grpSpPr>
        <a:xfrm>
          <a:off x="0" y="0"/>
          <a:ext cx="0" cy="0"/>
          <a:chOff x="0" y="0"/>
          <a:chExt cx="0" cy="0"/>
        </a:xfrm>
      </p:grpSpPr>
      <p:sp>
        <p:nvSpPr>
          <p:cNvPr id="370" name="Google Shape;370;p158"/>
          <p:cNvSpPr txBox="1">
            <a:spLocks noGrp="1"/>
          </p:cNvSpPr>
          <p:nvPr>
            <p:ph type="ctrTitle"/>
          </p:nvPr>
        </p:nvSpPr>
        <p:spPr>
          <a:xfrm>
            <a:off x="1523603" y="1122363"/>
            <a:ext cx="9141619"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5999"/>
              <a:buFont typeface="Calibri"/>
              <a:buNone/>
              <a:defRPr sz="5999"/>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71" name="Google Shape;371;p158"/>
          <p:cNvSpPr txBox="1">
            <a:spLocks noGrp="1"/>
          </p:cNvSpPr>
          <p:nvPr>
            <p:ph type="subTitle" idx="1"/>
          </p:nvPr>
        </p:nvSpPr>
        <p:spPr>
          <a:xfrm>
            <a:off x="1523603" y="3602037"/>
            <a:ext cx="9141619" cy="1655763"/>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399"/>
              <a:buNone/>
              <a:defRPr sz="2399"/>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372" name="Google Shape;372;p158"/>
          <p:cNvSpPr txBox="1">
            <a:spLocks noGrp="1"/>
          </p:cNvSpPr>
          <p:nvPr>
            <p:ph type="dt" idx="10"/>
          </p:nvPr>
        </p:nvSpPr>
        <p:spPr>
          <a:xfrm>
            <a:off x="837982" y="6356351"/>
            <a:ext cx="2742486"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73" name="Google Shape;373;p158"/>
          <p:cNvSpPr txBox="1">
            <a:spLocks noGrp="1"/>
          </p:cNvSpPr>
          <p:nvPr>
            <p:ph type="ftr" idx="11"/>
          </p:nvPr>
        </p:nvSpPr>
        <p:spPr>
          <a:xfrm>
            <a:off x="4037549" y="6356351"/>
            <a:ext cx="4113728"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74" name="Google Shape;374;p158"/>
          <p:cNvSpPr txBox="1">
            <a:spLocks noGrp="1"/>
          </p:cNvSpPr>
          <p:nvPr>
            <p:ph type="sldNum" idx="12"/>
          </p:nvPr>
        </p:nvSpPr>
        <p:spPr>
          <a:xfrm>
            <a:off x="8608357" y="6356351"/>
            <a:ext cx="2742486"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5745486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1_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2/23/2026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12657581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2"/>
        <p:cNvGrpSpPr/>
        <p:nvPr/>
      </p:nvGrpSpPr>
      <p:grpSpPr>
        <a:xfrm>
          <a:off x="0" y="0"/>
          <a:ext cx="0" cy="0"/>
          <a:chOff x="0" y="0"/>
          <a:chExt cx="0" cy="0"/>
        </a:xfrm>
      </p:grpSpPr>
      <p:grpSp>
        <p:nvGrpSpPr>
          <p:cNvPr id="133" name="Google Shape;133;p185"/>
          <p:cNvGrpSpPr/>
          <p:nvPr/>
        </p:nvGrpSpPr>
        <p:grpSpPr>
          <a:xfrm rot="10800000">
            <a:off x="9586912" y="4027941"/>
            <a:ext cx="2601913" cy="2833688"/>
            <a:chOff x="0" y="0"/>
            <a:chExt cx="2601913" cy="2833688"/>
          </a:xfrm>
        </p:grpSpPr>
        <p:sp>
          <p:nvSpPr>
            <p:cNvPr id="134" name="Google Shape;134;p185"/>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5" name="Google Shape;135;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6" name="Google Shape;136;p185"/>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7" name="Google Shape;137;p185"/>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8" name="Google Shape;138;p185"/>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9" name="Google Shape;139;p185"/>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0" name="Google Shape;140;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1" name="Google Shape;141;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2" name="Google Shape;142;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3" name="Google Shape;143;p185"/>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4" name="Google Shape;144;p185"/>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5" name="Google Shape;145;p185"/>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6" name="Google Shape;146;p185"/>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7" name="Google Shape;147;p185"/>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8" name="Google Shape;148;p185"/>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9" name="Google Shape;149;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0" name="Google Shape;150;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1" name="Google Shape;151;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2" name="Google Shape;152;p185"/>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3" name="Google Shape;153;p185"/>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4" name="Google Shape;154;p185"/>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155" name="Google Shape;155;p185"/>
          <p:cNvSpPr/>
          <p:nvPr/>
        </p:nvSpPr>
        <p:spPr>
          <a:xfrm>
            <a:off x="0" y="0"/>
            <a:ext cx="6094412"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6" name="Google Shape;156;p185"/>
          <p:cNvSpPr/>
          <p:nvPr/>
        </p:nvSpPr>
        <p:spPr>
          <a:xfrm rot="5400000">
            <a:off x="10179373" y="-118464"/>
            <a:ext cx="1890988" cy="2127916"/>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7" name="Google Shape;157;p185"/>
          <p:cNvSpPr txBox="1">
            <a:spLocks noGrp="1"/>
          </p:cNvSpPr>
          <p:nvPr>
            <p:ph type="ctrTitle"/>
          </p:nvPr>
        </p:nvSpPr>
        <p:spPr>
          <a:xfrm>
            <a:off x="1828323" y="2576512"/>
            <a:ext cx="8532178" cy="1392378"/>
          </a:xfrm>
          <a:prstGeom prst="rect">
            <a:avLst/>
          </a:prstGeom>
          <a:noFill/>
          <a:ln>
            <a:noFill/>
          </a:ln>
        </p:spPr>
        <p:txBody>
          <a:bodyPr spcFirstLastPara="1" wrap="square" lIns="121875" tIns="60925" rIns="121875" bIns="60925" anchor="b" anchorCtr="0">
            <a:noAutofit/>
          </a:bodyPr>
          <a:lstStyle>
            <a:lvl1pPr lvl="0" algn="ctr">
              <a:spcBef>
                <a:spcPts val="0"/>
              </a:spcBef>
              <a:spcAft>
                <a:spcPts val="0"/>
              </a:spcAft>
              <a:buClr>
                <a:schemeClr val="accent3"/>
              </a:buClr>
              <a:buSzPts val="8000"/>
              <a:buFont typeface="Open Sans"/>
              <a:buNone/>
              <a:defRPr sz="8000" b="1">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8" name="Google Shape;158;p185"/>
          <p:cNvSpPr txBox="1">
            <a:spLocks noGrp="1"/>
          </p:cNvSpPr>
          <p:nvPr>
            <p:ph type="subTitle" idx="1"/>
          </p:nvPr>
        </p:nvSpPr>
        <p:spPr>
          <a:xfrm>
            <a:off x="1828324" y="4027941"/>
            <a:ext cx="8532178" cy="764440"/>
          </a:xfrm>
          <a:prstGeom prst="rect">
            <a:avLst/>
          </a:prstGeom>
          <a:noFill/>
          <a:ln>
            <a:noFill/>
          </a:ln>
        </p:spPr>
        <p:txBody>
          <a:bodyPr spcFirstLastPara="1" wrap="square" lIns="121875" tIns="60925" rIns="121875" bIns="60925" anchor="t" anchorCtr="0">
            <a:normAutofit/>
          </a:bodyPr>
          <a:lstStyle>
            <a:lvl1pPr lvl="0" algn="ctr">
              <a:spcBef>
                <a:spcPts val="480"/>
              </a:spcBef>
              <a:spcAft>
                <a:spcPts val="0"/>
              </a:spcAft>
              <a:buClr>
                <a:srgbClr val="595959"/>
              </a:buClr>
              <a:buSzPts val="2400"/>
              <a:buNone/>
              <a:defRPr sz="2400">
                <a:solidFill>
                  <a:srgbClr val="595959"/>
                </a:solidFill>
                <a:latin typeface="Open Sans"/>
                <a:ea typeface="Open Sans"/>
                <a:cs typeface="Open Sans"/>
                <a:sym typeface="Open Sans"/>
              </a:defRPr>
            </a:lvl1pPr>
            <a:lvl2pPr lvl="1" algn="ctr">
              <a:spcBef>
                <a:spcPts val="640"/>
              </a:spcBef>
              <a:spcAft>
                <a:spcPts val="0"/>
              </a:spcAft>
              <a:buClr>
                <a:srgbClr val="888888"/>
              </a:buClr>
              <a:buSzPts val="32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540"/>
              </a:spcBef>
              <a:spcAft>
                <a:spcPts val="0"/>
              </a:spcAft>
              <a:buClr>
                <a:srgbClr val="888888"/>
              </a:buClr>
              <a:buSzPts val="2700"/>
              <a:buNone/>
              <a:defRPr>
                <a:solidFill>
                  <a:srgbClr val="888888"/>
                </a:solidFill>
              </a:defRPr>
            </a:lvl6pPr>
            <a:lvl7pPr lvl="6" algn="ctr">
              <a:spcBef>
                <a:spcPts val="540"/>
              </a:spcBef>
              <a:spcAft>
                <a:spcPts val="0"/>
              </a:spcAft>
              <a:buClr>
                <a:srgbClr val="888888"/>
              </a:buClr>
              <a:buSzPts val="2700"/>
              <a:buNone/>
              <a:defRPr>
                <a:solidFill>
                  <a:srgbClr val="888888"/>
                </a:solidFill>
              </a:defRPr>
            </a:lvl7pPr>
            <a:lvl8pPr lvl="7" algn="ctr">
              <a:spcBef>
                <a:spcPts val="540"/>
              </a:spcBef>
              <a:spcAft>
                <a:spcPts val="0"/>
              </a:spcAft>
              <a:buClr>
                <a:srgbClr val="888888"/>
              </a:buClr>
              <a:buSzPts val="2700"/>
              <a:buNone/>
              <a:defRPr>
                <a:solidFill>
                  <a:srgbClr val="888888"/>
                </a:solidFill>
              </a:defRPr>
            </a:lvl8pPr>
            <a:lvl9pPr lvl="8" algn="ctr">
              <a:spcBef>
                <a:spcPts val="540"/>
              </a:spcBef>
              <a:spcAft>
                <a:spcPts val="0"/>
              </a:spcAft>
              <a:buClr>
                <a:srgbClr val="888888"/>
              </a:buClr>
              <a:buSzPts val="2700"/>
              <a:buNone/>
              <a:defRPr>
                <a:solidFill>
                  <a:srgbClr val="888888"/>
                </a:solidFill>
              </a:defRPr>
            </a:lvl9pPr>
          </a:lstStyle>
          <a:p>
            <a:endParaRPr/>
          </a:p>
        </p:txBody>
      </p:sp>
      <p:sp>
        <p:nvSpPr>
          <p:cNvPr id="159" name="Google Shape;159;p18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0" name="Google Shape;160;p18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1" name="Google Shape;161;p18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grpSp>
        <p:nvGrpSpPr>
          <p:cNvPr id="162" name="Google Shape;162;p185"/>
          <p:cNvGrpSpPr/>
          <p:nvPr/>
        </p:nvGrpSpPr>
        <p:grpSpPr>
          <a:xfrm>
            <a:off x="0" y="0"/>
            <a:ext cx="3445202" cy="4727575"/>
            <a:chOff x="0" y="0"/>
            <a:chExt cx="3445202" cy="4727575"/>
          </a:xfrm>
        </p:grpSpPr>
        <p:grpSp>
          <p:nvGrpSpPr>
            <p:cNvPr id="163" name="Google Shape;163;p185"/>
            <p:cNvGrpSpPr/>
            <p:nvPr/>
          </p:nvGrpSpPr>
          <p:grpSpPr>
            <a:xfrm rot="10800000">
              <a:off x="0" y="0"/>
              <a:ext cx="2913063" cy="4727575"/>
              <a:chOff x="9275762" y="2130425"/>
              <a:chExt cx="2913063" cy="4727575"/>
            </a:xfrm>
          </p:grpSpPr>
          <p:sp>
            <p:nvSpPr>
              <p:cNvPr id="164" name="Google Shape;164;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5" name="Google Shape;165;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6" name="Google Shape;166;p185"/>
              <p:cNvSpPr/>
              <p:nvPr/>
            </p:nvSpPr>
            <p:spPr>
              <a:xfrm>
                <a:off x="10785475" y="5818187"/>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7" name="Google Shape;167;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8" name="Google Shape;168;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9" name="Google Shape;169;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0" name="Google Shape;170;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1" name="Google Shape;171;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2" name="Google Shape;172;p185"/>
              <p:cNvSpPr/>
              <p:nvPr/>
            </p:nvSpPr>
            <p:spPr>
              <a:xfrm>
                <a:off x="9377362" y="3389312"/>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3" name="Google Shape;173;p185"/>
              <p:cNvSpPr/>
              <p:nvPr/>
            </p:nvSpPr>
            <p:spPr>
              <a:xfrm>
                <a:off x="10079037" y="4198937"/>
                <a:ext cx="706438" cy="809625"/>
              </a:xfrm>
              <a:custGeom>
                <a:avLst/>
                <a:gdLst/>
                <a:ahLst/>
                <a:cxnLst/>
                <a:rect l="l" t="t" r="r" b="b"/>
                <a:pathLst>
                  <a:path w="445" h="510" extrusionOk="0">
                    <a:moveTo>
                      <a:pt x="445" y="254"/>
                    </a:moveTo>
                    <a:lnTo>
                      <a:pt x="0" y="510"/>
                    </a:lnTo>
                    <a:lnTo>
                      <a:pt x="0" y="0"/>
                    </a:lnTo>
                    <a:lnTo>
                      <a:pt x="0" y="0"/>
                    </a:lnTo>
                    <a:lnTo>
                      <a:pt x="445" y="254"/>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4" name="Google Shape;174;p185"/>
              <p:cNvSpPr/>
              <p:nvPr/>
            </p:nvSpPr>
            <p:spPr>
              <a:xfrm>
                <a:off x="9275762" y="4414837"/>
                <a:ext cx="325438" cy="377825"/>
              </a:xfrm>
              <a:custGeom>
                <a:avLst/>
                <a:gdLst/>
                <a:ahLst/>
                <a:cxnLst/>
                <a:rect l="l" t="t" r="r" b="b"/>
                <a:pathLst>
                  <a:path w="205" h="238" extrusionOk="0">
                    <a:moveTo>
                      <a:pt x="205" y="118"/>
                    </a:moveTo>
                    <a:lnTo>
                      <a:pt x="0" y="238"/>
                    </a:lnTo>
                    <a:lnTo>
                      <a:pt x="0" y="0"/>
                    </a:lnTo>
                    <a:lnTo>
                      <a:pt x="0" y="0"/>
                    </a:lnTo>
                    <a:lnTo>
                      <a:pt x="205" y="11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5" name="Google Shape;175;p185"/>
              <p:cNvSpPr/>
              <p:nvPr/>
            </p:nvSpPr>
            <p:spPr>
              <a:xfrm>
                <a:off x="9371012" y="3322637"/>
                <a:ext cx="223838" cy="257175"/>
              </a:xfrm>
              <a:custGeom>
                <a:avLst/>
                <a:gdLst/>
                <a:ahLst/>
                <a:cxnLst/>
                <a:rect l="l" t="t" r="r" b="b"/>
                <a:pathLst>
                  <a:path w="141" h="162" extrusionOk="0">
                    <a:moveTo>
                      <a:pt x="141" y="80"/>
                    </a:moveTo>
                    <a:lnTo>
                      <a:pt x="0" y="162"/>
                    </a:lnTo>
                    <a:lnTo>
                      <a:pt x="0" y="0"/>
                    </a:lnTo>
                    <a:lnTo>
                      <a:pt x="0" y="0"/>
                    </a:lnTo>
                    <a:lnTo>
                      <a:pt x="141" y="8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6" name="Google Shape;176;p185"/>
              <p:cNvSpPr/>
              <p:nvPr/>
            </p:nvSpPr>
            <p:spPr>
              <a:xfrm>
                <a:off x="10079037" y="3792537"/>
                <a:ext cx="706438" cy="809625"/>
              </a:xfrm>
              <a:custGeom>
                <a:avLst/>
                <a:gdLst/>
                <a:ahLst/>
                <a:cxnLst/>
                <a:rect l="l" t="t" r="r" b="b"/>
                <a:pathLst>
                  <a:path w="445" h="510" extrusionOk="0">
                    <a:moveTo>
                      <a:pt x="445" y="0"/>
                    </a:moveTo>
                    <a:lnTo>
                      <a:pt x="445" y="510"/>
                    </a:lnTo>
                    <a:lnTo>
                      <a:pt x="445" y="510"/>
                    </a:lnTo>
                    <a:lnTo>
                      <a:pt x="0" y="256"/>
                    </a:lnTo>
                    <a:lnTo>
                      <a:pt x="445"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7" name="Google Shape;177;p185"/>
              <p:cNvSpPr/>
              <p:nvPr/>
            </p:nvSpPr>
            <p:spPr>
              <a:xfrm>
                <a:off x="10079037" y="3389312"/>
                <a:ext cx="706438" cy="809625"/>
              </a:xfrm>
              <a:custGeom>
                <a:avLst/>
                <a:gdLst/>
                <a:ahLst/>
                <a:cxnLst/>
                <a:rect l="l" t="t" r="r" b="b"/>
                <a:pathLst>
                  <a:path w="445" h="510" extrusionOk="0">
                    <a:moveTo>
                      <a:pt x="445" y="254"/>
                    </a:moveTo>
                    <a:lnTo>
                      <a:pt x="445" y="254"/>
                    </a:lnTo>
                    <a:lnTo>
                      <a:pt x="0"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8" name="Google Shape;178;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9" name="Google Shape;179;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0" name="Google Shape;180;p185"/>
              <p:cNvSpPr/>
              <p:nvPr/>
            </p:nvSpPr>
            <p:spPr>
              <a:xfrm>
                <a:off x="10083800" y="5414962"/>
                <a:ext cx="701675" cy="806450"/>
              </a:xfrm>
              <a:custGeom>
                <a:avLst/>
                <a:gdLst/>
                <a:ahLst/>
                <a:cxnLst/>
                <a:rect l="l" t="t" r="r" b="b"/>
                <a:pathLst>
                  <a:path w="442" h="508" extrusionOk="0">
                    <a:moveTo>
                      <a:pt x="442" y="0"/>
                    </a:moveTo>
                    <a:lnTo>
                      <a:pt x="442" y="508"/>
                    </a:lnTo>
                    <a:lnTo>
                      <a:pt x="0" y="254"/>
                    </a:lnTo>
                    <a:lnTo>
                      <a:pt x="442"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1" name="Google Shape;181;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2" name="Google Shape;182;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3" name="Google Shape;183;p185"/>
              <p:cNvSpPr/>
              <p:nvPr/>
            </p:nvSpPr>
            <p:spPr>
              <a:xfrm>
                <a:off x="10785475" y="6221412"/>
                <a:ext cx="701675" cy="636588"/>
              </a:xfrm>
              <a:custGeom>
                <a:avLst/>
                <a:gdLst/>
                <a:ahLst/>
                <a:cxnLst/>
                <a:rect l="l" t="t" r="r" b="b"/>
                <a:pathLst>
                  <a:path w="442" h="401" extrusionOk="0">
                    <a:moveTo>
                      <a:pt x="442" y="256"/>
                    </a:moveTo>
                    <a:lnTo>
                      <a:pt x="0" y="0"/>
                    </a:lnTo>
                    <a:lnTo>
                      <a:pt x="0" y="2"/>
                    </a:lnTo>
                    <a:lnTo>
                      <a:pt x="0" y="401"/>
                    </a:lnTo>
                    <a:lnTo>
                      <a:pt x="192" y="401"/>
                    </a:lnTo>
                    <a:lnTo>
                      <a:pt x="442" y="256"/>
                    </a:lnTo>
                    <a:lnTo>
                      <a:pt x="442" y="256"/>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4" name="Google Shape;184;p185"/>
              <p:cNvSpPr/>
              <p:nvPr/>
            </p:nvSpPr>
            <p:spPr>
              <a:xfrm>
                <a:off x="11090275" y="6627812"/>
                <a:ext cx="396875" cy="230188"/>
              </a:xfrm>
              <a:custGeom>
                <a:avLst/>
                <a:gdLst/>
                <a:ahLst/>
                <a:cxnLst/>
                <a:rect l="l" t="t" r="r" b="b"/>
                <a:pathLst>
                  <a:path w="250" h="145" extrusionOk="0">
                    <a:moveTo>
                      <a:pt x="0" y="145"/>
                    </a:moveTo>
                    <a:lnTo>
                      <a:pt x="250" y="145"/>
                    </a:lnTo>
                    <a:lnTo>
                      <a:pt x="250" y="0"/>
                    </a:lnTo>
                    <a:lnTo>
                      <a:pt x="0" y="145"/>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5" name="Google Shape;185;p185"/>
              <p:cNvSpPr/>
              <p:nvPr/>
            </p:nvSpPr>
            <p:spPr>
              <a:xfrm>
                <a:off x="11487150" y="6627812"/>
                <a:ext cx="396875" cy="230188"/>
              </a:xfrm>
              <a:custGeom>
                <a:avLst/>
                <a:gdLst/>
                <a:ahLst/>
                <a:cxnLst/>
                <a:rect l="l" t="t" r="r" b="b"/>
                <a:pathLst>
                  <a:path w="250" h="145" extrusionOk="0">
                    <a:moveTo>
                      <a:pt x="0" y="0"/>
                    </a:moveTo>
                    <a:lnTo>
                      <a:pt x="0" y="145"/>
                    </a:lnTo>
                    <a:lnTo>
                      <a:pt x="250" y="145"/>
                    </a:lnTo>
                    <a:lnTo>
                      <a:pt x="0" y="0"/>
                    </a:lnTo>
                    <a:lnTo>
                      <a:pt x="0"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6" name="Google Shape;186;p185"/>
              <p:cNvSpPr/>
              <p:nvPr/>
            </p:nvSpPr>
            <p:spPr>
              <a:xfrm>
                <a:off x="11487150" y="6232525"/>
                <a:ext cx="687388" cy="625475"/>
              </a:xfrm>
              <a:custGeom>
                <a:avLst/>
                <a:gdLst/>
                <a:ahLst/>
                <a:cxnLst/>
                <a:rect l="l" t="t" r="r" b="b"/>
                <a:pathLst>
                  <a:path w="433" h="394" extrusionOk="0">
                    <a:moveTo>
                      <a:pt x="250" y="394"/>
                    </a:moveTo>
                    <a:lnTo>
                      <a:pt x="433" y="394"/>
                    </a:lnTo>
                    <a:lnTo>
                      <a:pt x="433" y="0"/>
                    </a:lnTo>
                    <a:lnTo>
                      <a:pt x="0" y="249"/>
                    </a:lnTo>
                    <a:lnTo>
                      <a:pt x="250" y="39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7" name="Google Shape;187;p185"/>
              <p:cNvSpPr/>
              <p:nvPr/>
            </p:nvSpPr>
            <p:spPr>
              <a:xfrm>
                <a:off x="9377362" y="5818187"/>
                <a:ext cx="701675" cy="809625"/>
              </a:xfrm>
              <a:custGeom>
                <a:avLst/>
                <a:gdLst/>
                <a:ahLst/>
                <a:cxnLst/>
                <a:rect l="l" t="t" r="r" b="b"/>
                <a:pathLst>
                  <a:path w="442" h="510" extrusionOk="0">
                    <a:moveTo>
                      <a:pt x="0" y="254"/>
                    </a:moveTo>
                    <a:lnTo>
                      <a:pt x="0" y="254"/>
                    </a:lnTo>
                    <a:lnTo>
                      <a:pt x="442" y="510"/>
                    </a:lnTo>
                    <a:lnTo>
                      <a:pt x="442" y="0"/>
                    </a:lnTo>
                    <a:lnTo>
                      <a:pt x="0" y="254"/>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8" name="Google Shape;188;p185"/>
              <p:cNvSpPr/>
              <p:nvPr/>
            </p:nvSpPr>
            <p:spPr>
              <a:xfrm>
                <a:off x="10079037" y="6627812"/>
                <a:ext cx="396875" cy="230188"/>
              </a:xfrm>
              <a:custGeom>
                <a:avLst/>
                <a:gdLst/>
                <a:ahLst/>
                <a:cxnLst/>
                <a:rect l="l" t="t" r="r" b="b"/>
                <a:pathLst>
                  <a:path w="250" h="145" extrusionOk="0">
                    <a:moveTo>
                      <a:pt x="0" y="0"/>
                    </a:moveTo>
                    <a:lnTo>
                      <a:pt x="0" y="0"/>
                    </a:lnTo>
                    <a:lnTo>
                      <a:pt x="0" y="145"/>
                    </a:lnTo>
                    <a:lnTo>
                      <a:pt x="250" y="145"/>
                    </a:lnTo>
                    <a:lnTo>
                      <a:pt x="0"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9" name="Google Shape;189;p185"/>
              <p:cNvSpPr/>
              <p:nvPr/>
            </p:nvSpPr>
            <p:spPr>
              <a:xfrm>
                <a:off x="10079037" y="6224587"/>
                <a:ext cx="706438" cy="633413"/>
              </a:xfrm>
              <a:custGeom>
                <a:avLst/>
                <a:gdLst/>
                <a:ahLst/>
                <a:cxnLst/>
                <a:rect l="l" t="t" r="r" b="b"/>
                <a:pathLst>
                  <a:path w="445" h="399" extrusionOk="0">
                    <a:moveTo>
                      <a:pt x="0" y="254"/>
                    </a:moveTo>
                    <a:lnTo>
                      <a:pt x="250" y="399"/>
                    </a:lnTo>
                    <a:lnTo>
                      <a:pt x="445" y="399"/>
                    </a:lnTo>
                    <a:lnTo>
                      <a:pt x="445" y="0"/>
                    </a:lnTo>
                    <a:lnTo>
                      <a:pt x="0" y="254"/>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0" name="Google Shape;190;p185"/>
              <p:cNvSpPr/>
              <p:nvPr/>
            </p:nvSpPr>
            <p:spPr>
              <a:xfrm>
                <a:off x="10079037" y="5818187"/>
                <a:ext cx="706438" cy="809625"/>
              </a:xfrm>
              <a:custGeom>
                <a:avLst/>
                <a:gdLst/>
                <a:ahLst/>
                <a:cxnLst/>
                <a:rect l="l" t="t" r="r" b="b"/>
                <a:pathLst>
                  <a:path w="445" h="510" extrusionOk="0">
                    <a:moveTo>
                      <a:pt x="445" y="254"/>
                    </a:moveTo>
                    <a:lnTo>
                      <a:pt x="445" y="254"/>
                    </a:lnTo>
                    <a:lnTo>
                      <a:pt x="0" y="0"/>
                    </a:lnTo>
                    <a:lnTo>
                      <a:pt x="0" y="510"/>
                    </a:lnTo>
                    <a:lnTo>
                      <a:pt x="0" y="510"/>
                    </a:lnTo>
                    <a:lnTo>
                      <a:pt x="445" y="256"/>
                    </a:lnTo>
                    <a:lnTo>
                      <a:pt x="445"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1" name="Google Shape;191;p185"/>
              <p:cNvSpPr/>
              <p:nvPr/>
            </p:nvSpPr>
            <p:spPr>
              <a:xfrm>
                <a:off x="10785475" y="3389312"/>
                <a:ext cx="701675" cy="809625"/>
              </a:xfrm>
              <a:custGeom>
                <a:avLst/>
                <a:gdLst/>
                <a:ahLst/>
                <a:cxnLst/>
                <a:rect l="l" t="t" r="r" b="b"/>
                <a:pathLst>
                  <a:path w="442" h="510" extrusionOk="0">
                    <a:moveTo>
                      <a:pt x="442" y="0"/>
                    </a:moveTo>
                    <a:lnTo>
                      <a:pt x="0" y="254"/>
                    </a:lnTo>
                    <a:lnTo>
                      <a:pt x="0" y="254"/>
                    </a:lnTo>
                    <a:lnTo>
                      <a:pt x="442" y="510"/>
                    </a:lnTo>
                    <a:lnTo>
                      <a:pt x="442"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2" name="Google Shape;192;p185"/>
              <p:cNvSpPr/>
              <p:nvPr/>
            </p:nvSpPr>
            <p:spPr>
              <a:xfrm>
                <a:off x="10785475" y="3792537"/>
                <a:ext cx="701675" cy="809625"/>
              </a:xfrm>
              <a:custGeom>
                <a:avLst/>
                <a:gdLst/>
                <a:ahLst/>
                <a:cxnLst/>
                <a:rect l="l" t="t" r="r" b="b"/>
                <a:pathLst>
                  <a:path w="442" h="510" extrusionOk="0">
                    <a:moveTo>
                      <a:pt x="442" y="256"/>
                    </a:moveTo>
                    <a:lnTo>
                      <a:pt x="0" y="0"/>
                    </a:lnTo>
                    <a:lnTo>
                      <a:pt x="0" y="510"/>
                    </a:lnTo>
                    <a:lnTo>
                      <a:pt x="0" y="510"/>
                    </a:lnTo>
                    <a:lnTo>
                      <a:pt x="442" y="256"/>
                    </a:lnTo>
                    <a:lnTo>
                      <a:pt x="442" y="256"/>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3" name="Google Shape;193;p185"/>
              <p:cNvSpPr/>
              <p:nvPr/>
            </p:nvSpPr>
            <p:spPr>
              <a:xfrm>
                <a:off x="10785475" y="4198937"/>
                <a:ext cx="701675" cy="809625"/>
              </a:xfrm>
              <a:custGeom>
                <a:avLst/>
                <a:gdLst/>
                <a:ahLst/>
                <a:cxnLst/>
                <a:rect l="l" t="t" r="r" b="b"/>
                <a:pathLst>
                  <a:path w="442" h="510" extrusionOk="0">
                    <a:moveTo>
                      <a:pt x="0" y="254"/>
                    </a:moveTo>
                    <a:lnTo>
                      <a:pt x="442" y="510"/>
                    </a:lnTo>
                    <a:lnTo>
                      <a:pt x="442" y="0"/>
                    </a:lnTo>
                    <a:lnTo>
                      <a:pt x="0" y="25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4" name="Google Shape;194;p185"/>
              <p:cNvSpPr/>
              <p:nvPr/>
            </p:nvSpPr>
            <p:spPr>
              <a:xfrm>
                <a:off x="11487150" y="4198937"/>
                <a:ext cx="687388" cy="809625"/>
              </a:xfrm>
              <a:custGeom>
                <a:avLst/>
                <a:gdLst/>
                <a:ahLst/>
                <a:cxnLst/>
                <a:rect l="l" t="t" r="r" b="b"/>
                <a:pathLst>
                  <a:path w="433" h="510" extrusionOk="0">
                    <a:moveTo>
                      <a:pt x="0" y="0"/>
                    </a:moveTo>
                    <a:lnTo>
                      <a:pt x="0" y="0"/>
                    </a:lnTo>
                    <a:lnTo>
                      <a:pt x="0" y="510"/>
                    </a:lnTo>
                    <a:lnTo>
                      <a:pt x="433" y="261"/>
                    </a:lnTo>
                    <a:lnTo>
                      <a:pt x="433" y="249"/>
                    </a:lnTo>
                    <a:lnTo>
                      <a:pt x="0"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5" name="Google Shape;195;p185"/>
              <p:cNvSpPr/>
              <p:nvPr/>
            </p:nvSpPr>
            <p:spPr>
              <a:xfrm>
                <a:off x="11487150" y="3803650"/>
                <a:ext cx="687388" cy="790575"/>
              </a:xfrm>
              <a:custGeom>
                <a:avLst/>
                <a:gdLst/>
                <a:ahLst/>
                <a:cxnLst/>
                <a:rect l="l" t="t" r="r" b="b"/>
                <a:pathLst>
                  <a:path w="433" h="498" extrusionOk="0">
                    <a:moveTo>
                      <a:pt x="433" y="0"/>
                    </a:moveTo>
                    <a:lnTo>
                      <a:pt x="0" y="249"/>
                    </a:lnTo>
                    <a:lnTo>
                      <a:pt x="433" y="498"/>
                    </a:lnTo>
                    <a:lnTo>
                      <a:pt x="433"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6" name="Google Shape;196;p185"/>
              <p:cNvSpPr/>
              <p:nvPr/>
            </p:nvSpPr>
            <p:spPr>
              <a:xfrm>
                <a:off x="11737975" y="2130425"/>
                <a:ext cx="201613" cy="233363"/>
              </a:xfrm>
              <a:custGeom>
                <a:avLst/>
                <a:gdLst/>
                <a:ahLst/>
                <a:cxnLst/>
                <a:rect l="l" t="t" r="r" b="b"/>
                <a:pathLst>
                  <a:path w="127" h="147" extrusionOk="0">
                    <a:moveTo>
                      <a:pt x="127" y="147"/>
                    </a:moveTo>
                    <a:lnTo>
                      <a:pt x="127" y="0"/>
                    </a:lnTo>
                    <a:lnTo>
                      <a:pt x="0" y="73"/>
                    </a:lnTo>
                    <a:lnTo>
                      <a:pt x="127" y="147"/>
                    </a:lnTo>
                    <a:lnTo>
                      <a:pt x="127" y="147"/>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7" name="Google Shape;197;p185"/>
              <p:cNvSpPr/>
              <p:nvPr/>
            </p:nvSpPr>
            <p:spPr>
              <a:xfrm>
                <a:off x="11487150" y="2576512"/>
                <a:ext cx="701675" cy="812800"/>
              </a:xfrm>
              <a:custGeom>
                <a:avLst/>
                <a:gdLst/>
                <a:ahLst/>
                <a:cxnLst/>
                <a:rect l="l" t="t" r="r" b="b"/>
                <a:pathLst>
                  <a:path w="442" h="512" extrusionOk="0">
                    <a:moveTo>
                      <a:pt x="0" y="0"/>
                    </a:moveTo>
                    <a:lnTo>
                      <a:pt x="0" y="510"/>
                    </a:lnTo>
                    <a:lnTo>
                      <a:pt x="0" y="512"/>
                    </a:lnTo>
                    <a:lnTo>
                      <a:pt x="442" y="256"/>
                    </a:lnTo>
                    <a:lnTo>
                      <a:pt x="442" y="256"/>
                    </a:lnTo>
                    <a:lnTo>
                      <a:pt x="0"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8" name="Google Shape;198;p185"/>
              <p:cNvSpPr/>
              <p:nvPr/>
            </p:nvSpPr>
            <p:spPr>
              <a:xfrm>
                <a:off x="11487150" y="5818187"/>
                <a:ext cx="687388" cy="809625"/>
              </a:xfrm>
              <a:custGeom>
                <a:avLst/>
                <a:gdLst/>
                <a:ahLst/>
                <a:cxnLst/>
                <a:rect l="l" t="t" r="r" b="b"/>
                <a:pathLst>
                  <a:path w="433" h="510" extrusionOk="0">
                    <a:moveTo>
                      <a:pt x="125" y="72"/>
                    </a:moveTo>
                    <a:lnTo>
                      <a:pt x="0" y="0"/>
                    </a:lnTo>
                    <a:lnTo>
                      <a:pt x="0" y="510"/>
                    </a:lnTo>
                    <a:lnTo>
                      <a:pt x="0" y="510"/>
                    </a:lnTo>
                    <a:lnTo>
                      <a:pt x="433" y="261"/>
                    </a:lnTo>
                    <a:lnTo>
                      <a:pt x="433" y="250"/>
                    </a:lnTo>
                    <a:lnTo>
                      <a:pt x="125" y="72"/>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9" name="Google Shape;199;p185"/>
              <p:cNvSpPr/>
              <p:nvPr/>
            </p:nvSpPr>
            <p:spPr>
              <a:xfrm>
                <a:off x="11487150" y="4613275"/>
                <a:ext cx="687388" cy="792163"/>
              </a:xfrm>
              <a:custGeom>
                <a:avLst/>
                <a:gdLst/>
                <a:ahLst/>
                <a:cxnLst/>
                <a:rect l="l" t="t" r="r" b="b"/>
                <a:pathLst>
                  <a:path w="433" h="499" extrusionOk="0">
                    <a:moveTo>
                      <a:pt x="433" y="0"/>
                    </a:moveTo>
                    <a:lnTo>
                      <a:pt x="0" y="249"/>
                    </a:lnTo>
                    <a:lnTo>
                      <a:pt x="0" y="249"/>
                    </a:lnTo>
                    <a:lnTo>
                      <a:pt x="433" y="499"/>
                    </a:lnTo>
                    <a:lnTo>
                      <a:pt x="433"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0" name="Google Shape;200;p185"/>
              <p:cNvSpPr/>
              <p:nvPr/>
            </p:nvSpPr>
            <p:spPr>
              <a:xfrm>
                <a:off x="11487150" y="5008562"/>
                <a:ext cx="687388" cy="809625"/>
              </a:xfrm>
              <a:custGeom>
                <a:avLst/>
                <a:gdLst/>
                <a:ahLst/>
                <a:cxnLst/>
                <a:rect l="l" t="t" r="r" b="b"/>
                <a:pathLst>
                  <a:path w="433" h="510" extrusionOk="0">
                    <a:moveTo>
                      <a:pt x="433" y="250"/>
                    </a:moveTo>
                    <a:lnTo>
                      <a:pt x="0" y="0"/>
                    </a:lnTo>
                    <a:lnTo>
                      <a:pt x="0" y="510"/>
                    </a:lnTo>
                    <a:lnTo>
                      <a:pt x="0" y="510"/>
                    </a:lnTo>
                    <a:lnTo>
                      <a:pt x="433" y="261"/>
                    </a:lnTo>
                    <a:lnTo>
                      <a:pt x="433" y="25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1" name="Google Shape;201;p185"/>
              <p:cNvSpPr/>
              <p:nvPr/>
            </p:nvSpPr>
            <p:spPr>
              <a:xfrm>
                <a:off x="11487150" y="5422900"/>
                <a:ext cx="687388" cy="792163"/>
              </a:xfrm>
              <a:custGeom>
                <a:avLst/>
                <a:gdLst/>
                <a:ahLst/>
                <a:cxnLst/>
                <a:rect l="l" t="t" r="r" b="b"/>
                <a:pathLst>
                  <a:path w="433" h="499" extrusionOk="0">
                    <a:moveTo>
                      <a:pt x="433" y="0"/>
                    </a:moveTo>
                    <a:lnTo>
                      <a:pt x="0" y="249"/>
                    </a:lnTo>
                    <a:lnTo>
                      <a:pt x="125" y="321"/>
                    </a:lnTo>
                    <a:lnTo>
                      <a:pt x="433" y="499"/>
                    </a:lnTo>
                    <a:lnTo>
                      <a:pt x="433"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2" name="Google Shape;202;p185"/>
              <p:cNvSpPr/>
              <p:nvPr/>
            </p:nvSpPr>
            <p:spPr>
              <a:xfrm>
                <a:off x="11685587" y="5932487"/>
                <a:ext cx="488950" cy="282575"/>
              </a:xfrm>
              <a:custGeom>
                <a:avLst/>
                <a:gdLst/>
                <a:ahLst/>
                <a:cxnLst/>
                <a:rect l="l" t="t" r="r" b="b"/>
                <a:pathLst>
                  <a:path w="308" h="178" extrusionOk="0">
                    <a:moveTo>
                      <a:pt x="308" y="178"/>
                    </a:moveTo>
                    <a:lnTo>
                      <a:pt x="0" y="0"/>
                    </a:lnTo>
                    <a:lnTo>
                      <a:pt x="308" y="178"/>
                    </a:lnTo>
                    <a:lnTo>
                      <a:pt x="308" y="178"/>
                    </a:lnTo>
                    <a:close/>
                  </a:path>
                </a:pathLst>
              </a:custGeom>
              <a:solidFill>
                <a:srgbClr val="00A6A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03" name="Google Shape;203;p185"/>
            <p:cNvSpPr/>
            <p:nvPr/>
          </p:nvSpPr>
          <p:spPr>
            <a:xfrm rot="10800000">
              <a:off x="2853998" y="686979"/>
              <a:ext cx="591204" cy="690398"/>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rgbClr val="C4C4C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Our Service">
  <p:cSld name="Our Service">
    <p:spTree>
      <p:nvGrpSpPr>
        <p:cNvPr id="1" name="Shape 204"/>
        <p:cNvGrpSpPr/>
        <p:nvPr/>
      </p:nvGrpSpPr>
      <p:grpSpPr>
        <a:xfrm>
          <a:off x="0" y="0"/>
          <a:ext cx="0" cy="0"/>
          <a:chOff x="0" y="0"/>
          <a:chExt cx="0" cy="0"/>
        </a:xfrm>
      </p:grpSpPr>
      <p:sp>
        <p:nvSpPr>
          <p:cNvPr id="205" name="Google Shape;205;p18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6" name="Google Shape;206;p18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7" name="Google Shape;207;p18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08" name="Google Shape;208;p186"/>
          <p:cNvSpPr/>
          <p:nvPr/>
        </p:nvSpPr>
        <p:spPr>
          <a:xfrm>
            <a:off x="0" y="708746"/>
            <a:ext cx="6094411"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09" name="Google Shape;209;p186"/>
          <p:cNvSpPr/>
          <p:nvPr/>
        </p:nvSpPr>
        <p:spPr>
          <a:xfrm>
            <a:off x="616764" y="1532063"/>
            <a:ext cx="10947963" cy="2880320"/>
          </a:xfrm>
          <a:prstGeom prst="rect">
            <a:avLst/>
          </a:prstGeom>
          <a:solidFill>
            <a:schemeClr val="lt1">
              <a:alpha val="49803"/>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0" name="Google Shape;210;p186"/>
          <p:cNvSpPr>
            <a:spLocks noGrp="1"/>
          </p:cNvSpPr>
          <p:nvPr>
            <p:ph type="pic" idx="2"/>
          </p:nvPr>
        </p:nvSpPr>
        <p:spPr>
          <a:xfrm>
            <a:off x="1295633" y="2078160"/>
            <a:ext cx="4458409" cy="1800225"/>
          </a:xfrm>
          <a:prstGeom prst="rect">
            <a:avLst/>
          </a:prstGeom>
          <a:solidFill>
            <a:srgbClr val="D8D8D8"/>
          </a:solidFill>
          <a:ln>
            <a:noFill/>
          </a:ln>
        </p:spPr>
      </p:sp>
      <p:sp>
        <p:nvSpPr>
          <p:cNvPr id="211" name="Google Shape;211;p186"/>
          <p:cNvSpPr>
            <a:spLocks noGrp="1"/>
          </p:cNvSpPr>
          <p:nvPr>
            <p:ph type="pic" idx="3"/>
          </p:nvPr>
        </p:nvSpPr>
        <p:spPr>
          <a:xfrm>
            <a:off x="6420125" y="2078160"/>
            <a:ext cx="4458409" cy="1800225"/>
          </a:xfrm>
          <a:prstGeom prst="rect">
            <a:avLst/>
          </a:prstGeom>
          <a:solidFill>
            <a:srgbClr val="D8D8D8"/>
          </a:solidFill>
          <a:ln>
            <a:noFill/>
          </a:ln>
        </p:spPr>
      </p:sp>
      <p:sp>
        <p:nvSpPr>
          <p:cNvPr id="212" name="Google Shape;212;p186"/>
          <p:cNvSpPr txBox="1">
            <a:spLocks noGrp="1"/>
          </p:cNvSpPr>
          <p:nvPr>
            <p:ph type="body" idx="1"/>
          </p:nvPr>
        </p:nvSpPr>
        <p:spPr>
          <a:xfrm>
            <a:off x="0" y="794684"/>
            <a:ext cx="5754688"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3" name="Google Shape;213;p186"/>
          <p:cNvSpPr txBox="1">
            <a:spLocks noGrp="1"/>
          </p:cNvSpPr>
          <p:nvPr>
            <p:ph type="body" idx="4"/>
          </p:nvPr>
        </p:nvSpPr>
        <p:spPr>
          <a:xfrm>
            <a:off x="1295633"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4" name="Google Shape;214;p186"/>
          <p:cNvSpPr txBox="1">
            <a:spLocks noGrp="1"/>
          </p:cNvSpPr>
          <p:nvPr>
            <p:ph type="body" idx="5"/>
          </p:nvPr>
        </p:nvSpPr>
        <p:spPr>
          <a:xfrm>
            <a:off x="1295633"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5" name="Google Shape;215;p186"/>
          <p:cNvSpPr txBox="1">
            <a:spLocks noGrp="1"/>
          </p:cNvSpPr>
          <p:nvPr>
            <p:ph type="body" idx="6"/>
          </p:nvPr>
        </p:nvSpPr>
        <p:spPr>
          <a:xfrm>
            <a:off x="6391740"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6" name="Google Shape;216;p186"/>
          <p:cNvSpPr txBox="1">
            <a:spLocks noGrp="1"/>
          </p:cNvSpPr>
          <p:nvPr>
            <p:ph type="body" idx="7"/>
          </p:nvPr>
        </p:nvSpPr>
        <p:spPr>
          <a:xfrm>
            <a:off x="6391740"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he Team">
  <p:cSld name="The Team">
    <p:spTree>
      <p:nvGrpSpPr>
        <p:cNvPr id="1" name="Shape 217"/>
        <p:cNvGrpSpPr/>
        <p:nvPr/>
      </p:nvGrpSpPr>
      <p:grpSpPr>
        <a:xfrm>
          <a:off x="0" y="0"/>
          <a:ext cx="0" cy="0"/>
          <a:chOff x="0" y="0"/>
          <a:chExt cx="0" cy="0"/>
        </a:xfrm>
      </p:grpSpPr>
      <p:sp>
        <p:nvSpPr>
          <p:cNvPr id="218" name="Google Shape;218;p187"/>
          <p:cNvSpPr/>
          <p:nvPr/>
        </p:nvSpPr>
        <p:spPr>
          <a:xfrm>
            <a:off x="-41943" y="0"/>
            <a:ext cx="4402929" cy="68580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9" name="Google Shape;219;p18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0" name="Google Shape;220;p18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1" name="Google Shape;221;p187"/>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22" name="Google Shape;222;p187"/>
          <p:cNvSpPr txBox="1">
            <a:spLocks noGrp="1"/>
          </p:cNvSpPr>
          <p:nvPr>
            <p:ph type="body" idx="1"/>
          </p:nvPr>
        </p:nvSpPr>
        <p:spPr>
          <a:xfrm>
            <a:off x="602805" y="1060150"/>
            <a:ext cx="3547750" cy="649288"/>
          </a:xfrm>
          <a:prstGeom prst="rect">
            <a:avLst/>
          </a:prstGeom>
          <a:noFill/>
          <a:ln>
            <a:noFill/>
          </a:ln>
        </p:spPr>
        <p:txBody>
          <a:bodyPr spcFirstLastPara="1" wrap="square" lIns="121875" tIns="60925" rIns="121875" bIns="60925" anchor="ctr" anchorCtr="0">
            <a:noAutofit/>
          </a:bodyPr>
          <a:lstStyle>
            <a:lvl1pPr marL="457200" lvl="0" indent="-228600" algn="r">
              <a:lnSpc>
                <a:spcPct val="80000"/>
              </a:lnSpc>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23" name="Google Shape;223;p187"/>
          <p:cNvSpPr>
            <a:spLocks noGrp="1"/>
          </p:cNvSpPr>
          <p:nvPr>
            <p:ph type="pic" idx="2"/>
          </p:nvPr>
        </p:nvSpPr>
        <p:spPr>
          <a:xfrm>
            <a:off x="4364494" y="2060843"/>
            <a:ext cx="1352103" cy="1352103"/>
          </a:xfrm>
          <a:prstGeom prst="rect">
            <a:avLst/>
          </a:prstGeom>
          <a:noFill/>
          <a:ln>
            <a:noFill/>
          </a:ln>
        </p:spPr>
      </p:sp>
      <p:sp>
        <p:nvSpPr>
          <p:cNvPr id="224" name="Google Shape;224;p187"/>
          <p:cNvSpPr>
            <a:spLocks noGrp="1"/>
          </p:cNvSpPr>
          <p:nvPr>
            <p:ph type="pic" idx="3"/>
          </p:nvPr>
        </p:nvSpPr>
        <p:spPr>
          <a:xfrm>
            <a:off x="5720105" y="2060843"/>
            <a:ext cx="1352103" cy="1352103"/>
          </a:xfrm>
          <a:prstGeom prst="rect">
            <a:avLst/>
          </a:prstGeom>
          <a:noFill/>
          <a:ln>
            <a:noFill/>
          </a:ln>
        </p:spPr>
      </p:sp>
      <p:sp>
        <p:nvSpPr>
          <p:cNvPr id="225" name="Google Shape;225;p187"/>
          <p:cNvSpPr>
            <a:spLocks noGrp="1"/>
          </p:cNvSpPr>
          <p:nvPr>
            <p:ph type="pic" idx="4"/>
          </p:nvPr>
        </p:nvSpPr>
        <p:spPr>
          <a:xfrm>
            <a:off x="8819301" y="724645"/>
            <a:ext cx="1352103" cy="1352103"/>
          </a:xfrm>
          <a:prstGeom prst="rect">
            <a:avLst/>
          </a:prstGeom>
          <a:noFill/>
          <a:ln>
            <a:noFill/>
          </a:ln>
        </p:spPr>
      </p:sp>
      <p:sp>
        <p:nvSpPr>
          <p:cNvPr id="226" name="Google Shape;226;p187"/>
          <p:cNvSpPr>
            <a:spLocks noGrp="1"/>
          </p:cNvSpPr>
          <p:nvPr>
            <p:ph type="pic" idx="5"/>
          </p:nvPr>
        </p:nvSpPr>
        <p:spPr>
          <a:xfrm>
            <a:off x="5722876" y="4760031"/>
            <a:ext cx="1352103" cy="1352103"/>
          </a:xfrm>
          <a:prstGeom prst="rect">
            <a:avLst/>
          </a:prstGeom>
          <a:noFill/>
          <a:ln>
            <a:noFill/>
          </a:ln>
        </p:spPr>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Company Profile">
  <p:cSld name="Company Profile">
    <p:spTree>
      <p:nvGrpSpPr>
        <p:cNvPr id="1" name="Shape 227"/>
        <p:cNvGrpSpPr/>
        <p:nvPr/>
      </p:nvGrpSpPr>
      <p:grpSpPr>
        <a:xfrm>
          <a:off x="0" y="0"/>
          <a:ext cx="0" cy="0"/>
          <a:chOff x="0" y="0"/>
          <a:chExt cx="0" cy="0"/>
        </a:xfrm>
      </p:grpSpPr>
      <p:sp>
        <p:nvSpPr>
          <p:cNvPr id="228" name="Google Shape;228;p18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9" name="Google Shape;229;p18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0" name="Google Shape;230;p188"/>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1" name="Google Shape;231;p188"/>
          <p:cNvSpPr/>
          <p:nvPr/>
        </p:nvSpPr>
        <p:spPr>
          <a:xfrm>
            <a:off x="1" y="708746"/>
            <a:ext cx="4942284" cy="821288"/>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2" name="Google Shape;232;p188"/>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33" name="Google Shape;233;p188"/>
          <p:cNvSpPr>
            <a:spLocks noGrp="1"/>
          </p:cNvSpPr>
          <p:nvPr>
            <p:ph type="pic" idx="2"/>
          </p:nvPr>
        </p:nvSpPr>
        <p:spPr>
          <a:xfrm>
            <a:off x="0" y="1529910"/>
            <a:ext cx="4942284" cy="3411257"/>
          </a:xfrm>
          <a:prstGeom prst="rect">
            <a:avLst/>
          </a:prstGeom>
          <a:noFill/>
          <a:ln>
            <a:no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Project Two Column">
  <p:cSld name="Project Two Column">
    <p:spTree>
      <p:nvGrpSpPr>
        <p:cNvPr id="1" name="Shape 234"/>
        <p:cNvGrpSpPr/>
        <p:nvPr/>
      </p:nvGrpSpPr>
      <p:grpSpPr>
        <a:xfrm>
          <a:off x="0" y="0"/>
          <a:ext cx="0" cy="0"/>
          <a:chOff x="0" y="0"/>
          <a:chExt cx="0" cy="0"/>
        </a:xfrm>
      </p:grpSpPr>
      <p:sp>
        <p:nvSpPr>
          <p:cNvPr id="235" name="Google Shape;235;p18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6" name="Google Shape;236;p18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7" name="Google Shape;237;p189"/>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8" name="Google Shape;238;p189"/>
          <p:cNvSpPr/>
          <p:nvPr/>
        </p:nvSpPr>
        <p:spPr>
          <a:xfrm>
            <a:off x="1" y="708746"/>
            <a:ext cx="4942284" cy="821288"/>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9" name="Google Shape;239;p189"/>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0" name="Google Shape;240;p189"/>
          <p:cNvSpPr>
            <a:spLocks noGrp="1"/>
          </p:cNvSpPr>
          <p:nvPr>
            <p:ph type="pic" idx="2"/>
          </p:nvPr>
        </p:nvSpPr>
        <p:spPr>
          <a:xfrm>
            <a:off x="609599" y="1529909"/>
            <a:ext cx="5439509" cy="4419363"/>
          </a:xfrm>
          <a:prstGeom prst="rect">
            <a:avLst/>
          </a:prstGeom>
          <a:noFill/>
          <a:ln>
            <a:noFill/>
          </a:ln>
        </p:spPr>
      </p:sp>
      <p:sp>
        <p:nvSpPr>
          <p:cNvPr id="241" name="Google Shape;241;p189"/>
          <p:cNvSpPr>
            <a:spLocks noGrp="1"/>
          </p:cNvSpPr>
          <p:nvPr>
            <p:ph type="pic" idx="3"/>
          </p:nvPr>
        </p:nvSpPr>
        <p:spPr>
          <a:xfrm>
            <a:off x="6131169" y="1529909"/>
            <a:ext cx="5439509" cy="4419363"/>
          </a:xfrm>
          <a:prstGeom prst="rect">
            <a:avLst/>
          </a:prstGeom>
          <a:noFill/>
          <a:ln>
            <a:noFill/>
          </a:ln>
        </p:spPr>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Our Appraoch">
  <p:cSld name="Our Appraoch">
    <p:spTree>
      <p:nvGrpSpPr>
        <p:cNvPr id="1" name="Shape 242"/>
        <p:cNvGrpSpPr/>
        <p:nvPr/>
      </p:nvGrpSpPr>
      <p:grpSpPr>
        <a:xfrm>
          <a:off x="0" y="0"/>
          <a:ext cx="0" cy="0"/>
          <a:chOff x="0" y="0"/>
          <a:chExt cx="0" cy="0"/>
        </a:xfrm>
      </p:grpSpPr>
      <p:sp>
        <p:nvSpPr>
          <p:cNvPr id="243" name="Google Shape;243;p19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4" name="Google Shape;244;p19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5" name="Google Shape;245;p190"/>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6" name="Google Shape;246;p190"/>
          <p:cNvSpPr/>
          <p:nvPr/>
        </p:nvSpPr>
        <p:spPr>
          <a:xfrm>
            <a:off x="1" y="708746"/>
            <a:ext cx="4942284" cy="821288"/>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47" name="Google Shape;247;p190"/>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8" name="Google Shape;248;p190"/>
          <p:cNvSpPr>
            <a:spLocks noGrp="1"/>
          </p:cNvSpPr>
          <p:nvPr>
            <p:ph type="pic" idx="2"/>
          </p:nvPr>
        </p:nvSpPr>
        <p:spPr>
          <a:xfrm>
            <a:off x="609599" y="1529909"/>
            <a:ext cx="10961079" cy="2475155"/>
          </a:xfrm>
          <a:prstGeom prst="rect">
            <a:avLst/>
          </a:prstGeom>
          <a:noFill/>
          <a:ln>
            <a:no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Project Tree Column">
  <p:cSld name="Project Tree Column">
    <p:spTree>
      <p:nvGrpSpPr>
        <p:cNvPr id="1" name="Shape 249"/>
        <p:cNvGrpSpPr/>
        <p:nvPr/>
      </p:nvGrpSpPr>
      <p:grpSpPr>
        <a:xfrm>
          <a:off x="0" y="0"/>
          <a:ext cx="0" cy="0"/>
          <a:chOff x="0" y="0"/>
          <a:chExt cx="0" cy="0"/>
        </a:xfrm>
      </p:grpSpPr>
      <p:sp>
        <p:nvSpPr>
          <p:cNvPr id="250" name="Google Shape;250;p19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1" name="Google Shape;251;p19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2" name="Google Shape;252;p191"/>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53" name="Google Shape;253;p191"/>
          <p:cNvSpPr/>
          <p:nvPr/>
        </p:nvSpPr>
        <p:spPr>
          <a:xfrm>
            <a:off x="1" y="708746"/>
            <a:ext cx="4942284"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54" name="Google Shape;254;p191"/>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5" name="Google Shape;255;p191"/>
          <p:cNvSpPr>
            <a:spLocks noGrp="1"/>
          </p:cNvSpPr>
          <p:nvPr>
            <p:ph type="pic" idx="2"/>
          </p:nvPr>
        </p:nvSpPr>
        <p:spPr>
          <a:xfrm>
            <a:off x="609441" y="1529909"/>
            <a:ext cx="3605855" cy="4419363"/>
          </a:xfrm>
          <a:prstGeom prst="rect">
            <a:avLst/>
          </a:prstGeom>
          <a:noFill/>
          <a:ln>
            <a:noFill/>
          </a:ln>
        </p:spPr>
      </p:sp>
      <p:sp>
        <p:nvSpPr>
          <p:cNvPr id="256" name="Google Shape;256;p191"/>
          <p:cNvSpPr>
            <a:spLocks noGrp="1"/>
          </p:cNvSpPr>
          <p:nvPr>
            <p:ph type="pic" idx="3"/>
          </p:nvPr>
        </p:nvSpPr>
        <p:spPr>
          <a:xfrm>
            <a:off x="4298073" y="1529909"/>
            <a:ext cx="3605855" cy="4419363"/>
          </a:xfrm>
          <a:prstGeom prst="rect">
            <a:avLst/>
          </a:prstGeom>
          <a:noFill/>
          <a:ln>
            <a:noFill/>
          </a:ln>
        </p:spPr>
      </p:sp>
      <p:sp>
        <p:nvSpPr>
          <p:cNvPr id="257" name="Google Shape;257;p191"/>
          <p:cNvSpPr>
            <a:spLocks noGrp="1"/>
          </p:cNvSpPr>
          <p:nvPr>
            <p:ph type="pic" idx="4"/>
          </p:nvPr>
        </p:nvSpPr>
        <p:spPr>
          <a:xfrm>
            <a:off x="7986705" y="1529909"/>
            <a:ext cx="3605855" cy="4419363"/>
          </a:xfrm>
          <a:prstGeom prst="rect">
            <a:avLst/>
          </a:prstGeom>
          <a:noFill/>
          <a:ln>
            <a:noFill/>
          </a:ln>
        </p:spPr>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8"/>
        <p:cNvGrpSpPr/>
        <p:nvPr/>
      </p:nvGrpSpPr>
      <p:grpSpPr>
        <a:xfrm>
          <a:off x="0" y="0"/>
          <a:ext cx="0" cy="0"/>
          <a:chOff x="0" y="0"/>
          <a:chExt cx="0" cy="0"/>
        </a:xfrm>
      </p:grpSpPr>
      <p:sp>
        <p:nvSpPr>
          <p:cNvPr id="259" name="Google Shape;259;p192"/>
          <p:cNvSpPr/>
          <p:nvPr/>
        </p:nvSpPr>
        <p:spPr>
          <a:xfrm flipH="1">
            <a:off x="4294212" y="0"/>
            <a:ext cx="7876318"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60" name="Google Shape;260;p192"/>
          <p:cNvSpPr/>
          <p:nvPr/>
        </p:nvSpPr>
        <p:spPr>
          <a:xfrm>
            <a:off x="-39608" y="-3"/>
            <a:ext cx="4333820" cy="4876818"/>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grpSp>
        <p:nvGrpSpPr>
          <p:cNvPr id="261" name="Google Shape;261;p192"/>
          <p:cNvGrpSpPr/>
          <p:nvPr/>
        </p:nvGrpSpPr>
        <p:grpSpPr>
          <a:xfrm>
            <a:off x="1" y="0"/>
            <a:ext cx="2601913" cy="2833688"/>
            <a:chOff x="0" y="0"/>
            <a:chExt cx="2601913" cy="2833688"/>
          </a:xfrm>
        </p:grpSpPr>
        <p:sp>
          <p:nvSpPr>
            <p:cNvPr id="262" name="Google Shape;262;p192"/>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3" name="Google Shape;263;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4" name="Google Shape;264;p192"/>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5" name="Google Shape;265;p192"/>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6" name="Google Shape;266;p192"/>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7" name="Google Shape;267;p192"/>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8" name="Google Shape;268;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9" name="Google Shape;269;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0" name="Google Shape;270;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1" name="Google Shape;271;p192"/>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2" name="Google Shape;272;p192"/>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3" name="Google Shape;273;p192"/>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4" name="Google Shape;274;p192"/>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5" name="Google Shape;275;p192"/>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6" name="Google Shape;276;p192"/>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7" name="Google Shape;277;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8" name="Google Shape;278;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9" name="Google Shape;279;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0" name="Google Shape;280;p192"/>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1" name="Google Shape;281;p192"/>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2" name="Google Shape;282;p192"/>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83" name="Google Shape;283;p192"/>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4" name="Google Shape;284;p192"/>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5" name="Google Shape;285;p192"/>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86" name="Google Shape;286;p192"/>
          <p:cNvSpPr txBox="1">
            <a:spLocks noGrp="1"/>
          </p:cNvSpPr>
          <p:nvPr>
            <p:ph type="title"/>
          </p:nvPr>
        </p:nvSpPr>
        <p:spPr>
          <a:xfrm>
            <a:off x="6094412" y="3789040"/>
            <a:ext cx="5491606" cy="1362075"/>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accent3"/>
              </a:buClr>
              <a:buSzPts val="5300"/>
              <a:buFont typeface="Open Sans"/>
              <a:buNone/>
              <a:defRPr sz="5300" b="1" cap="none">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7" name="Google Shape;287;p192"/>
          <p:cNvSpPr txBox="1">
            <a:spLocks noGrp="1"/>
          </p:cNvSpPr>
          <p:nvPr>
            <p:ph type="body" idx="1"/>
          </p:nvPr>
        </p:nvSpPr>
        <p:spPr>
          <a:xfrm>
            <a:off x="6094412" y="5319823"/>
            <a:ext cx="5521484" cy="828007"/>
          </a:xfrm>
          <a:prstGeom prst="rect">
            <a:avLst/>
          </a:prstGeom>
          <a:noFill/>
          <a:ln>
            <a:noFill/>
          </a:ln>
        </p:spPr>
        <p:txBody>
          <a:bodyPr spcFirstLastPara="1" wrap="square" lIns="121875" tIns="0" rIns="121875" bIns="0" anchor="t" anchorCtr="0">
            <a:normAutofit/>
          </a:bodyPr>
          <a:lstStyle>
            <a:lvl1pPr marL="457200" lvl="0" indent="-228600" algn="l">
              <a:spcBef>
                <a:spcPts val="320"/>
              </a:spcBef>
              <a:spcAft>
                <a:spcPts val="0"/>
              </a:spcAft>
              <a:buClr>
                <a:schemeClr val="accent3"/>
              </a:buClr>
              <a:buSzPts val="1600"/>
              <a:buNone/>
              <a:defRPr sz="1600">
                <a:solidFill>
                  <a:schemeClr val="accent3"/>
                </a:solidFill>
                <a:latin typeface="Open Sans"/>
                <a:ea typeface="Open Sans"/>
                <a:cs typeface="Open Sans"/>
                <a:sym typeface="Open Sans"/>
              </a:defRPr>
            </a:lvl1pPr>
            <a:lvl2pPr marL="914400" lvl="1" indent="-228600" algn="l">
              <a:spcBef>
                <a:spcPts val="480"/>
              </a:spcBef>
              <a:spcAft>
                <a:spcPts val="0"/>
              </a:spcAft>
              <a:buClr>
                <a:srgbClr val="888888"/>
              </a:buClr>
              <a:buSzPts val="2400"/>
              <a:buNone/>
              <a:defRPr sz="2400">
                <a:solidFill>
                  <a:srgbClr val="888888"/>
                </a:solidFill>
              </a:defRPr>
            </a:lvl2pPr>
            <a:lvl3pPr marL="1371600" lvl="2" indent="-228600" algn="l">
              <a:spcBef>
                <a:spcPts val="420"/>
              </a:spcBef>
              <a:spcAft>
                <a:spcPts val="0"/>
              </a:spcAft>
              <a:buClr>
                <a:srgbClr val="888888"/>
              </a:buClr>
              <a:buSzPts val="2100"/>
              <a:buNone/>
              <a:defRPr sz="2100">
                <a:solidFill>
                  <a:srgbClr val="888888"/>
                </a:solidFill>
              </a:defRPr>
            </a:lvl3pPr>
            <a:lvl4pPr marL="1828800" lvl="3" indent="-228600" algn="l">
              <a:spcBef>
                <a:spcPts val="380"/>
              </a:spcBef>
              <a:spcAft>
                <a:spcPts val="0"/>
              </a:spcAft>
              <a:buClr>
                <a:srgbClr val="888888"/>
              </a:buClr>
              <a:buSzPts val="1900"/>
              <a:buNone/>
              <a:defRPr sz="1900">
                <a:solidFill>
                  <a:srgbClr val="888888"/>
                </a:solidFill>
              </a:defRPr>
            </a:lvl4pPr>
            <a:lvl5pPr marL="2286000" lvl="4" indent="-228600" algn="l">
              <a:spcBef>
                <a:spcPts val="380"/>
              </a:spcBef>
              <a:spcAft>
                <a:spcPts val="0"/>
              </a:spcAft>
              <a:buClr>
                <a:srgbClr val="888888"/>
              </a:buClr>
              <a:buSzPts val="1900"/>
              <a:buNone/>
              <a:defRPr sz="1900">
                <a:solidFill>
                  <a:srgbClr val="888888"/>
                </a:solidFill>
              </a:defRPr>
            </a:lvl5pPr>
            <a:lvl6pPr marL="2743200" lvl="5" indent="-228600" algn="l">
              <a:spcBef>
                <a:spcPts val="380"/>
              </a:spcBef>
              <a:spcAft>
                <a:spcPts val="0"/>
              </a:spcAft>
              <a:buClr>
                <a:srgbClr val="888888"/>
              </a:buClr>
              <a:buSzPts val="1900"/>
              <a:buNone/>
              <a:defRPr sz="1900">
                <a:solidFill>
                  <a:srgbClr val="888888"/>
                </a:solidFill>
              </a:defRPr>
            </a:lvl6pPr>
            <a:lvl7pPr marL="3200400" lvl="6" indent="-228600" algn="l">
              <a:spcBef>
                <a:spcPts val="380"/>
              </a:spcBef>
              <a:spcAft>
                <a:spcPts val="0"/>
              </a:spcAft>
              <a:buClr>
                <a:srgbClr val="888888"/>
              </a:buClr>
              <a:buSzPts val="1900"/>
              <a:buNone/>
              <a:defRPr sz="1900">
                <a:solidFill>
                  <a:srgbClr val="888888"/>
                </a:solidFill>
              </a:defRPr>
            </a:lvl7pPr>
            <a:lvl8pPr marL="3657600" lvl="7" indent="-228600" algn="l">
              <a:spcBef>
                <a:spcPts val="380"/>
              </a:spcBef>
              <a:spcAft>
                <a:spcPts val="0"/>
              </a:spcAft>
              <a:buClr>
                <a:srgbClr val="888888"/>
              </a:buClr>
              <a:buSzPts val="1900"/>
              <a:buNone/>
              <a:defRPr sz="1900">
                <a:solidFill>
                  <a:srgbClr val="888888"/>
                </a:solidFill>
              </a:defRPr>
            </a:lvl8pPr>
            <a:lvl9pPr marL="4114800" lvl="8" indent="-228600" algn="l">
              <a:spcBef>
                <a:spcPts val="380"/>
              </a:spcBef>
              <a:spcAft>
                <a:spcPts val="0"/>
              </a:spcAft>
              <a:buClr>
                <a:srgbClr val="888888"/>
              </a:buClr>
              <a:buSzPts val="1900"/>
              <a:buNone/>
              <a:defRPr sz="1900">
                <a:solidFill>
                  <a:srgbClr val="888888"/>
                </a:solidFill>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Graph">
  <p:cSld name="Graph">
    <p:spTree>
      <p:nvGrpSpPr>
        <p:cNvPr id="1" name="Shape 288"/>
        <p:cNvGrpSpPr/>
        <p:nvPr/>
      </p:nvGrpSpPr>
      <p:grpSpPr>
        <a:xfrm>
          <a:off x="0" y="0"/>
          <a:ext cx="0" cy="0"/>
          <a:chOff x="0" y="0"/>
          <a:chExt cx="0" cy="0"/>
        </a:xfrm>
      </p:grpSpPr>
      <p:sp>
        <p:nvSpPr>
          <p:cNvPr id="289" name="Google Shape;289;p193"/>
          <p:cNvSpPr txBox="1">
            <a:spLocks noGrp="1"/>
          </p:cNvSpPr>
          <p:nvPr>
            <p:ph type="title"/>
          </p:nvPr>
        </p:nvSpPr>
        <p:spPr>
          <a:xfrm>
            <a:off x="609441" y="476672"/>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dk1"/>
              </a:buClr>
              <a:buSzPts val="3600"/>
              <a:buFont typeface="Open Sans"/>
              <a:buNone/>
              <a:defRPr sz="3600">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0" name="Google Shape;290;p19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1" name="Google Shape;291;p19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2" name="Google Shape;292;p19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93"/>
        <p:cNvGrpSpPr/>
        <p:nvPr/>
      </p:nvGrpSpPr>
      <p:grpSpPr>
        <a:xfrm>
          <a:off x="0" y="0"/>
          <a:ext cx="0" cy="0"/>
          <a:chOff x="0" y="0"/>
          <a:chExt cx="0" cy="0"/>
        </a:xfrm>
      </p:grpSpPr>
      <p:sp>
        <p:nvSpPr>
          <p:cNvPr id="294" name="Google Shape;294;p194"/>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5" name="Google Shape;295;p194"/>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96" name="Google Shape;296;p194"/>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7" name="Google Shape;297;p194"/>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8" name="Google Shape;298;p194"/>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9"/>
        <p:cNvGrpSpPr/>
        <p:nvPr/>
      </p:nvGrpSpPr>
      <p:grpSpPr>
        <a:xfrm>
          <a:off x="0" y="0"/>
          <a:ext cx="0" cy="0"/>
          <a:chOff x="0" y="0"/>
          <a:chExt cx="0" cy="0"/>
        </a:xfrm>
      </p:grpSpPr>
      <p:sp>
        <p:nvSpPr>
          <p:cNvPr id="300" name="Google Shape;300;p195"/>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1" name="Google Shape;301;p195"/>
          <p:cNvSpPr txBox="1">
            <a:spLocks noGrp="1"/>
          </p:cNvSpPr>
          <p:nvPr>
            <p:ph type="body" idx="1"/>
          </p:nvPr>
        </p:nvSpPr>
        <p:spPr>
          <a:xfrm>
            <a:off x="609441"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2" name="Google Shape;302;p195"/>
          <p:cNvSpPr txBox="1">
            <a:spLocks noGrp="1"/>
          </p:cNvSpPr>
          <p:nvPr>
            <p:ph type="body" idx="2"/>
          </p:nvPr>
        </p:nvSpPr>
        <p:spPr>
          <a:xfrm>
            <a:off x="6195986"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3" name="Google Shape;303;p19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4" name="Google Shape;304;p19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5" name="Google Shape;305;p19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06"/>
        <p:cNvGrpSpPr/>
        <p:nvPr/>
      </p:nvGrpSpPr>
      <p:grpSpPr>
        <a:xfrm>
          <a:off x="0" y="0"/>
          <a:ext cx="0" cy="0"/>
          <a:chOff x="0" y="0"/>
          <a:chExt cx="0" cy="0"/>
        </a:xfrm>
      </p:grpSpPr>
      <p:sp>
        <p:nvSpPr>
          <p:cNvPr id="307" name="Google Shape;307;p196"/>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36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8" name="Google Shape;308;p196"/>
          <p:cNvSpPr txBox="1">
            <a:spLocks noGrp="1"/>
          </p:cNvSpPr>
          <p:nvPr>
            <p:ph type="body" idx="1"/>
          </p:nvPr>
        </p:nvSpPr>
        <p:spPr>
          <a:xfrm>
            <a:off x="609441" y="1535113"/>
            <a:ext cx="5385514"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09" name="Google Shape;309;p196"/>
          <p:cNvSpPr txBox="1">
            <a:spLocks noGrp="1"/>
          </p:cNvSpPr>
          <p:nvPr>
            <p:ph type="body" idx="2"/>
          </p:nvPr>
        </p:nvSpPr>
        <p:spPr>
          <a:xfrm>
            <a:off x="609441" y="2174875"/>
            <a:ext cx="5385514"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0" name="Google Shape;310;p196"/>
          <p:cNvSpPr txBox="1">
            <a:spLocks noGrp="1"/>
          </p:cNvSpPr>
          <p:nvPr>
            <p:ph type="body" idx="3"/>
          </p:nvPr>
        </p:nvSpPr>
        <p:spPr>
          <a:xfrm>
            <a:off x="6191756" y="1535113"/>
            <a:ext cx="5387630"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11" name="Google Shape;311;p196"/>
          <p:cNvSpPr txBox="1">
            <a:spLocks noGrp="1"/>
          </p:cNvSpPr>
          <p:nvPr>
            <p:ph type="body" idx="4"/>
          </p:nvPr>
        </p:nvSpPr>
        <p:spPr>
          <a:xfrm>
            <a:off x="6191756" y="2174875"/>
            <a:ext cx="5387630"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2" name="Google Shape;312;p19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3" name="Google Shape;313;p19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4" name="Google Shape;314;p19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15"/>
        <p:cNvGrpSpPr/>
        <p:nvPr/>
      </p:nvGrpSpPr>
      <p:grpSpPr>
        <a:xfrm>
          <a:off x="0" y="0"/>
          <a:ext cx="0" cy="0"/>
          <a:chOff x="0" y="0"/>
          <a:chExt cx="0" cy="0"/>
        </a:xfrm>
      </p:grpSpPr>
      <p:sp>
        <p:nvSpPr>
          <p:cNvPr id="316" name="Google Shape;316;p19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7" name="Google Shape;317;p19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8" name="Google Shape;318;p197"/>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19"/>
        <p:cNvGrpSpPr/>
        <p:nvPr/>
      </p:nvGrpSpPr>
      <p:grpSpPr>
        <a:xfrm>
          <a:off x="0" y="0"/>
          <a:ext cx="0" cy="0"/>
          <a:chOff x="0" y="0"/>
          <a:chExt cx="0" cy="0"/>
        </a:xfrm>
      </p:grpSpPr>
      <p:sp>
        <p:nvSpPr>
          <p:cNvPr id="320" name="Google Shape;320;p198"/>
          <p:cNvSpPr txBox="1">
            <a:spLocks noGrp="1"/>
          </p:cNvSpPr>
          <p:nvPr>
            <p:ph type="title"/>
          </p:nvPr>
        </p:nvSpPr>
        <p:spPr>
          <a:xfrm>
            <a:off x="609443" y="273049"/>
            <a:ext cx="4010039" cy="1162051"/>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1" name="Google Shape;321;p198"/>
          <p:cNvSpPr txBox="1">
            <a:spLocks noGrp="1"/>
          </p:cNvSpPr>
          <p:nvPr>
            <p:ph type="body" idx="1"/>
          </p:nvPr>
        </p:nvSpPr>
        <p:spPr>
          <a:xfrm>
            <a:off x="4765492" y="273052"/>
            <a:ext cx="6813892" cy="5853113"/>
          </a:xfrm>
          <a:prstGeom prst="rect">
            <a:avLst/>
          </a:prstGeom>
          <a:noFill/>
          <a:ln>
            <a:noFill/>
          </a:ln>
        </p:spPr>
        <p:txBody>
          <a:bodyPr spcFirstLastPara="1" wrap="square" lIns="121875" tIns="60925" rIns="121875" bIns="60925" anchor="t" anchorCtr="0">
            <a:normAutofit/>
          </a:bodyPr>
          <a:lstStyle>
            <a:lvl1pPr marL="457200" lvl="0" indent="-501650" algn="l">
              <a:spcBef>
                <a:spcPts val="860"/>
              </a:spcBef>
              <a:spcAft>
                <a:spcPts val="0"/>
              </a:spcAft>
              <a:buClr>
                <a:schemeClr val="dk1"/>
              </a:buClr>
              <a:buSzPts val="4300"/>
              <a:buChar char="•"/>
              <a:defRPr sz="4300"/>
            </a:lvl1pPr>
            <a:lvl2pPr marL="914400" lvl="1" indent="-463550" algn="l">
              <a:spcBef>
                <a:spcPts val="740"/>
              </a:spcBef>
              <a:spcAft>
                <a:spcPts val="0"/>
              </a:spcAft>
              <a:buClr>
                <a:schemeClr val="dk1"/>
              </a:buClr>
              <a:buSzPts val="3700"/>
              <a:buChar char="–"/>
              <a:defRPr sz="3700"/>
            </a:lvl2pPr>
            <a:lvl3pPr marL="1371600" lvl="2" indent="-431800" algn="l">
              <a:spcBef>
                <a:spcPts val="640"/>
              </a:spcBef>
              <a:spcAft>
                <a:spcPts val="0"/>
              </a:spcAft>
              <a:buClr>
                <a:schemeClr val="dk1"/>
              </a:buClr>
              <a:buSzPts val="3200"/>
              <a:buChar char="•"/>
              <a:defRPr sz="3200"/>
            </a:lvl3pPr>
            <a:lvl4pPr marL="1828800" lvl="3" indent="-400050" algn="l">
              <a:spcBef>
                <a:spcPts val="540"/>
              </a:spcBef>
              <a:spcAft>
                <a:spcPts val="0"/>
              </a:spcAft>
              <a:buClr>
                <a:schemeClr val="dk1"/>
              </a:buClr>
              <a:buSzPts val="2700"/>
              <a:buChar char="–"/>
              <a:defRPr sz="2700"/>
            </a:lvl4pPr>
            <a:lvl5pPr marL="2286000" lvl="4" indent="-400050" algn="l">
              <a:spcBef>
                <a:spcPts val="540"/>
              </a:spcBef>
              <a:spcAft>
                <a:spcPts val="0"/>
              </a:spcAft>
              <a:buClr>
                <a:schemeClr val="dk1"/>
              </a:buClr>
              <a:buSzPts val="2700"/>
              <a:buChar char="»"/>
              <a:defRPr sz="2700"/>
            </a:lvl5pPr>
            <a:lvl6pPr marL="2743200" lvl="5" indent="-400050" algn="l">
              <a:spcBef>
                <a:spcPts val="540"/>
              </a:spcBef>
              <a:spcAft>
                <a:spcPts val="0"/>
              </a:spcAft>
              <a:buClr>
                <a:schemeClr val="dk1"/>
              </a:buClr>
              <a:buSzPts val="2700"/>
              <a:buChar char="•"/>
              <a:defRPr sz="2700"/>
            </a:lvl6pPr>
            <a:lvl7pPr marL="3200400" lvl="6" indent="-400050" algn="l">
              <a:spcBef>
                <a:spcPts val="540"/>
              </a:spcBef>
              <a:spcAft>
                <a:spcPts val="0"/>
              </a:spcAft>
              <a:buClr>
                <a:schemeClr val="dk1"/>
              </a:buClr>
              <a:buSzPts val="2700"/>
              <a:buChar char="•"/>
              <a:defRPr sz="2700"/>
            </a:lvl7pPr>
            <a:lvl8pPr marL="3657600" lvl="7" indent="-400050" algn="l">
              <a:spcBef>
                <a:spcPts val="540"/>
              </a:spcBef>
              <a:spcAft>
                <a:spcPts val="0"/>
              </a:spcAft>
              <a:buClr>
                <a:schemeClr val="dk1"/>
              </a:buClr>
              <a:buSzPts val="2700"/>
              <a:buChar char="•"/>
              <a:defRPr sz="2700"/>
            </a:lvl8pPr>
            <a:lvl9pPr marL="4114800" lvl="8" indent="-400050" algn="l">
              <a:spcBef>
                <a:spcPts val="540"/>
              </a:spcBef>
              <a:spcAft>
                <a:spcPts val="0"/>
              </a:spcAft>
              <a:buClr>
                <a:schemeClr val="dk1"/>
              </a:buClr>
              <a:buSzPts val="2700"/>
              <a:buChar char="•"/>
              <a:defRPr sz="2700"/>
            </a:lvl9pPr>
          </a:lstStyle>
          <a:p>
            <a:endParaRPr/>
          </a:p>
        </p:txBody>
      </p:sp>
      <p:sp>
        <p:nvSpPr>
          <p:cNvPr id="322" name="Google Shape;322;p198"/>
          <p:cNvSpPr txBox="1">
            <a:spLocks noGrp="1"/>
          </p:cNvSpPr>
          <p:nvPr>
            <p:ph type="body" idx="2"/>
          </p:nvPr>
        </p:nvSpPr>
        <p:spPr>
          <a:xfrm>
            <a:off x="609443" y="1435102"/>
            <a:ext cx="4010039" cy="46910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23" name="Google Shape;323;p19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4" name="Google Shape;324;p19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5" name="Google Shape;325;p198"/>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326"/>
        <p:cNvGrpSpPr/>
        <p:nvPr/>
      </p:nvGrpSpPr>
      <p:grpSpPr>
        <a:xfrm>
          <a:off x="0" y="0"/>
          <a:ext cx="0" cy="0"/>
          <a:chOff x="0" y="0"/>
          <a:chExt cx="0" cy="0"/>
        </a:xfrm>
      </p:grpSpPr>
      <p:sp>
        <p:nvSpPr>
          <p:cNvPr id="327" name="Google Shape;327;p199"/>
          <p:cNvSpPr txBox="1">
            <a:spLocks noGrp="1"/>
          </p:cNvSpPr>
          <p:nvPr>
            <p:ph type="title"/>
          </p:nvPr>
        </p:nvSpPr>
        <p:spPr>
          <a:xfrm>
            <a:off x="2389095" y="4800600"/>
            <a:ext cx="7313295" cy="566739"/>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8" name="Google Shape;328;p199"/>
          <p:cNvSpPr>
            <a:spLocks noGrp="1"/>
          </p:cNvSpPr>
          <p:nvPr>
            <p:ph type="pic" idx="2"/>
          </p:nvPr>
        </p:nvSpPr>
        <p:spPr>
          <a:xfrm>
            <a:off x="2389095" y="612775"/>
            <a:ext cx="7313295" cy="4114800"/>
          </a:xfrm>
          <a:prstGeom prst="rect">
            <a:avLst/>
          </a:prstGeom>
          <a:noFill/>
          <a:ln>
            <a:noFill/>
          </a:ln>
        </p:spPr>
      </p:sp>
      <p:sp>
        <p:nvSpPr>
          <p:cNvPr id="329" name="Google Shape;329;p199"/>
          <p:cNvSpPr txBox="1">
            <a:spLocks noGrp="1"/>
          </p:cNvSpPr>
          <p:nvPr>
            <p:ph type="body" idx="1"/>
          </p:nvPr>
        </p:nvSpPr>
        <p:spPr>
          <a:xfrm>
            <a:off x="2389095" y="5367338"/>
            <a:ext cx="7313295" cy="8048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30" name="Google Shape;330;p19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1" name="Google Shape;331;p19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2" name="Google Shape;332;p199"/>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333"/>
        <p:cNvGrpSpPr/>
        <p:nvPr/>
      </p:nvGrpSpPr>
      <p:grpSpPr>
        <a:xfrm>
          <a:off x="0" y="0"/>
          <a:ext cx="0" cy="0"/>
          <a:chOff x="0" y="0"/>
          <a:chExt cx="0" cy="0"/>
        </a:xfrm>
      </p:grpSpPr>
      <p:sp>
        <p:nvSpPr>
          <p:cNvPr id="334" name="Google Shape;334;p200"/>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5" name="Google Shape;335;p200"/>
          <p:cNvSpPr txBox="1">
            <a:spLocks noGrp="1"/>
          </p:cNvSpPr>
          <p:nvPr>
            <p:ph type="body" idx="1"/>
          </p:nvPr>
        </p:nvSpPr>
        <p:spPr>
          <a:xfrm rot="5400000">
            <a:off x="3600543" y="-1852677"/>
            <a:ext cx="4987739" cy="10969943"/>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36" name="Google Shape;336;p20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7" name="Google Shape;337;p20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8" name="Google Shape;338;p200"/>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339"/>
        <p:cNvGrpSpPr/>
        <p:nvPr/>
      </p:nvGrpSpPr>
      <p:grpSpPr>
        <a:xfrm>
          <a:off x="0" y="0"/>
          <a:ext cx="0" cy="0"/>
          <a:chOff x="0" y="0"/>
          <a:chExt cx="0" cy="0"/>
        </a:xfrm>
      </p:grpSpPr>
      <p:sp>
        <p:nvSpPr>
          <p:cNvPr id="340" name="Google Shape;340;p201"/>
          <p:cNvSpPr txBox="1">
            <a:spLocks noGrp="1"/>
          </p:cNvSpPr>
          <p:nvPr>
            <p:ph type="title"/>
          </p:nvPr>
        </p:nvSpPr>
        <p:spPr>
          <a:xfrm rot="5400000">
            <a:off x="7282379" y="1829159"/>
            <a:ext cx="5851525" cy="2742486"/>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1" name="Google Shape;341;p201"/>
          <p:cNvSpPr txBox="1">
            <a:spLocks noGrp="1"/>
          </p:cNvSpPr>
          <p:nvPr>
            <p:ph type="body" idx="1"/>
          </p:nvPr>
        </p:nvSpPr>
        <p:spPr>
          <a:xfrm rot="5400000">
            <a:off x="1695834" y="-811754"/>
            <a:ext cx="5851525" cy="8024310"/>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42" name="Google Shape;342;p20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3" name="Google Shape;343;p20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4" name="Google Shape;344;p201"/>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40_Full Blank">
  <p:cSld name="40_Full Blank">
    <p:spTree>
      <p:nvGrpSpPr>
        <p:cNvPr id="1" name="Shape 345"/>
        <p:cNvGrpSpPr/>
        <p:nvPr/>
      </p:nvGrpSpPr>
      <p:grpSpPr>
        <a:xfrm>
          <a:off x="0" y="0"/>
          <a:ext cx="0" cy="0"/>
          <a:chOff x="0" y="0"/>
          <a:chExt cx="0" cy="0"/>
        </a:xfrm>
      </p:grpSpPr>
      <p:sp>
        <p:nvSpPr>
          <p:cNvPr id="346" name="Google Shape;346;p202"/>
          <p:cNvSpPr/>
          <p:nvPr/>
        </p:nvSpPr>
        <p:spPr>
          <a:xfrm>
            <a:off x="0" y="-981"/>
            <a:ext cx="12188825" cy="6867857"/>
          </a:xfrm>
          <a:prstGeom prst="rect">
            <a:avLst/>
          </a:prstGeom>
          <a:solidFill>
            <a:srgbClr val="262626">
              <a:alpha val="96862"/>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47" name="Google Shape;347;p202"/>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nvGrpSpPr>
          <p:cNvPr id="348" name="Google Shape;348;p202"/>
          <p:cNvGrpSpPr/>
          <p:nvPr/>
        </p:nvGrpSpPr>
        <p:grpSpPr>
          <a:xfrm>
            <a:off x="531756" y="6037713"/>
            <a:ext cx="495031" cy="493336"/>
            <a:chOff x="5489575" y="1343025"/>
            <a:chExt cx="1724025" cy="1717676"/>
          </a:xfrm>
        </p:grpSpPr>
        <p:sp>
          <p:nvSpPr>
            <p:cNvPr id="349" name="Google Shape;349;p202"/>
            <p:cNvSpPr/>
            <p:nvPr/>
          </p:nvSpPr>
          <p:spPr>
            <a:xfrm>
              <a:off x="6137275" y="1343025"/>
              <a:ext cx="1076325" cy="1074738"/>
            </a:xfrm>
            <a:prstGeom prst="ellipse">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0" name="Google Shape;350;p202"/>
            <p:cNvSpPr/>
            <p:nvPr/>
          </p:nvSpPr>
          <p:spPr>
            <a:xfrm>
              <a:off x="5489575" y="2201863"/>
              <a:ext cx="754063" cy="754063"/>
            </a:xfrm>
            <a:custGeom>
              <a:avLst/>
              <a:gdLst/>
              <a:ahLst/>
              <a:cxnLst/>
              <a:rect l="l" t="t" r="r" b="b"/>
              <a:pathLst>
                <a:path w="199" h="199" extrusionOk="0">
                  <a:moveTo>
                    <a:pt x="100" y="0"/>
                  </a:moveTo>
                  <a:cubicBezTo>
                    <a:pt x="45" y="0"/>
                    <a:pt x="0" y="45"/>
                    <a:pt x="0" y="100"/>
                  </a:cubicBezTo>
                  <a:cubicBezTo>
                    <a:pt x="0" y="154"/>
                    <a:pt x="45" y="199"/>
                    <a:pt x="100" y="199"/>
                  </a:cubicBezTo>
                  <a:cubicBezTo>
                    <a:pt x="154" y="199"/>
                    <a:pt x="199" y="154"/>
                    <a:pt x="199" y="100"/>
                  </a:cubicBezTo>
                  <a:cubicBezTo>
                    <a:pt x="199" y="45"/>
                    <a:pt x="154" y="0"/>
                    <a:pt x="100" y="0"/>
                  </a:cubicBezTo>
                  <a:close/>
                  <a:moveTo>
                    <a:pt x="100" y="171"/>
                  </a:moveTo>
                  <a:cubicBezTo>
                    <a:pt x="60" y="171"/>
                    <a:pt x="29" y="139"/>
                    <a:pt x="29" y="100"/>
                  </a:cubicBezTo>
                  <a:cubicBezTo>
                    <a:pt x="29" y="60"/>
                    <a:pt x="60" y="28"/>
                    <a:pt x="100" y="28"/>
                  </a:cubicBezTo>
                  <a:cubicBezTo>
                    <a:pt x="139" y="28"/>
                    <a:pt x="171" y="60"/>
                    <a:pt x="171" y="100"/>
                  </a:cubicBezTo>
                  <a:cubicBezTo>
                    <a:pt x="171" y="139"/>
                    <a:pt x="139" y="171"/>
                    <a:pt x="100" y="171"/>
                  </a:cubicBezTo>
                  <a:close/>
                  <a:moveTo>
                    <a:pt x="100" y="171"/>
                  </a:moveTo>
                  <a:cubicBezTo>
                    <a:pt x="100" y="171"/>
                    <a:pt x="100" y="171"/>
                    <a:pt x="100" y="171"/>
                  </a:cubicBezTo>
                </a:path>
              </a:pathLst>
            </a:custGeom>
            <a:solidFill>
              <a:srgbClr val="D8D8D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1" name="Google Shape;351;p202"/>
            <p:cNvSpPr/>
            <p:nvPr/>
          </p:nvSpPr>
          <p:spPr>
            <a:xfrm>
              <a:off x="6459538" y="2633663"/>
              <a:ext cx="431800" cy="427038"/>
            </a:xfrm>
            <a:custGeom>
              <a:avLst/>
              <a:gdLst/>
              <a:ahLst/>
              <a:cxnLst/>
              <a:rect l="l" t="t" r="r" b="b"/>
              <a:pathLst>
                <a:path w="114" h="113" extrusionOk="0">
                  <a:moveTo>
                    <a:pt x="57" y="0"/>
                  </a:moveTo>
                  <a:cubicBezTo>
                    <a:pt x="25" y="0"/>
                    <a:pt x="0" y="25"/>
                    <a:pt x="0" y="57"/>
                  </a:cubicBezTo>
                  <a:cubicBezTo>
                    <a:pt x="0" y="88"/>
                    <a:pt x="25" y="113"/>
                    <a:pt x="57" y="113"/>
                  </a:cubicBezTo>
                  <a:cubicBezTo>
                    <a:pt x="88" y="113"/>
                    <a:pt x="114" y="88"/>
                    <a:pt x="114" y="57"/>
                  </a:cubicBezTo>
                  <a:cubicBezTo>
                    <a:pt x="114" y="25"/>
                    <a:pt x="88" y="0"/>
                    <a:pt x="57" y="0"/>
                  </a:cubicBezTo>
                  <a:close/>
                  <a:moveTo>
                    <a:pt x="57" y="85"/>
                  </a:moveTo>
                  <a:cubicBezTo>
                    <a:pt x="41" y="85"/>
                    <a:pt x="28" y="72"/>
                    <a:pt x="28" y="57"/>
                  </a:cubicBezTo>
                  <a:cubicBezTo>
                    <a:pt x="28" y="41"/>
                    <a:pt x="41" y="28"/>
                    <a:pt x="57" y="28"/>
                  </a:cubicBezTo>
                  <a:cubicBezTo>
                    <a:pt x="73" y="28"/>
                    <a:pt x="85" y="41"/>
                    <a:pt x="85" y="57"/>
                  </a:cubicBezTo>
                  <a:cubicBezTo>
                    <a:pt x="85" y="72"/>
                    <a:pt x="73" y="85"/>
                    <a:pt x="57" y="85"/>
                  </a:cubicBezTo>
                  <a:close/>
                  <a:moveTo>
                    <a:pt x="57" y="85"/>
                  </a:moveTo>
                  <a:cubicBezTo>
                    <a:pt x="57" y="85"/>
                    <a:pt x="57" y="85"/>
                    <a:pt x="57" y="85"/>
                  </a:cubicBezTo>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grpSp>
      <p:sp>
        <p:nvSpPr>
          <p:cNvPr id="352" name="Google Shape;352;p202"/>
          <p:cNvSpPr>
            <a:spLocks noGrp="1"/>
          </p:cNvSpPr>
          <p:nvPr>
            <p:ph type="pic" idx="2"/>
          </p:nvPr>
        </p:nvSpPr>
        <p:spPr>
          <a:xfrm>
            <a:off x="4148224" y="1443883"/>
            <a:ext cx="1398803" cy="1564773"/>
          </a:xfrm>
          <a:prstGeom prst="rect">
            <a:avLst/>
          </a:prstGeom>
          <a:noFill/>
          <a:ln>
            <a:noFill/>
          </a:ln>
        </p:spPr>
      </p:sp>
      <p:sp>
        <p:nvSpPr>
          <p:cNvPr id="353" name="Google Shape;353;p202"/>
          <p:cNvSpPr>
            <a:spLocks noGrp="1"/>
          </p:cNvSpPr>
          <p:nvPr>
            <p:ph type="pic" idx="3"/>
          </p:nvPr>
        </p:nvSpPr>
        <p:spPr>
          <a:xfrm>
            <a:off x="941890" y="3346175"/>
            <a:ext cx="752211" cy="841303"/>
          </a:xfrm>
          <a:prstGeom prst="rect">
            <a:avLst/>
          </a:prstGeom>
          <a:noFill/>
          <a:ln>
            <a:noFill/>
          </a:ln>
        </p:spPr>
      </p:sp>
      <p:sp>
        <p:nvSpPr>
          <p:cNvPr id="354" name="Google Shape;354;p202"/>
          <p:cNvSpPr>
            <a:spLocks noGrp="1"/>
          </p:cNvSpPr>
          <p:nvPr>
            <p:ph type="pic" idx="4"/>
          </p:nvPr>
        </p:nvSpPr>
        <p:spPr>
          <a:xfrm>
            <a:off x="2116623" y="2548677"/>
            <a:ext cx="2843864" cy="3181350"/>
          </a:xfrm>
          <a:prstGeom prst="rect">
            <a:avLst/>
          </a:prstGeom>
          <a:noFill/>
          <a:ln>
            <a:noFill/>
          </a:ln>
        </p:spPr>
      </p:sp>
      <p:grpSp>
        <p:nvGrpSpPr>
          <p:cNvPr id="355" name="Google Shape;355;p202"/>
          <p:cNvGrpSpPr/>
          <p:nvPr/>
        </p:nvGrpSpPr>
        <p:grpSpPr>
          <a:xfrm>
            <a:off x="0" y="6658753"/>
            <a:ext cx="12188825" cy="208124"/>
            <a:chOff x="0" y="6606540"/>
            <a:chExt cx="11430000" cy="251459"/>
          </a:xfrm>
        </p:grpSpPr>
        <p:sp>
          <p:nvSpPr>
            <p:cNvPr id="356" name="Google Shape;356;p202"/>
            <p:cNvSpPr/>
            <p:nvPr/>
          </p:nvSpPr>
          <p:spPr>
            <a:xfrm>
              <a:off x="0" y="6606540"/>
              <a:ext cx="2286000" cy="251459"/>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7" name="Google Shape;357;p202"/>
            <p:cNvSpPr/>
            <p:nvPr/>
          </p:nvSpPr>
          <p:spPr>
            <a:xfrm>
              <a:off x="2286000" y="6606540"/>
              <a:ext cx="2286000" cy="251459"/>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8" name="Google Shape;358;p202"/>
            <p:cNvSpPr/>
            <p:nvPr/>
          </p:nvSpPr>
          <p:spPr>
            <a:xfrm>
              <a:off x="4572000" y="6606540"/>
              <a:ext cx="2286000" cy="251459"/>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9" name="Google Shape;359;p202"/>
            <p:cNvSpPr/>
            <p:nvPr/>
          </p:nvSpPr>
          <p:spPr>
            <a:xfrm>
              <a:off x="6858000" y="6606540"/>
              <a:ext cx="2286000" cy="251459"/>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60" name="Google Shape;360;p202"/>
            <p:cNvSpPr/>
            <p:nvPr/>
          </p:nvSpPr>
          <p:spPr>
            <a:xfrm>
              <a:off x="9144000" y="6606540"/>
              <a:ext cx="2286000" cy="251459"/>
            </a:xfrm>
            <a:prstGeom prst="rect">
              <a:avLst/>
            </a:prstGeom>
            <a:solidFill>
              <a:schemeClr val="accent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39_Full Blank">
  <p:cSld name="39_Full Blank">
    <p:spTree>
      <p:nvGrpSpPr>
        <p:cNvPr id="1" name="Shape 361"/>
        <p:cNvGrpSpPr/>
        <p:nvPr/>
      </p:nvGrpSpPr>
      <p:grpSpPr>
        <a:xfrm>
          <a:off x="0" y="0"/>
          <a:ext cx="0" cy="0"/>
          <a:chOff x="0" y="0"/>
          <a:chExt cx="0" cy="0"/>
        </a:xfrm>
      </p:grpSpPr>
      <p:sp>
        <p:nvSpPr>
          <p:cNvPr id="362" name="Google Shape;362;p203"/>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2/23/2026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710825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2/23/2026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245349110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2/23/2026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78282569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2/23/2026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324134753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2/23/2026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9266656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2/23/2026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319141609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2/23/2026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22504774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2/23/2026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145230934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2/23/2026</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66395774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359946853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23096757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7.xml"/><Relationship Id="rId13" Type="http://schemas.openxmlformats.org/officeDocument/2006/relationships/slideLayout" Target="../slideLayouts/slideLayout22.xml"/><Relationship Id="rId18" Type="http://schemas.openxmlformats.org/officeDocument/2006/relationships/slideLayout" Target="../slideLayouts/slideLayout27.xml"/><Relationship Id="rId3" Type="http://schemas.openxmlformats.org/officeDocument/2006/relationships/slideLayout" Target="../slideLayouts/slideLayout12.xml"/><Relationship Id="rId7" Type="http://schemas.openxmlformats.org/officeDocument/2006/relationships/slideLayout" Target="../slideLayouts/slideLayout16.xml"/><Relationship Id="rId12" Type="http://schemas.openxmlformats.org/officeDocument/2006/relationships/slideLayout" Target="../slideLayouts/slideLayout21.xml"/><Relationship Id="rId17" Type="http://schemas.openxmlformats.org/officeDocument/2006/relationships/slideLayout" Target="../slideLayouts/slideLayout26.xml"/><Relationship Id="rId2" Type="http://schemas.openxmlformats.org/officeDocument/2006/relationships/slideLayout" Target="../slideLayouts/slideLayout11.xml"/><Relationship Id="rId16" Type="http://schemas.openxmlformats.org/officeDocument/2006/relationships/slideLayout" Target="../slideLayouts/slideLayout25.xml"/><Relationship Id="rId20" Type="http://schemas.openxmlformats.org/officeDocument/2006/relationships/theme" Target="../theme/theme2.xml"/><Relationship Id="rId1" Type="http://schemas.openxmlformats.org/officeDocument/2006/relationships/slideLayout" Target="../slideLayouts/slideLayout10.xml"/><Relationship Id="rId6" Type="http://schemas.openxmlformats.org/officeDocument/2006/relationships/slideLayout" Target="../slideLayouts/slideLayout15.xml"/><Relationship Id="rId11" Type="http://schemas.openxmlformats.org/officeDocument/2006/relationships/slideLayout" Target="../slideLayouts/slideLayout20.xml"/><Relationship Id="rId5" Type="http://schemas.openxmlformats.org/officeDocument/2006/relationships/slideLayout" Target="../slideLayouts/slideLayout14.xml"/><Relationship Id="rId15" Type="http://schemas.openxmlformats.org/officeDocument/2006/relationships/slideLayout" Target="../slideLayouts/slideLayout24.xml"/><Relationship Id="rId10" Type="http://schemas.openxmlformats.org/officeDocument/2006/relationships/slideLayout" Target="../slideLayouts/slideLayout19.xml"/><Relationship Id="rId19" Type="http://schemas.openxmlformats.org/officeDocument/2006/relationships/slideLayout" Target="../slideLayouts/slideLayout28.xml"/><Relationship Id="rId4" Type="http://schemas.openxmlformats.org/officeDocument/2006/relationships/slideLayout" Target="../slideLayouts/slideLayout13.xml"/><Relationship Id="rId9" Type="http://schemas.openxmlformats.org/officeDocument/2006/relationships/slideLayout" Target="../slideLayouts/slideLayout18.xml"/><Relationship Id="rId14"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6.xml"/><Relationship Id="rId13" Type="http://schemas.openxmlformats.org/officeDocument/2006/relationships/image" Target="../media/image1.png"/><Relationship Id="rId3" Type="http://schemas.openxmlformats.org/officeDocument/2006/relationships/slideLayout" Target="../slideLayouts/slideLayout31.xml"/><Relationship Id="rId7" Type="http://schemas.openxmlformats.org/officeDocument/2006/relationships/slideLayout" Target="../slideLayouts/slideLayout35.xml"/><Relationship Id="rId12" Type="http://schemas.openxmlformats.org/officeDocument/2006/relationships/theme" Target="../theme/theme3.xml"/><Relationship Id="rId2" Type="http://schemas.openxmlformats.org/officeDocument/2006/relationships/slideLayout" Target="../slideLayouts/slideLayout30.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5" Type="http://schemas.openxmlformats.org/officeDocument/2006/relationships/slideLayout" Target="../slideLayouts/slideLayout33.xml"/><Relationship Id="rId10" Type="http://schemas.openxmlformats.org/officeDocument/2006/relationships/slideLayout" Target="../slideLayouts/slideLayout38.xml"/><Relationship Id="rId4" Type="http://schemas.openxmlformats.org/officeDocument/2006/relationships/slideLayout" Target="../slideLayouts/slideLayout32.xml"/><Relationship Id="rId9" Type="http://schemas.openxmlformats.org/officeDocument/2006/relationships/slideLayout" Target="../slideLayouts/slideLayout3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5"/>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rmAutofit/>
          </a:bodyPr>
          <a:lstStyle>
            <a:lvl1pPr marR="0" lvl="0" algn="l" rtl="0">
              <a:spcBef>
                <a:spcPts val="0"/>
              </a:spcBef>
              <a:spcAft>
                <a:spcPts val="0"/>
              </a:spcAft>
              <a:buClr>
                <a:schemeClr val="accent1"/>
              </a:buClr>
              <a:buSzPts val="3600"/>
              <a:buFont typeface="Quattrocento Sans"/>
              <a:buNone/>
              <a:defRPr sz="3600" b="1" i="0" u="none" strike="noStrike" cap="none">
                <a:solidFill>
                  <a:schemeClr val="accent1"/>
                </a:solidFill>
                <a:latin typeface="Quattrocento Sans"/>
                <a:ea typeface="Quattrocento Sans"/>
                <a:cs typeface="Quattrocento Sans"/>
                <a:sym typeface="Quattrocento San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45"/>
          <p:cNvSpPr txBox="1">
            <a:spLocks noGrp="1"/>
          </p:cNvSpPr>
          <p:nvPr>
            <p:ph type="body" idx="1"/>
          </p:nvPr>
        </p:nvSpPr>
        <p:spPr>
          <a:xfrm>
            <a:off x="609441" y="1138425"/>
            <a:ext cx="10969943" cy="4987739"/>
          </a:xfrm>
          <a:prstGeom prst="rect">
            <a:avLst/>
          </a:prstGeom>
          <a:noFill/>
          <a:ln>
            <a:noFill/>
          </a:ln>
        </p:spPr>
        <p:txBody>
          <a:bodyPr spcFirstLastPara="1" wrap="square" lIns="0" tIns="60925" rIns="0"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Quattrocento Sans"/>
                <a:ea typeface="Quattrocento Sans"/>
                <a:cs typeface="Quattrocento Sans"/>
                <a:sym typeface="Quattrocento Sans"/>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Quattrocento Sans"/>
                <a:ea typeface="Quattrocento Sans"/>
                <a:cs typeface="Quattrocento Sans"/>
                <a:sym typeface="Quattrocento Sans"/>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Quattrocento Sans"/>
                <a:ea typeface="Quattrocento Sans"/>
                <a:cs typeface="Quattrocento Sans"/>
                <a:sym typeface="Quattrocento Sans"/>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2" name="Google Shape;12;p145"/>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marR="0" lvl="0" algn="l"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3" name="Google Shape;13;p145"/>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marR="0" lvl="0" algn="ctr"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4" name="Google Shape;14;p145"/>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marR="0" lvl="0"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1pPr>
            <a:lvl2pPr marL="0" marR="0" lvl="1"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2pPr>
            <a:lvl3pPr marL="0" marR="0" lvl="2"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3pPr>
            <a:lvl4pPr marL="0" marR="0" lvl="3"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4pPr>
            <a:lvl5pPr marL="0" marR="0" lvl="4"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5pPr>
            <a:lvl6pPr marL="0" marR="0" lvl="5"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6pPr>
            <a:lvl7pPr marL="0" marR="0" lvl="6"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7pPr>
            <a:lvl8pPr marL="0" marR="0" lvl="7"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8pPr>
            <a:lvl9pPr marL="0" marR="0" lvl="8"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7" r:id="rId2"/>
    <p:sldLayoutId id="2147483658" r:id="rId3"/>
    <p:sldLayoutId id="2147483659" r:id="rId4"/>
    <p:sldLayoutId id="2147483660" r:id="rId5"/>
    <p:sldLayoutId id="2147483707" r:id="rId6"/>
    <p:sldLayoutId id="2147483744" r:id="rId7"/>
    <p:sldLayoutId id="2147483745" r:id="rId8"/>
    <p:sldLayoutId id="2147483746"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Shape 107"/>
        <p:cNvGrpSpPr/>
        <p:nvPr/>
      </p:nvGrpSpPr>
      <p:grpSpPr>
        <a:xfrm>
          <a:off x="0" y="0"/>
          <a:ext cx="0" cy="0"/>
          <a:chOff x="0" y="0"/>
          <a:chExt cx="0" cy="0"/>
        </a:xfrm>
      </p:grpSpPr>
      <p:sp>
        <p:nvSpPr>
          <p:cNvPr id="108" name="Google Shape;108;p153"/>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marR="0" lvl="0" algn="l" rtl="0">
              <a:spcBef>
                <a:spcPts val="0"/>
              </a:spcBef>
              <a:spcAft>
                <a:spcPts val="0"/>
              </a:spcAft>
              <a:buClr>
                <a:schemeClr val="dk1"/>
              </a:buClr>
              <a:buSzPts val="3600"/>
              <a:buFont typeface="Calibri"/>
              <a:buNone/>
              <a:defRPr sz="36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9" name="Google Shape;109;p153"/>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Calibri"/>
                <a:ea typeface="Calibri"/>
                <a:cs typeface="Calibri"/>
                <a:sym typeface="Calibri"/>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9pPr>
          </a:lstStyle>
          <a:p>
            <a:endParaRPr/>
          </a:p>
        </p:txBody>
      </p:sp>
      <p:sp>
        <p:nvSpPr>
          <p:cNvPr id="110" name="Google Shape;110;p15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marR="0" lvl="0" algn="l"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1" name="Google Shape;111;p15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marR="0" lvl="0" algn="ctr"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2" name="Google Shape;112;p15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marR="0" lvl="0" indent="0" algn="r" rtl="0">
              <a:spcBef>
                <a:spcPts val="0"/>
              </a:spcBef>
              <a:buNone/>
              <a:defRPr sz="1600">
                <a:solidFill>
                  <a:srgbClr val="888888"/>
                </a:solidFill>
                <a:latin typeface="Calibri"/>
                <a:ea typeface="Calibri"/>
                <a:cs typeface="Calibri"/>
                <a:sym typeface="Calibri"/>
              </a:defRPr>
            </a:lvl1pPr>
            <a:lvl2pPr marL="0" marR="0" lvl="1" indent="0" algn="r" rtl="0">
              <a:spcBef>
                <a:spcPts val="0"/>
              </a:spcBef>
              <a:buNone/>
              <a:defRPr sz="1600">
                <a:solidFill>
                  <a:srgbClr val="888888"/>
                </a:solidFill>
                <a:latin typeface="Calibri"/>
                <a:ea typeface="Calibri"/>
                <a:cs typeface="Calibri"/>
                <a:sym typeface="Calibri"/>
              </a:defRPr>
            </a:lvl2pPr>
            <a:lvl3pPr marL="0" marR="0" lvl="2" indent="0" algn="r" rtl="0">
              <a:spcBef>
                <a:spcPts val="0"/>
              </a:spcBef>
              <a:buNone/>
              <a:defRPr sz="1600">
                <a:solidFill>
                  <a:srgbClr val="888888"/>
                </a:solidFill>
                <a:latin typeface="Calibri"/>
                <a:ea typeface="Calibri"/>
                <a:cs typeface="Calibri"/>
                <a:sym typeface="Calibri"/>
              </a:defRPr>
            </a:lvl3pPr>
            <a:lvl4pPr marL="0" marR="0" lvl="3" indent="0" algn="r" rtl="0">
              <a:spcBef>
                <a:spcPts val="0"/>
              </a:spcBef>
              <a:buNone/>
              <a:defRPr sz="1600">
                <a:solidFill>
                  <a:srgbClr val="888888"/>
                </a:solidFill>
                <a:latin typeface="Calibri"/>
                <a:ea typeface="Calibri"/>
                <a:cs typeface="Calibri"/>
                <a:sym typeface="Calibri"/>
              </a:defRPr>
            </a:lvl4pPr>
            <a:lvl5pPr marL="0" marR="0" lvl="4" indent="0" algn="r" rtl="0">
              <a:spcBef>
                <a:spcPts val="0"/>
              </a:spcBef>
              <a:buNone/>
              <a:defRPr sz="1600">
                <a:solidFill>
                  <a:srgbClr val="888888"/>
                </a:solidFill>
                <a:latin typeface="Calibri"/>
                <a:ea typeface="Calibri"/>
                <a:cs typeface="Calibri"/>
                <a:sym typeface="Calibri"/>
              </a:defRPr>
            </a:lvl5pPr>
            <a:lvl6pPr marL="0" marR="0" lvl="5" indent="0" algn="r" rtl="0">
              <a:spcBef>
                <a:spcPts val="0"/>
              </a:spcBef>
              <a:buNone/>
              <a:defRPr sz="1600">
                <a:solidFill>
                  <a:srgbClr val="888888"/>
                </a:solidFill>
                <a:latin typeface="Calibri"/>
                <a:ea typeface="Calibri"/>
                <a:cs typeface="Calibri"/>
                <a:sym typeface="Calibri"/>
              </a:defRPr>
            </a:lvl6pPr>
            <a:lvl7pPr marL="0" marR="0" lvl="6" indent="0" algn="r" rtl="0">
              <a:spcBef>
                <a:spcPts val="0"/>
              </a:spcBef>
              <a:buNone/>
              <a:defRPr sz="1600">
                <a:solidFill>
                  <a:srgbClr val="888888"/>
                </a:solidFill>
                <a:latin typeface="Calibri"/>
                <a:ea typeface="Calibri"/>
                <a:cs typeface="Calibri"/>
                <a:sym typeface="Calibri"/>
              </a:defRPr>
            </a:lvl7pPr>
            <a:lvl8pPr marL="0" marR="0" lvl="7" indent="0" algn="r" rtl="0">
              <a:spcBef>
                <a:spcPts val="0"/>
              </a:spcBef>
              <a:buNone/>
              <a:defRPr sz="1600">
                <a:solidFill>
                  <a:srgbClr val="888888"/>
                </a:solidFill>
                <a:latin typeface="Calibri"/>
                <a:ea typeface="Calibri"/>
                <a:cs typeface="Calibri"/>
                <a:sym typeface="Calibri"/>
              </a:defRPr>
            </a:lvl8pPr>
            <a:lvl9pPr marL="0" marR="0" lvl="8" indent="0" algn="r" rtl="0">
              <a:spcBef>
                <a:spcPts val="0"/>
              </a:spcBef>
              <a:buNone/>
              <a:defRPr sz="16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 id="2147483679" r:id="rId15"/>
    <p:sldLayoutId id="2147483680" r:id="rId16"/>
    <p:sldLayoutId id="2147483681" r:id="rId17"/>
    <p:sldLayoutId id="2147483682" r:id="rId18"/>
    <p:sldLayoutId id="2147483683"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2/23/2026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0113064"/>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8.xml"/><Relationship Id="rId5" Type="http://schemas.openxmlformats.org/officeDocument/2006/relationships/image" Target="../media/image118.png"/><Relationship Id="rId4" Type="http://schemas.openxmlformats.org/officeDocument/2006/relationships/customXml" Target="../ink/ink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8.xml"/><Relationship Id="rId6" Type="http://schemas.openxmlformats.org/officeDocument/2006/relationships/image" Target="../media/image1710.png"/><Relationship Id="rId4" Type="http://schemas.openxmlformats.org/officeDocument/2006/relationships/customXml" Target="../ink/ink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8.xml"/><Relationship Id="rId6" Type="http://schemas.openxmlformats.org/officeDocument/2006/relationships/image" Target="../media/image1710.png"/><Relationship Id="rId4" Type="http://schemas.openxmlformats.org/officeDocument/2006/relationships/customXml" Target="../ink/ink3.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8.xml"/><Relationship Id="rId6" Type="http://schemas.openxmlformats.org/officeDocument/2006/relationships/image" Target="../media/image1710.png"/><Relationship Id="rId4" Type="http://schemas.openxmlformats.org/officeDocument/2006/relationships/customXml" Target="../ink/ink4.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7.jpeg"/><Relationship Id="rId2" Type="http://schemas.openxmlformats.org/officeDocument/2006/relationships/notesSlide" Target="../notesSlides/notesSlide11.xml"/><Relationship Id="rId1" Type="http://schemas.openxmlformats.org/officeDocument/2006/relationships/slideLayout" Target="../slideLayouts/slideLayout8.xml"/><Relationship Id="rId6" Type="http://schemas.openxmlformats.org/officeDocument/2006/relationships/image" Target="../media/image1710.png"/><Relationship Id="rId4" Type="http://schemas.openxmlformats.org/officeDocument/2006/relationships/customXml" Target="../ink/ink5.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8.xml"/><Relationship Id="rId6" Type="http://schemas.openxmlformats.org/officeDocument/2006/relationships/image" Target="../media/image1710.png"/><Relationship Id="rId4" Type="http://schemas.openxmlformats.org/officeDocument/2006/relationships/customXml" Target="../ink/ink6.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8.xml"/><Relationship Id="rId6" Type="http://schemas.openxmlformats.org/officeDocument/2006/relationships/image" Target="../media/image1710.png"/><Relationship Id="rId4" Type="http://schemas.openxmlformats.org/officeDocument/2006/relationships/customXml" Target="../ink/ink7.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3" Type="http://schemas.openxmlformats.org/officeDocument/2006/relationships/hyperlink" Target="http://eclipse.abapgit.org/updatesite/" TargetMode="External"/><Relationship Id="rId2" Type="http://schemas.openxmlformats.org/officeDocument/2006/relationships/notesSlide" Target="../notesSlides/notesSlide15.xml"/><Relationship Id="rId1" Type="http://schemas.openxmlformats.org/officeDocument/2006/relationships/slideLayout" Target="../slideLayouts/slideLayout8.xml"/><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slideLayout" Target="../slideLayouts/slideLayout9.xml"/><Relationship Id="rId1" Type="http://schemas.openxmlformats.org/officeDocument/2006/relationships/themeOverride" Target="../theme/themeOverride1.xml"/></Relationships>
</file>

<file path=ppt/slides/_rels/slide18.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22.xml"/><Relationship Id="rId5" Type="http://schemas.openxmlformats.org/officeDocument/2006/relationships/image" Target="../media/image4.png"/><Relationship Id="rId4" Type="http://schemas.openxmlformats.org/officeDocument/2006/relationships/hyperlink" Target="http://www.dribbble.com/" TargetMode="External"/></Relationships>
</file>

<file path=ppt/slides/_rels/slide19.xml.rels><?xml version="1.0" encoding="UTF-8" standalone="yes"?>
<Relationships xmlns="http://schemas.openxmlformats.org/package/2006/relationships"><Relationship Id="rId8" Type="http://schemas.openxmlformats.org/officeDocument/2006/relationships/image" Target="../media/image15.jpeg"/><Relationship Id="rId3" Type="http://schemas.openxmlformats.org/officeDocument/2006/relationships/image" Target="../media/image10.jpeg"/><Relationship Id="rId7" Type="http://schemas.openxmlformats.org/officeDocument/2006/relationships/image" Target="../media/image14.tiff"/><Relationship Id="rId2" Type="http://schemas.openxmlformats.org/officeDocument/2006/relationships/notesSlide" Target="../notesSlides/notesSlide16.xml"/><Relationship Id="rId1" Type="http://schemas.openxmlformats.org/officeDocument/2006/relationships/slideLayout" Target="../slideLayouts/slideLayout39.xml"/><Relationship Id="rId6" Type="http://schemas.openxmlformats.org/officeDocument/2006/relationships/image" Target="../media/image13.tiff"/><Relationship Id="rId5" Type="http://schemas.openxmlformats.org/officeDocument/2006/relationships/image" Target="../media/image12.tiff"/><Relationship Id="rId4" Type="http://schemas.openxmlformats.org/officeDocument/2006/relationships/image" Target="../media/image11.tiff"/><Relationship Id="rId9"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6" name="Google Shape;496;p1"/>
          <p:cNvSpPr txBox="1">
            <a:spLocks noGrp="1"/>
          </p:cNvSpPr>
          <p:nvPr>
            <p:ph type="ctrTitle"/>
          </p:nvPr>
        </p:nvSpPr>
        <p:spPr>
          <a:xfrm>
            <a:off x="910460" y="1569141"/>
            <a:ext cx="9194620" cy="1979512"/>
          </a:xfrm>
          <a:prstGeom prst="rect">
            <a:avLst/>
          </a:prstGeom>
          <a:noFill/>
          <a:ln>
            <a:noFill/>
          </a:ln>
        </p:spPr>
        <p:txBody>
          <a:bodyPr spcFirstLastPara="1" wrap="square" lIns="0" tIns="60925" rIns="0" bIns="60925" anchor="ctr" anchorCtr="0">
            <a:noAutofit/>
          </a:bodyPr>
          <a:lstStyle/>
          <a:p>
            <a:pPr lvl="0" algn="ctr">
              <a:buClr>
                <a:srgbClr val="194060"/>
              </a:buClr>
            </a:pPr>
            <a:r>
              <a:rPr lang="en-US" dirty="0">
                <a:solidFill>
                  <a:srgbClr val="00B050"/>
                </a:solidFill>
                <a:latin typeface="Arial Black" panose="020B0A04020102020204" pitchFamily="34" charset="0"/>
              </a:rPr>
              <a:t>SAP BTP ABAP</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 on Cloud / RAP </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Training</a:t>
            </a:r>
            <a:endParaRPr dirty="0">
              <a:solidFill>
                <a:srgbClr val="00B050"/>
              </a:solidFill>
            </a:endParaRPr>
          </a:p>
        </p:txBody>
      </p:sp>
      <p:pic>
        <p:nvPicPr>
          <p:cNvPr id="497" name="Google Shape;497;p1"/>
          <p:cNvPicPr preferRelativeResize="0"/>
          <p:nvPr/>
        </p:nvPicPr>
        <p:blipFill rotWithShape="1">
          <a:blip r:embed="rId3">
            <a:alphaModFix/>
          </a:blip>
          <a:srcRect/>
          <a:stretch/>
        </p:blipFill>
        <p:spPr>
          <a:xfrm>
            <a:off x="9262764" y="1268760"/>
            <a:ext cx="1733995" cy="1656184"/>
          </a:xfrm>
          <a:prstGeom prst="rect">
            <a:avLst/>
          </a:prstGeom>
          <a:noFill/>
          <a:ln>
            <a:noFill/>
          </a:ln>
        </p:spPr>
      </p:pic>
      <p:pic>
        <p:nvPicPr>
          <p:cNvPr id="498" name="Google Shape;498;p1"/>
          <p:cNvPicPr preferRelativeResize="0"/>
          <p:nvPr/>
        </p:nvPicPr>
        <p:blipFill rotWithShape="1">
          <a:blip r:embed="rId3">
            <a:alphaModFix/>
          </a:blip>
          <a:srcRect/>
          <a:stretch/>
        </p:blipFill>
        <p:spPr>
          <a:xfrm>
            <a:off x="133977" y="5551900"/>
            <a:ext cx="776483" cy="741639"/>
          </a:xfrm>
          <a:prstGeom prst="rect">
            <a:avLst/>
          </a:prstGeom>
          <a:noFill/>
          <a:ln>
            <a:noFill/>
          </a:ln>
        </p:spPr>
      </p:pic>
      <p:sp>
        <p:nvSpPr>
          <p:cNvPr id="500" name="Google Shape;500;p1"/>
          <p:cNvSpPr txBox="1"/>
          <p:nvPr/>
        </p:nvSpPr>
        <p:spPr>
          <a:xfrm>
            <a:off x="2698834" y="599964"/>
            <a:ext cx="6048672" cy="584775"/>
          </a:xfrm>
          <a:prstGeom prst="rect">
            <a:avLst/>
          </a:prstGeom>
          <a:gradFill>
            <a:gsLst>
              <a:gs pos="0">
                <a:srgbClr val="F3FCFF"/>
              </a:gs>
              <a:gs pos="35000">
                <a:srgbClr val="F6FCFF"/>
              </a:gs>
              <a:gs pos="100000">
                <a:srgbClr val="FBFFFF"/>
              </a:gs>
            </a:gsLst>
            <a:lin ang="16200000" scaled="0"/>
          </a:gradFill>
          <a:ln w="9525" cap="flat" cmpd="sng">
            <a:solidFill>
              <a:srgbClr val="000000"/>
            </a:solidFill>
            <a:prstDash val="solid"/>
            <a:round/>
            <a:headEnd type="none" w="sm" len="sm"/>
            <a:tailEnd type="none" w="sm" len="sm"/>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0" i="0" u="none" strike="noStrike" cap="none" dirty="0">
                <a:solidFill>
                  <a:srgbClr val="579130"/>
                </a:solidFill>
                <a:latin typeface="Corben"/>
                <a:ea typeface="Corben"/>
                <a:cs typeface="Corben"/>
                <a:sym typeface="Corben"/>
              </a:rPr>
              <a:t>DAY-26	</a:t>
            </a:r>
            <a:endParaRPr sz="3200" dirty="0">
              <a:solidFill>
                <a:srgbClr val="579130"/>
              </a:solidFill>
              <a:latin typeface="Corben"/>
              <a:ea typeface="Corben"/>
              <a:cs typeface="Corben"/>
              <a:sym typeface="Corben"/>
            </a:endParaRPr>
          </a:p>
        </p:txBody>
      </p:sp>
      <p:sp>
        <p:nvSpPr>
          <p:cNvPr id="2" name="TextBox 1"/>
          <p:cNvSpPr txBox="1"/>
          <p:nvPr/>
        </p:nvSpPr>
        <p:spPr>
          <a:xfrm>
            <a:off x="4589890" y="3524363"/>
            <a:ext cx="1835759" cy="338554"/>
          </a:xfrm>
          <a:prstGeom prst="rect">
            <a:avLst/>
          </a:prstGeom>
          <a:noFill/>
        </p:spPr>
        <p:txBody>
          <a:bodyPr wrap="none" rtlCol="0">
            <a:spAutoFit/>
          </a:bodyPr>
          <a:lstStyle/>
          <a:p>
            <a:r>
              <a:rPr lang="en-US" sz="1600" b="1" dirty="0">
                <a:solidFill>
                  <a:srgbClr val="283E69"/>
                </a:solidFill>
              </a:rPr>
              <a:t>Anubhav Oberoy</a:t>
            </a:r>
          </a:p>
        </p:txBody>
      </p:sp>
      <p:sp>
        <p:nvSpPr>
          <p:cNvPr id="9" name="Subtitle 736">
            <a:extLst>
              <a:ext uri="{FF2B5EF4-FFF2-40B4-BE49-F238E27FC236}">
                <a16:creationId xmlns:a16="http://schemas.microsoft.com/office/drawing/2014/main" id="{700EA347-9CC8-4879-9255-16687B0BED48}"/>
              </a:ext>
            </a:extLst>
          </p:cNvPr>
          <p:cNvSpPr txBox="1">
            <a:spLocks/>
          </p:cNvSpPr>
          <p:nvPr/>
        </p:nvSpPr>
        <p:spPr>
          <a:xfrm>
            <a:off x="2698834" y="4484357"/>
            <a:ext cx="5086633"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pPr>
              <a:buClrTx/>
            </a:pPr>
            <a:r>
              <a:rPr lang="en-IN" spc="100" dirty="0">
                <a:solidFill>
                  <a:srgbClr val="283E69"/>
                </a:solidFill>
                <a:latin typeface="Cooper Black" panose="0208090404030B020404" pitchFamily="18" charset="0"/>
              </a:rPr>
              <a:t>www.AnubhavTrainings.com</a:t>
            </a:r>
          </a:p>
        </p:txBody>
      </p:sp>
      <p:sp>
        <p:nvSpPr>
          <p:cNvPr id="11" name="TextBox 10">
            <a:extLst>
              <a:ext uri="{FF2B5EF4-FFF2-40B4-BE49-F238E27FC236}">
                <a16:creationId xmlns:a16="http://schemas.microsoft.com/office/drawing/2014/main" id="{66565992-7E12-89E4-D7DB-B3B44A1FB17D}"/>
              </a:ext>
            </a:extLst>
          </p:cNvPr>
          <p:cNvSpPr txBox="1"/>
          <p:nvPr/>
        </p:nvSpPr>
        <p:spPr>
          <a:xfrm>
            <a:off x="3388935" y="4846349"/>
            <a:ext cx="3963274" cy="338554"/>
          </a:xfrm>
          <a:prstGeom prst="rect">
            <a:avLst/>
          </a:prstGeom>
          <a:noFill/>
        </p:spPr>
        <p:txBody>
          <a:bodyPr wrap="square" rtlCol="0">
            <a:spAutoFit/>
          </a:bodyPr>
          <a:lstStyle/>
          <a:p>
            <a:pPr defTabSz="1218987">
              <a:buClrTx/>
              <a:buFontTx/>
              <a:buNone/>
            </a:pPr>
            <a:r>
              <a:rPr lang="en-US" sz="1600" b="1" kern="1200" dirty="0">
                <a:solidFill>
                  <a:srgbClr val="FFC000"/>
                </a:solidFill>
                <a:latin typeface="Segoe UI"/>
                <a:ea typeface="+mn-ea"/>
                <a:cs typeface="+mn-cs"/>
              </a:rPr>
              <a:t>Follow excellence with sheer passion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barn(inVertical)">
                                      <p:cBhvr>
                                        <p:cTn id="7" dur="500"/>
                                        <p:tgtEl>
                                          <p:spTgt spid="9"/>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500"/>
                                        </p:tgtEl>
                                        <p:attrNameLst>
                                          <p:attrName>style.visibility</p:attrName>
                                        </p:attrNameLst>
                                      </p:cBhvr>
                                      <p:to>
                                        <p:strVal val="visible"/>
                                      </p:to>
                                    </p:set>
                                    <p:animEffect transition="in" filter="barn(inVertical)">
                                      <p:cBhvr>
                                        <p:cTn id="15" dur="500"/>
                                        <p:tgtEl>
                                          <p:spTgt spid="500"/>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grpId="0" nodeType="clickEffect">
                                  <p:stCondLst>
                                    <p:cond delay="0"/>
                                  </p:stCondLst>
                                  <p:childTnLst>
                                    <p:set>
                                      <p:cBhvr>
                                        <p:cTn id="19" dur="1" fill="hold">
                                          <p:stCondLst>
                                            <p:cond delay="0"/>
                                          </p:stCondLst>
                                        </p:cTn>
                                        <p:tgtEl>
                                          <p:spTgt spid="496"/>
                                        </p:tgtEl>
                                        <p:attrNameLst>
                                          <p:attrName>style.visibility</p:attrName>
                                        </p:attrNameLst>
                                      </p:cBhvr>
                                      <p:to>
                                        <p:strVal val="visible"/>
                                      </p:to>
                                    </p:set>
                                    <p:animEffect transition="in" filter="barn(inVertical)">
                                      <p:cBhvr>
                                        <p:cTn id="20" dur="500"/>
                                        <p:tgtEl>
                                          <p:spTgt spid="496"/>
                                        </p:tgtEl>
                                      </p:cBhvr>
                                    </p:animEffect>
                                  </p:childTnLst>
                                </p:cTn>
                              </p:par>
                              <p:par>
                                <p:cTn id="21" presetID="16" presetClass="entr" presetSubtype="21"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animEffect transition="in" filter="barn(inVertical)">
                                      <p:cBhvr>
                                        <p:cTn id="23"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6" grpId="0"/>
      <p:bldP spid="500" grpId="0" animBg="1"/>
      <p:bldP spid="2" grpId="0"/>
      <p:bldP spid="9" grpId="0"/>
      <p:bldP spid="11"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3806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EA8F6A9E-4911-4C13-BF00-4BE4386AE0F7}"/>
              </a:ext>
            </a:extLst>
          </p:cNvPr>
          <p:cNvSpPr/>
          <p:nvPr/>
        </p:nvSpPr>
        <p:spPr>
          <a:xfrm>
            <a:off x="1718111" y="1105227"/>
            <a:ext cx="4889619" cy="840385"/>
          </a:xfrm>
          <a:prstGeom prst="roundRect">
            <a:avLst>
              <a:gd name="adj" fmla="val 18154"/>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Rectangle: Rounded Corners 35">
            <a:extLst>
              <a:ext uri="{FF2B5EF4-FFF2-40B4-BE49-F238E27FC236}">
                <a16:creationId xmlns:a16="http://schemas.microsoft.com/office/drawing/2014/main" id="{AF6E7713-5946-46A4-BF47-B37093B73CC4}"/>
              </a:ext>
            </a:extLst>
          </p:cNvPr>
          <p:cNvSpPr/>
          <p:nvPr/>
        </p:nvSpPr>
        <p:spPr>
          <a:xfrm>
            <a:off x="2134637" y="2352875"/>
            <a:ext cx="4889619" cy="840385"/>
          </a:xfrm>
          <a:prstGeom prst="roundRect">
            <a:avLst>
              <a:gd name="adj" fmla="val 18154"/>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Rectangle: Rounded Corners 36">
            <a:extLst>
              <a:ext uri="{FF2B5EF4-FFF2-40B4-BE49-F238E27FC236}">
                <a16:creationId xmlns:a16="http://schemas.microsoft.com/office/drawing/2014/main" id="{5216E7A0-138C-422D-847B-06FB608C8E01}"/>
              </a:ext>
            </a:extLst>
          </p:cNvPr>
          <p:cNvSpPr/>
          <p:nvPr/>
        </p:nvSpPr>
        <p:spPr>
          <a:xfrm>
            <a:off x="2551163" y="3600523"/>
            <a:ext cx="4889619" cy="840385"/>
          </a:xfrm>
          <a:prstGeom prst="roundRect">
            <a:avLst>
              <a:gd name="adj" fmla="val 18154"/>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Rectangle: Rounded Corners 37">
            <a:extLst>
              <a:ext uri="{FF2B5EF4-FFF2-40B4-BE49-F238E27FC236}">
                <a16:creationId xmlns:a16="http://schemas.microsoft.com/office/drawing/2014/main" id="{2E200DD0-D348-45E6-9B6B-43B966A8FF8C}"/>
              </a:ext>
            </a:extLst>
          </p:cNvPr>
          <p:cNvSpPr/>
          <p:nvPr/>
        </p:nvSpPr>
        <p:spPr>
          <a:xfrm>
            <a:off x="2967689" y="4848171"/>
            <a:ext cx="4889619" cy="840385"/>
          </a:xfrm>
          <a:prstGeom prst="roundRect">
            <a:avLst>
              <a:gd name="adj" fmla="val 18154"/>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3" name="Picture Placeholder 22">
            <a:extLst>
              <a:ext uri="{FF2B5EF4-FFF2-40B4-BE49-F238E27FC236}">
                <a16:creationId xmlns:a16="http://schemas.microsoft.com/office/drawing/2014/main" id="{58189288-4068-4B20-8FAB-92E0830D6B2E}"/>
              </a:ext>
            </a:extLst>
          </p:cNvPr>
          <p:cNvPicPr>
            <a:picLocks noGrp="1" noChangeAspect="1"/>
          </p:cNvPicPr>
          <p:nvPr>
            <p:ph type="pic" sz="quarter" idx="13"/>
          </p:nvPr>
        </p:nvPicPr>
        <p:blipFill rotWithShape="1">
          <a:blip r:embed="rId3">
            <a:extLst>
              <a:ext uri="{28A0092B-C50C-407E-A947-70E740481C1C}">
                <a14:useLocalDpi xmlns:a14="http://schemas.microsoft.com/office/drawing/2010/main" val="0"/>
              </a:ext>
            </a:extLst>
          </a:blip>
          <a:srcRect l="39725" t="7760" r="8472" b="4056"/>
          <a:stretch/>
        </p:blipFill>
        <p:spPr>
          <a:xfrm>
            <a:off x="-1" y="-1"/>
            <a:ext cx="5662364" cy="6858000"/>
          </a:xfrm>
          <a:effectLst>
            <a:outerShdw blurRad="368300" dist="254000" dir="20580000" algn="tl" rotWithShape="0">
              <a:prstClr val="black">
                <a:alpha val="20000"/>
              </a:prstClr>
            </a:outerShdw>
          </a:effectLst>
        </p:spPr>
      </p:pic>
      <p:sp>
        <p:nvSpPr>
          <p:cNvPr id="31" name="Freeform: Shape 30">
            <a:extLst>
              <a:ext uri="{FF2B5EF4-FFF2-40B4-BE49-F238E27FC236}">
                <a16:creationId xmlns:a16="http://schemas.microsoft.com/office/drawing/2014/main" id="{C536E1EE-C900-4048-90CA-E22FBE51EE3B}"/>
              </a:ext>
            </a:extLst>
          </p:cNvPr>
          <p:cNvSpPr/>
          <p:nvPr/>
        </p:nvSpPr>
        <p:spPr>
          <a:xfrm>
            <a:off x="1718111" y="-1"/>
            <a:ext cx="3989979" cy="6814397"/>
          </a:xfrm>
          <a:custGeom>
            <a:avLst/>
            <a:gdLst>
              <a:gd name="connsiteX0" fmla="*/ 0 w 3989979"/>
              <a:gd name="connsiteY0" fmla="*/ 0 h 6814397"/>
              <a:gd name="connsiteX1" fmla="*/ 1282220 w 3989979"/>
              <a:gd name="connsiteY1" fmla="*/ 0 h 6814397"/>
              <a:gd name="connsiteX2" fmla="*/ 1402006 w 3989979"/>
              <a:gd name="connsiteY2" fmla="*/ 94133 h 6814397"/>
              <a:gd name="connsiteX3" fmla="*/ 3989979 w 3989979"/>
              <a:gd name="connsiteY3" fmla="*/ 5581812 h 6814397"/>
              <a:gd name="connsiteX4" fmla="*/ 3908037 w 3989979"/>
              <a:gd name="connsiteY4" fmla="*/ 6664843 h 6814397"/>
              <a:gd name="connsiteX5" fmla="*/ 3881330 w 3989979"/>
              <a:gd name="connsiteY5" fmla="*/ 6814397 h 6814397"/>
              <a:gd name="connsiteX6" fmla="*/ 3889285 w 3989979"/>
              <a:gd name="connsiteY6" fmla="*/ 6709775 h 6814397"/>
              <a:gd name="connsiteX7" fmla="*/ 3898539 w 3989979"/>
              <a:gd name="connsiteY7" fmla="*/ 6343812 h 6814397"/>
              <a:gd name="connsiteX8" fmla="*/ 176735 w 3989979"/>
              <a:gd name="connsiteY8" fmla="*/ 90518 h 6814397"/>
              <a:gd name="connsiteX9" fmla="*/ 0 w 3989979"/>
              <a:gd name="connsiteY9" fmla="*/ 0 h 6814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989979" h="6814397">
                <a:moveTo>
                  <a:pt x="0" y="0"/>
                </a:moveTo>
                <a:lnTo>
                  <a:pt x="1282220" y="0"/>
                </a:lnTo>
                <a:lnTo>
                  <a:pt x="1402006" y="94133"/>
                </a:lnTo>
                <a:cubicBezTo>
                  <a:pt x="2982546" y="1398511"/>
                  <a:pt x="3989979" y="3372512"/>
                  <a:pt x="3989979" y="5581812"/>
                </a:cubicBezTo>
                <a:cubicBezTo>
                  <a:pt x="3989979" y="5950029"/>
                  <a:pt x="3961995" y="6311709"/>
                  <a:pt x="3908037" y="6664843"/>
                </a:cubicBezTo>
                <a:lnTo>
                  <a:pt x="3881330" y="6814397"/>
                </a:lnTo>
                <a:lnTo>
                  <a:pt x="3889285" y="6709775"/>
                </a:lnTo>
                <a:cubicBezTo>
                  <a:pt x="3895430" y="6588564"/>
                  <a:pt x="3898539" y="6466551"/>
                  <a:pt x="3898539" y="6343812"/>
                </a:cubicBezTo>
                <a:cubicBezTo>
                  <a:pt x="3898539" y="3643557"/>
                  <a:pt x="2393609" y="1294797"/>
                  <a:pt x="176735" y="90518"/>
                </a:cubicBezTo>
                <a:lnTo>
                  <a:pt x="0" y="0"/>
                </a:lnTo>
                <a:close/>
              </a:path>
            </a:pathLst>
          </a:custGeom>
          <a:gradFill flip="none" rotWithShape="1">
            <a:gsLst>
              <a:gs pos="3000">
                <a:schemeClr val="accent1"/>
              </a:gs>
              <a:gs pos="100000">
                <a:schemeClr val="accent4"/>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E3F0EA58-87FF-4FBD-A2F2-8C01EFEECAF2}"/>
              </a:ext>
            </a:extLst>
          </p:cNvPr>
          <p:cNvSpPr txBox="1"/>
          <p:nvPr/>
        </p:nvSpPr>
        <p:spPr>
          <a:xfrm>
            <a:off x="5619826" y="1202254"/>
            <a:ext cx="710451" cy="646331"/>
          </a:xfrm>
          <a:prstGeom prst="rect">
            <a:avLst/>
          </a:prstGeom>
          <a:noFill/>
          <a:effectLst>
            <a:outerShdw dist="50800" dir="2700000" algn="tl" rotWithShape="0">
              <a:prstClr val="black">
                <a:alpha val="17000"/>
              </a:prstClr>
            </a:outerShdw>
          </a:effectLst>
        </p:spPr>
        <p:txBody>
          <a:bodyPr wrap="none" rtlCol="0">
            <a:spAutoFit/>
          </a:bodyPr>
          <a:lstStyle/>
          <a:p>
            <a:pPr algn="ctr"/>
            <a:r>
              <a:rPr lang="en-IN" sz="3600" b="1" dirty="0">
                <a:solidFill>
                  <a:schemeClr val="bg1"/>
                </a:solidFill>
                <a:latin typeface="Open Sans" panose="020B0606030504020204" pitchFamily="34" charset="0"/>
                <a:ea typeface="Open Sans" panose="020B0606030504020204" pitchFamily="34" charset="0"/>
                <a:cs typeface="Open Sans" panose="020B0606030504020204" pitchFamily="34" charset="0"/>
              </a:rPr>
              <a:t>01</a:t>
            </a:r>
          </a:p>
        </p:txBody>
      </p:sp>
      <p:sp>
        <p:nvSpPr>
          <p:cNvPr id="42" name="TextBox 41">
            <a:extLst>
              <a:ext uri="{FF2B5EF4-FFF2-40B4-BE49-F238E27FC236}">
                <a16:creationId xmlns:a16="http://schemas.microsoft.com/office/drawing/2014/main" id="{73592A37-8994-4267-A0A4-4F9D2B0CA640}"/>
              </a:ext>
            </a:extLst>
          </p:cNvPr>
          <p:cNvSpPr txBox="1"/>
          <p:nvPr/>
        </p:nvSpPr>
        <p:spPr>
          <a:xfrm>
            <a:off x="6032781" y="2449902"/>
            <a:ext cx="710451" cy="646331"/>
          </a:xfrm>
          <a:prstGeom prst="rect">
            <a:avLst/>
          </a:prstGeom>
          <a:noFill/>
          <a:effectLst>
            <a:outerShdw dist="50800" dir="2700000" algn="tl" rotWithShape="0">
              <a:prstClr val="black">
                <a:alpha val="17000"/>
              </a:prstClr>
            </a:outerShdw>
          </a:effectLst>
        </p:spPr>
        <p:txBody>
          <a:bodyPr wrap="none" rtlCol="0">
            <a:spAutoFit/>
          </a:bodyPr>
          <a:lstStyle/>
          <a:p>
            <a:pPr algn="ctr"/>
            <a:r>
              <a:rPr lang="en-IN" sz="3600" b="1" dirty="0">
                <a:solidFill>
                  <a:schemeClr val="bg1"/>
                </a:solidFill>
                <a:latin typeface="Open Sans" panose="020B0606030504020204" pitchFamily="34" charset="0"/>
                <a:ea typeface="Open Sans" panose="020B0606030504020204" pitchFamily="34" charset="0"/>
                <a:cs typeface="Open Sans" panose="020B0606030504020204" pitchFamily="34" charset="0"/>
              </a:rPr>
              <a:t>02</a:t>
            </a:r>
          </a:p>
        </p:txBody>
      </p:sp>
      <p:sp>
        <p:nvSpPr>
          <p:cNvPr id="43" name="TextBox 42">
            <a:extLst>
              <a:ext uri="{FF2B5EF4-FFF2-40B4-BE49-F238E27FC236}">
                <a16:creationId xmlns:a16="http://schemas.microsoft.com/office/drawing/2014/main" id="{FF2E8B29-6A17-40BB-94A2-F4C43336C48C}"/>
              </a:ext>
            </a:extLst>
          </p:cNvPr>
          <p:cNvSpPr txBox="1"/>
          <p:nvPr/>
        </p:nvSpPr>
        <p:spPr>
          <a:xfrm>
            <a:off x="6475232" y="3697550"/>
            <a:ext cx="710451" cy="646331"/>
          </a:xfrm>
          <a:prstGeom prst="rect">
            <a:avLst/>
          </a:prstGeom>
          <a:noFill/>
          <a:effectLst>
            <a:outerShdw dist="50800" dir="2700000" algn="tl" rotWithShape="0">
              <a:prstClr val="black">
                <a:alpha val="17000"/>
              </a:prstClr>
            </a:outerShdw>
          </a:effectLst>
        </p:spPr>
        <p:txBody>
          <a:bodyPr wrap="none" rtlCol="0">
            <a:spAutoFit/>
          </a:bodyPr>
          <a:lstStyle/>
          <a:p>
            <a:pPr algn="ctr"/>
            <a:r>
              <a:rPr lang="en-IN" sz="3600" b="1" dirty="0">
                <a:solidFill>
                  <a:schemeClr val="bg1"/>
                </a:solidFill>
                <a:latin typeface="Open Sans" panose="020B0606030504020204" pitchFamily="34" charset="0"/>
                <a:ea typeface="Open Sans" panose="020B0606030504020204" pitchFamily="34" charset="0"/>
                <a:cs typeface="Open Sans" panose="020B0606030504020204" pitchFamily="34" charset="0"/>
              </a:rPr>
              <a:t>03</a:t>
            </a:r>
          </a:p>
        </p:txBody>
      </p:sp>
      <p:sp>
        <p:nvSpPr>
          <p:cNvPr id="44" name="TextBox 43">
            <a:extLst>
              <a:ext uri="{FF2B5EF4-FFF2-40B4-BE49-F238E27FC236}">
                <a16:creationId xmlns:a16="http://schemas.microsoft.com/office/drawing/2014/main" id="{D9D30836-9CA2-4FC2-B426-C58A1B77DEBB}"/>
              </a:ext>
            </a:extLst>
          </p:cNvPr>
          <p:cNvSpPr txBox="1"/>
          <p:nvPr/>
        </p:nvSpPr>
        <p:spPr>
          <a:xfrm>
            <a:off x="6868523" y="4945198"/>
            <a:ext cx="710451" cy="646331"/>
          </a:xfrm>
          <a:prstGeom prst="rect">
            <a:avLst/>
          </a:prstGeom>
          <a:noFill/>
          <a:effectLst>
            <a:outerShdw dist="50800" dir="2700000" algn="tl" rotWithShape="0">
              <a:prstClr val="black">
                <a:alpha val="17000"/>
              </a:prstClr>
            </a:outerShdw>
          </a:effectLst>
        </p:spPr>
        <p:txBody>
          <a:bodyPr wrap="none" rtlCol="0">
            <a:spAutoFit/>
          </a:bodyPr>
          <a:lstStyle/>
          <a:p>
            <a:pPr algn="ctr"/>
            <a:r>
              <a:rPr lang="en-IN" sz="3600" b="1">
                <a:solidFill>
                  <a:schemeClr val="bg1"/>
                </a:solidFill>
                <a:latin typeface="Open Sans" panose="020B0606030504020204" pitchFamily="34" charset="0"/>
                <a:ea typeface="Open Sans" panose="020B0606030504020204" pitchFamily="34" charset="0"/>
                <a:cs typeface="Open Sans" panose="020B0606030504020204" pitchFamily="34" charset="0"/>
              </a:rPr>
              <a:t>04</a:t>
            </a:r>
            <a:endParaRPr lang="en-IN" sz="3600" b="1"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5" name="Rectangle 44">
            <a:extLst>
              <a:ext uri="{FF2B5EF4-FFF2-40B4-BE49-F238E27FC236}">
                <a16:creationId xmlns:a16="http://schemas.microsoft.com/office/drawing/2014/main" id="{8D598D36-C5FC-4900-B880-D9AEBB01296E}"/>
              </a:ext>
            </a:extLst>
          </p:cNvPr>
          <p:cNvSpPr/>
          <p:nvPr/>
        </p:nvSpPr>
        <p:spPr>
          <a:xfrm>
            <a:off x="7255772" y="1076224"/>
            <a:ext cx="2597506" cy="369332"/>
          </a:xfrm>
          <a:prstGeom prst="rect">
            <a:avLst/>
          </a:prstGeom>
        </p:spPr>
        <p:txBody>
          <a:bodyPr wrap="square" lIns="0" rIns="0" anchor="ctr">
            <a:spAutoFit/>
          </a:bodyPr>
          <a:lstStyle/>
          <a:p>
            <a:r>
              <a:rPr lang="en-IN" sz="1800" b="1" dirty="0">
                <a:solidFill>
                  <a:schemeClr val="accent3"/>
                </a:solidFill>
                <a:latin typeface="Open Sans" panose="020B0606030504020204" pitchFamily="34" charset="0"/>
                <a:ea typeface="Open Sans" panose="020B0606030504020204" pitchFamily="34" charset="0"/>
                <a:cs typeface="Open Sans" panose="020B0606030504020204" pitchFamily="34" charset="0"/>
              </a:rPr>
              <a:t>Additional Save</a:t>
            </a:r>
          </a:p>
        </p:txBody>
      </p:sp>
      <p:sp>
        <p:nvSpPr>
          <p:cNvPr id="49" name="Rectangle 48">
            <a:extLst>
              <a:ext uri="{FF2B5EF4-FFF2-40B4-BE49-F238E27FC236}">
                <a16:creationId xmlns:a16="http://schemas.microsoft.com/office/drawing/2014/main" id="{C0874C99-87AF-460C-9044-B8539EAC1769}"/>
              </a:ext>
            </a:extLst>
          </p:cNvPr>
          <p:cNvSpPr/>
          <p:nvPr/>
        </p:nvSpPr>
        <p:spPr>
          <a:xfrm>
            <a:off x="7712976" y="2373010"/>
            <a:ext cx="2597506" cy="369332"/>
          </a:xfrm>
          <a:prstGeom prst="rect">
            <a:avLst/>
          </a:prstGeom>
        </p:spPr>
        <p:txBody>
          <a:bodyPr wrap="square" lIns="0" rIns="0" anchor="ctr">
            <a:spAutoFit/>
          </a:bodyPr>
          <a:lstStyle/>
          <a:p>
            <a:r>
              <a:rPr lang="en-IN" sz="1800" b="1" dirty="0">
                <a:solidFill>
                  <a:schemeClr val="accent6">
                    <a:lumMod val="50000"/>
                    <a:lumOff val="50000"/>
                  </a:schemeClr>
                </a:solidFill>
                <a:latin typeface="Open Sans" panose="020B0606030504020204" pitchFamily="34" charset="0"/>
                <a:ea typeface="Open Sans" panose="020B0606030504020204" pitchFamily="34" charset="0"/>
                <a:cs typeface="Open Sans" panose="020B0606030504020204" pitchFamily="34" charset="0"/>
              </a:rPr>
              <a:t>Authorization</a:t>
            </a:r>
          </a:p>
        </p:txBody>
      </p:sp>
      <p:sp>
        <p:nvSpPr>
          <p:cNvPr id="52" name="Rectangle 51">
            <a:extLst>
              <a:ext uri="{FF2B5EF4-FFF2-40B4-BE49-F238E27FC236}">
                <a16:creationId xmlns:a16="http://schemas.microsoft.com/office/drawing/2014/main" id="{20C13AF4-68B6-4226-9401-EDB6ED0540C2}"/>
              </a:ext>
            </a:extLst>
          </p:cNvPr>
          <p:cNvSpPr/>
          <p:nvPr/>
        </p:nvSpPr>
        <p:spPr>
          <a:xfrm>
            <a:off x="8207924" y="3739022"/>
            <a:ext cx="2597506" cy="369332"/>
          </a:xfrm>
          <a:prstGeom prst="rect">
            <a:avLst/>
          </a:prstGeom>
        </p:spPr>
        <p:txBody>
          <a:bodyPr wrap="square" lIns="0" rIns="0" anchor="ctr">
            <a:spAutoFit/>
          </a:bodyPr>
          <a:lstStyle/>
          <a:p>
            <a:r>
              <a:rPr lang="en-IN" sz="1800" b="1" dirty="0">
                <a:solidFill>
                  <a:schemeClr val="accent3"/>
                </a:solidFill>
                <a:latin typeface="Open Sans" panose="020B0606030504020204" pitchFamily="34" charset="0"/>
                <a:ea typeface="Open Sans" panose="020B0606030504020204" pitchFamily="34" charset="0"/>
                <a:cs typeface="Open Sans" panose="020B0606030504020204" pitchFamily="34" charset="0"/>
              </a:rPr>
              <a:t>Precheck &amp; Augment</a:t>
            </a:r>
          </a:p>
        </p:txBody>
      </p:sp>
      <p:sp>
        <p:nvSpPr>
          <p:cNvPr id="55" name="Rectangle 54">
            <a:extLst>
              <a:ext uri="{FF2B5EF4-FFF2-40B4-BE49-F238E27FC236}">
                <a16:creationId xmlns:a16="http://schemas.microsoft.com/office/drawing/2014/main" id="{C08D0B4E-C408-458A-9E80-98D57A618BD5}"/>
              </a:ext>
            </a:extLst>
          </p:cNvPr>
          <p:cNvSpPr/>
          <p:nvPr/>
        </p:nvSpPr>
        <p:spPr>
          <a:xfrm>
            <a:off x="8554525" y="4986670"/>
            <a:ext cx="2597506" cy="369332"/>
          </a:xfrm>
          <a:prstGeom prst="rect">
            <a:avLst/>
          </a:prstGeom>
        </p:spPr>
        <p:txBody>
          <a:bodyPr wrap="square" lIns="0" rIns="0" anchor="ctr">
            <a:spAutoFit/>
          </a:bodyPr>
          <a:lstStyle/>
          <a:p>
            <a:r>
              <a:rPr lang="en-IN" sz="1800" b="1">
                <a:solidFill>
                  <a:schemeClr val="accent4"/>
                </a:solidFill>
                <a:latin typeface="Open Sans" panose="020B0606030504020204" pitchFamily="34" charset="0"/>
                <a:ea typeface="Open Sans" panose="020B0606030504020204" pitchFamily="34" charset="0"/>
                <a:cs typeface="Open Sans" panose="020B0606030504020204" pitchFamily="34" charset="0"/>
              </a:rPr>
              <a:t>Virtual Element</a:t>
            </a:r>
            <a:endParaRPr lang="en-IN" sz="1800" b="1" dirty="0">
              <a:solidFill>
                <a:schemeClr val="accent4"/>
              </a:solidFill>
              <a:latin typeface="Open Sans" panose="020B0606030504020204" pitchFamily="34" charset="0"/>
              <a:ea typeface="Open Sans" panose="020B0606030504020204" pitchFamily="34" charset="0"/>
              <a:cs typeface="Open Sans" panose="020B0606030504020204" pitchFamily="34" charset="0"/>
            </a:endParaRPr>
          </a:p>
        </p:txBody>
      </p:sp>
      <p:pic>
        <p:nvPicPr>
          <p:cNvPr id="2" name="Picture 4">
            <a:extLst>
              <a:ext uri="{FF2B5EF4-FFF2-40B4-BE49-F238E27FC236}">
                <a16:creationId xmlns:a16="http://schemas.microsoft.com/office/drawing/2014/main" id="{0ABA602A-777F-01F1-3482-2AA689766F7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64161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701">
          <a:extLst>
            <a:ext uri="{FF2B5EF4-FFF2-40B4-BE49-F238E27FC236}">
              <a16:creationId xmlns:a16="http://schemas.microsoft.com/office/drawing/2014/main" id="{58D7B328-1C80-D999-917D-E9E302B1C512}"/>
            </a:ext>
          </a:extLst>
        </p:cNvPr>
        <p:cNvGrpSpPr/>
        <p:nvPr/>
      </p:nvGrpSpPr>
      <p:grpSpPr>
        <a:xfrm>
          <a:off x="0" y="0"/>
          <a:ext cx="0" cy="0"/>
          <a:chOff x="0" y="0"/>
          <a:chExt cx="0" cy="0"/>
        </a:xfrm>
      </p:grpSpPr>
      <p:sp>
        <p:nvSpPr>
          <p:cNvPr id="1703" name="Google Shape;1703;p90">
            <a:extLst>
              <a:ext uri="{FF2B5EF4-FFF2-40B4-BE49-F238E27FC236}">
                <a16:creationId xmlns:a16="http://schemas.microsoft.com/office/drawing/2014/main" id="{AB29397C-828D-8D56-FC0C-527E4BAF5714}"/>
              </a:ext>
            </a:extLst>
          </p:cNvPr>
          <p:cNvSpPr txBox="1"/>
          <p:nvPr/>
        </p:nvSpPr>
        <p:spPr>
          <a:xfrm>
            <a:off x="224979" y="788088"/>
            <a:ext cx="11806237" cy="5755381"/>
          </a:xfrm>
          <a:prstGeom prst="rect">
            <a:avLst/>
          </a:prstGeom>
          <a:noFill/>
          <a:ln>
            <a:noFill/>
          </a:ln>
        </p:spPr>
        <p:txBody>
          <a:bodyPr spcFirstLastPara="1" wrap="square" lIns="91425" tIns="45700" rIns="91425" bIns="45700" anchor="t" anchorCtr="0">
            <a:spAutoFit/>
          </a:bodyPr>
          <a:lstStyle/>
          <a:p>
            <a:pPr lvl="0"/>
            <a:r>
              <a:rPr lang="en-US" sz="1600" b="1" dirty="0">
                <a:solidFill>
                  <a:schemeClr val="dk1"/>
                </a:solidFill>
                <a:latin typeface="Calibri"/>
                <a:ea typeface="Calibri"/>
                <a:cs typeface="Calibri"/>
                <a:sym typeface="Calibri"/>
              </a:rPr>
              <a:t>What is Additional Save?</a:t>
            </a:r>
          </a:p>
          <a:p>
            <a:pPr lvl="0"/>
            <a:r>
              <a:rPr lang="en-US" sz="1600" dirty="0">
                <a:solidFill>
                  <a:schemeClr val="dk1"/>
                </a:solidFill>
                <a:latin typeface="Calibri"/>
                <a:ea typeface="Calibri"/>
                <a:cs typeface="Calibri"/>
                <a:sym typeface="Calibri"/>
              </a:rPr>
              <a:t>Additional Save allows you to execute custom logic during the save sequence, after the main save has happened. It runs in the save phase of the RAP interaction cycle, meaning all validations and determinations are already done, the data is consistent, and now you just need to do something "extra" before or alongside committing.</a:t>
            </a:r>
          </a:p>
          <a:p>
            <a:pPr lvl="0"/>
            <a:endParaRPr lang="en-US" sz="1600" dirty="0">
              <a:solidFill>
                <a:schemeClr val="dk1"/>
              </a:solidFill>
              <a:latin typeface="Calibri"/>
              <a:ea typeface="Calibri"/>
              <a:cs typeface="Calibri"/>
              <a:sym typeface="Calibri"/>
            </a:endParaRPr>
          </a:p>
          <a:p>
            <a:pPr lvl="0"/>
            <a:r>
              <a:rPr lang="en-US" sz="1600" dirty="0">
                <a:solidFill>
                  <a:schemeClr val="dk1"/>
                </a:solidFill>
                <a:latin typeface="Calibri"/>
                <a:ea typeface="Calibri"/>
                <a:cs typeface="Calibri"/>
                <a:sym typeface="Calibri"/>
              </a:rPr>
              <a:t>You use Additional Save when you need to:</a:t>
            </a:r>
          </a:p>
          <a:p>
            <a:pPr lvl="0"/>
            <a:r>
              <a:rPr lang="en-US" sz="1600" dirty="0">
                <a:solidFill>
                  <a:schemeClr val="dk1"/>
                </a:solidFill>
                <a:latin typeface="Calibri"/>
                <a:ea typeface="Calibri"/>
                <a:cs typeface="Calibri"/>
                <a:sym typeface="Calibri"/>
              </a:rPr>
              <a:t>- Write to a legacy table or a table that is not managed by your RAP business object (e.g., a log table, a history table, or an old Z-table that still needs to be updated)</a:t>
            </a:r>
          </a:p>
          <a:p>
            <a:pPr lvl="0"/>
            <a:r>
              <a:rPr lang="en-US" sz="1600" dirty="0">
                <a:solidFill>
                  <a:schemeClr val="dk1"/>
                </a:solidFill>
                <a:latin typeface="Calibri"/>
                <a:ea typeface="Calibri"/>
                <a:cs typeface="Calibri"/>
                <a:sym typeface="Calibri"/>
              </a:rPr>
              <a:t>- Call an external API or function module as part of the save</a:t>
            </a:r>
          </a:p>
          <a:p>
            <a:pPr lvl="0"/>
            <a:r>
              <a:rPr lang="en-US" sz="1600" dirty="0">
                <a:solidFill>
                  <a:schemeClr val="dk1"/>
                </a:solidFill>
                <a:latin typeface="Calibri"/>
                <a:ea typeface="Calibri"/>
                <a:cs typeface="Calibri"/>
                <a:sym typeface="Calibri"/>
              </a:rPr>
              <a:t>- Trigger a side effect like sending a notification, updating a counter, or writing audit logs</a:t>
            </a:r>
          </a:p>
          <a:p>
            <a:pPr lvl="0"/>
            <a:r>
              <a:rPr lang="en-US" sz="1600" dirty="0">
                <a:solidFill>
                  <a:schemeClr val="dk1"/>
                </a:solidFill>
                <a:latin typeface="Calibri"/>
                <a:ea typeface="Calibri"/>
                <a:cs typeface="Calibri"/>
                <a:sym typeface="Calibri"/>
              </a:rPr>
              <a:t>- Basically any action that needs to happen at save time but outside the managed persistence</a:t>
            </a:r>
          </a:p>
          <a:p>
            <a:pPr lvl="0"/>
            <a:endParaRPr lang="en-US" sz="1600" dirty="0">
              <a:solidFill>
                <a:schemeClr val="dk1"/>
              </a:solidFill>
              <a:latin typeface="Calibri"/>
              <a:ea typeface="Calibri"/>
              <a:cs typeface="Calibri"/>
              <a:sym typeface="Calibri"/>
            </a:endParaRPr>
          </a:p>
          <a:p>
            <a:pPr lvl="0"/>
            <a:r>
              <a:rPr lang="en-US" sz="1600" b="1" dirty="0">
                <a:solidFill>
                  <a:schemeClr val="dk1"/>
                </a:solidFill>
                <a:latin typeface="Calibri"/>
                <a:ea typeface="Calibri"/>
                <a:cs typeface="Calibri"/>
                <a:sym typeface="Calibri"/>
              </a:rPr>
              <a:t>Where is it implemented?</a:t>
            </a:r>
          </a:p>
          <a:p>
            <a:pPr lvl="0"/>
            <a:endParaRPr lang="en-US" sz="1600" dirty="0">
              <a:solidFill>
                <a:schemeClr val="dk1"/>
              </a:solidFill>
              <a:latin typeface="Calibri"/>
              <a:ea typeface="Calibri"/>
              <a:cs typeface="Calibri"/>
              <a:sym typeface="Calibri"/>
            </a:endParaRPr>
          </a:p>
          <a:p>
            <a:pPr lvl="0"/>
            <a:r>
              <a:rPr lang="en-US" sz="1600" dirty="0">
                <a:solidFill>
                  <a:schemeClr val="dk1"/>
                </a:solidFill>
                <a:latin typeface="Calibri"/>
                <a:ea typeface="Calibri"/>
                <a:cs typeface="Calibri"/>
                <a:sym typeface="Calibri"/>
              </a:rPr>
              <a:t>It is implemented in the Saver class of your behavior implementation. You define the method `</a:t>
            </a:r>
            <a:r>
              <a:rPr lang="en-US" sz="1600" dirty="0" err="1">
                <a:solidFill>
                  <a:schemeClr val="dk1"/>
                </a:solidFill>
                <a:latin typeface="Calibri"/>
                <a:ea typeface="Calibri"/>
                <a:cs typeface="Calibri"/>
                <a:sym typeface="Calibri"/>
              </a:rPr>
              <a:t>save_modified</a:t>
            </a:r>
            <a:r>
              <a:rPr lang="en-US" sz="1600" dirty="0">
                <a:solidFill>
                  <a:schemeClr val="dk1"/>
                </a:solidFill>
                <a:latin typeface="Calibri"/>
                <a:ea typeface="Calibri"/>
                <a:cs typeface="Calibri"/>
                <a:sym typeface="Calibri"/>
              </a:rPr>
              <a:t>` and inside it, you write your additional logic. In the behavior definition, you declare it using the `additional save` keyword. It is only available in managed scenarios where the framework handles the main persistence, because in unmanaged RAP you are already writing all save logic yourself.</a:t>
            </a:r>
          </a:p>
          <a:p>
            <a:pPr lvl="0"/>
            <a:endParaRPr lang="en-US" sz="1600" dirty="0">
              <a:solidFill>
                <a:schemeClr val="dk1"/>
              </a:solidFill>
              <a:latin typeface="Calibri"/>
              <a:ea typeface="Calibri"/>
              <a:cs typeface="Calibri"/>
              <a:sym typeface="Calibri"/>
            </a:endParaRPr>
          </a:p>
          <a:p>
            <a:pPr lvl="0"/>
            <a:r>
              <a:rPr lang="en-US" sz="1600" b="1" dirty="0">
                <a:solidFill>
                  <a:schemeClr val="dk1"/>
                </a:solidFill>
                <a:latin typeface="Calibri"/>
                <a:ea typeface="Calibri"/>
                <a:cs typeface="Calibri"/>
                <a:sym typeface="Calibri"/>
              </a:rPr>
              <a:t> Simple analogy</a:t>
            </a:r>
          </a:p>
          <a:p>
            <a:pPr lvl="0"/>
            <a:endParaRPr lang="en-US" sz="1600" dirty="0">
              <a:solidFill>
                <a:schemeClr val="dk1"/>
              </a:solidFill>
              <a:latin typeface="Calibri"/>
              <a:ea typeface="Calibri"/>
              <a:cs typeface="Calibri"/>
              <a:sym typeface="Calibri"/>
            </a:endParaRPr>
          </a:p>
          <a:p>
            <a:pPr lvl="0"/>
            <a:r>
              <a:rPr lang="en-US" sz="1600" dirty="0">
                <a:solidFill>
                  <a:schemeClr val="dk1"/>
                </a:solidFill>
                <a:latin typeface="Calibri"/>
                <a:ea typeface="Calibri"/>
                <a:cs typeface="Calibri"/>
                <a:sym typeface="Calibri"/>
              </a:rPr>
              <a:t>Think of the standard save as checking out at a store — the cashier processes your items and charges you. Additional Save is like the store also printing a gift receipt, updating a loyalty points system, or sending you a confirmation email as part of that same checkout transaction. The main job is done, but there are extras happening at the same time.</a:t>
            </a:r>
          </a:p>
        </p:txBody>
      </p:sp>
      <p:sp>
        <p:nvSpPr>
          <p:cNvPr id="1704" name="Google Shape;1704;p90">
            <a:extLst>
              <a:ext uri="{FF2B5EF4-FFF2-40B4-BE49-F238E27FC236}">
                <a16:creationId xmlns:a16="http://schemas.microsoft.com/office/drawing/2014/main" id="{AE4FA629-2F3B-D692-7125-1AFB1A542F5B}"/>
              </a:ext>
            </a:extLst>
          </p:cNvPr>
          <p:cNvSpPr txBox="1"/>
          <p:nvPr/>
        </p:nvSpPr>
        <p:spPr>
          <a:xfrm>
            <a:off x="191294" y="895"/>
            <a:ext cx="11231710" cy="64620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Additional Save</a:t>
            </a:r>
            <a:endParaRPr sz="3599" dirty="0">
              <a:solidFill>
                <a:srgbClr val="FFC000"/>
              </a:solidFill>
              <a:latin typeface="Cooper Black" panose="0208090404030B020404" pitchFamily="18" charset="0"/>
              <a:ea typeface="Corben"/>
              <a:cs typeface="Corben"/>
              <a:sym typeface="Corben"/>
            </a:endParaRPr>
          </a:p>
        </p:txBody>
      </p:sp>
      <p:pic>
        <p:nvPicPr>
          <p:cNvPr id="7" name="Picture 4">
            <a:extLst>
              <a:ext uri="{FF2B5EF4-FFF2-40B4-BE49-F238E27FC236}">
                <a16:creationId xmlns:a16="http://schemas.microsoft.com/office/drawing/2014/main" id="{32BEEB33-C278-22AC-3CA3-1964AEE9BA1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8" name="Google Shape;552;p2">
            <a:extLst>
              <a:ext uri="{FF2B5EF4-FFF2-40B4-BE49-F238E27FC236}">
                <a16:creationId xmlns:a16="http://schemas.microsoft.com/office/drawing/2014/main" id="{A20E9318-EFC8-6696-BCB0-28B45ABE41E4}"/>
              </a:ext>
            </a:extLst>
          </p:cNvPr>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p:spTree>
    <p:extLst>
      <p:ext uri="{BB962C8B-B14F-4D97-AF65-F5344CB8AC3E}">
        <p14:creationId xmlns:p14="http://schemas.microsoft.com/office/powerpoint/2010/main" val="1859912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703">
                                            <p:txEl>
                                              <p:pRg st="0" end="0"/>
                                            </p:txEl>
                                          </p:spTgt>
                                        </p:tgtEl>
                                        <p:attrNameLst>
                                          <p:attrName>style.visibility</p:attrName>
                                        </p:attrNameLst>
                                      </p:cBhvr>
                                      <p:to>
                                        <p:strVal val="visible"/>
                                      </p:to>
                                    </p:set>
                                    <p:animEffect transition="in" filter="fade">
                                      <p:cBhvr>
                                        <p:cTn id="7" dur="1000"/>
                                        <p:tgtEl>
                                          <p:spTgt spid="1703">
                                            <p:txEl>
                                              <p:pRg st="0" end="0"/>
                                            </p:txEl>
                                          </p:spTgt>
                                        </p:tgtEl>
                                      </p:cBhvr>
                                    </p:animEffect>
                                    <p:anim calcmode="lin" valueType="num">
                                      <p:cBhvr>
                                        <p:cTn id="8" dur="1000" fill="hold"/>
                                        <p:tgtEl>
                                          <p:spTgt spid="170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170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703">
                                            <p:txEl>
                                              <p:pRg st="1" end="1"/>
                                            </p:txEl>
                                          </p:spTgt>
                                        </p:tgtEl>
                                        <p:attrNameLst>
                                          <p:attrName>style.visibility</p:attrName>
                                        </p:attrNameLst>
                                      </p:cBhvr>
                                      <p:to>
                                        <p:strVal val="visible"/>
                                      </p:to>
                                    </p:set>
                                    <p:animEffect transition="in" filter="fade">
                                      <p:cBhvr>
                                        <p:cTn id="14" dur="1000"/>
                                        <p:tgtEl>
                                          <p:spTgt spid="1703">
                                            <p:txEl>
                                              <p:pRg st="1" end="1"/>
                                            </p:txEl>
                                          </p:spTgt>
                                        </p:tgtEl>
                                      </p:cBhvr>
                                    </p:animEffect>
                                    <p:anim calcmode="lin" valueType="num">
                                      <p:cBhvr>
                                        <p:cTn id="15" dur="1000" fill="hold"/>
                                        <p:tgtEl>
                                          <p:spTgt spid="1703">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170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1703">
                                            <p:txEl>
                                              <p:pRg st="3" end="3"/>
                                            </p:txEl>
                                          </p:spTgt>
                                        </p:tgtEl>
                                        <p:attrNameLst>
                                          <p:attrName>style.visibility</p:attrName>
                                        </p:attrNameLst>
                                      </p:cBhvr>
                                      <p:to>
                                        <p:strVal val="visible"/>
                                      </p:to>
                                    </p:set>
                                    <p:animEffect transition="in" filter="fade">
                                      <p:cBhvr>
                                        <p:cTn id="21" dur="1000"/>
                                        <p:tgtEl>
                                          <p:spTgt spid="1703">
                                            <p:txEl>
                                              <p:pRg st="3" end="3"/>
                                            </p:txEl>
                                          </p:spTgt>
                                        </p:tgtEl>
                                      </p:cBhvr>
                                    </p:animEffect>
                                    <p:anim calcmode="lin" valueType="num">
                                      <p:cBhvr>
                                        <p:cTn id="22" dur="1000" fill="hold"/>
                                        <p:tgtEl>
                                          <p:spTgt spid="1703">
                                            <p:txEl>
                                              <p:pRg st="3" end="3"/>
                                            </p:txEl>
                                          </p:spTgt>
                                        </p:tgtEl>
                                        <p:attrNameLst>
                                          <p:attrName>ppt_x</p:attrName>
                                        </p:attrNameLst>
                                      </p:cBhvr>
                                      <p:tavLst>
                                        <p:tav tm="0">
                                          <p:val>
                                            <p:strVal val="#ppt_x"/>
                                          </p:val>
                                        </p:tav>
                                        <p:tav tm="100000">
                                          <p:val>
                                            <p:strVal val="#ppt_x"/>
                                          </p:val>
                                        </p:tav>
                                      </p:tavLst>
                                    </p:anim>
                                    <p:anim calcmode="lin" valueType="num">
                                      <p:cBhvr>
                                        <p:cTn id="23" dur="1000" fill="hold"/>
                                        <p:tgtEl>
                                          <p:spTgt spid="170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1703">
                                            <p:txEl>
                                              <p:pRg st="4" end="4"/>
                                            </p:txEl>
                                          </p:spTgt>
                                        </p:tgtEl>
                                        <p:attrNameLst>
                                          <p:attrName>style.visibility</p:attrName>
                                        </p:attrNameLst>
                                      </p:cBhvr>
                                      <p:to>
                                        <p:strVal val="visible"/>
                                      </p:to>
                                    </p:set>
                                    <p:animEffect transition="in" filter="fade">
                                      <p:cBhvr>
                                        <p:cTn id="28" dur="1000"/>
                                        <p:tgtEl>
                                          <p:spTgt spid="1703">
                                            <p:txEl>
                                              <p:pRg st="4" end="4"/>
                                            </p:txEl>
                                          </p:spTgt>
                                        </p:tgtEl>
                                      </p:cBhvr>
                                    </p:animEffect>
                                    <p:anim calcmode="lin" valueType="num">
                                      <p:cBhvr>
                                        <p:cTn id="29" dur="1000" fill="hold"/>
                                        <p:tgtEl>
                                          <p:spTgt spid="1703">
                                            <p:txEl>
                                              <p:pRg st="4" end="4"/>
                                            </p:txEl>
                                          </p:spTgt>
                                        </p:tgtEl>
                                        <p:attrNameLst>
                                          <p:attrName>ppt_x</p:attrName>
                                        </p:attrNameLst>
                                      </p:cBhvr>
                                      <p:tavLst>
                                        <p:tav tm="0">
                                          <p:val>
                                            <p:strVal val="#ppt_x"/>
                                          </p:val>
                                        </p:tav>
                                        <p:tav tm="100000">
                                          <p:val>
                                            <p:strVal val="#ppt_x"/>
                                          </p:val>
                                        </p:tav>
                                      </p:tavLst>
                                    </p:anim>
                                    <p:anim calcmode="lin" valueType="num">
                                      <p:cBhvr>
                                        <p:cTn id="30" dur="1000" fill="hold"/>
                                        <p:tgtEl>
                                          <p:spTgt spid="170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1703">
                                            <p:txEl>
                                              <p:pRg st="5" end="5"/>
                                            </p:txEl>
                                          </p:spTgt>
                                        </p:tgtEl>
                                        <p:attrNameLst>
                                          <p:attrName>style.visibility</p:attrName>
                                        </p:attrNameLst>
                                      </p:cBhvr>
                                      <p:to>
                                        <p:strVal val="visible"/>
                                      </p:to>
                                    </p:set>
                                    <p:animEffect transition="in" filter="fade">
                                      <p:cBhvr>
                                        <p:cTn id="35" dur="1000"/>
                                        <p:tgtEl>
                                          <p:spTgt spid="1703">
                                            <p:txEl>
                                              <p:pRg st="5" end="5"/>
                                            </p:txEl>
                                          </p:spTgt>
                                        </p:tgtEl>
                                      </p:cBhvr>
                                    </p:animEffect>
                                    <p:anim calcmode="lin" valueType="num">
                                      <p:cBhvr>
                                        <p:cTn id="36" dur="1000" fill="hold"/>
                                        <p:tgtEl>
                                          <p:spTgt spid="1703">
                                            <p:txEl>
                                              <p:pRg st="5" end="5"/>
                                            </p:txEl>
                                          </p:spTgt>
                                        </p:tgtEl>
                                        <p:attrNameLst>
                                          <p:attrName>ppt_x</p:attrName>
                                        </p:attrNameLst>
                                      </p:cBhvr>
                                      <p:tavLst>
                                        <p:tav tm="0">
                                          <p:val>
                                            <p:strVal val="#ppt_x"/>
                                          </p:val>
                                        </p:tav>
                                        <p:tav tm="100000">
                                          <p:val>
                                            <p:strVal val="#ppt_x"/>
                                          </p:val>
                                        </p:tav>
                                      </p:tavLst>
                                    </p:anim>
                                    <p:anim calcmode="lin" valueType="num">
                                      <p:cBhvr>
                                        <p:cTn id="37" dur="1000" fill="hold"/>
                                        <p:tgtEl>
                                          <p:spTgt spid="170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nodeType="clickEffect">
                                  <p:stCondLst>
                                    <p:cond delay="0"/>
                                  </p:stCondLst>
                                  <p:childTnLst>
                                    <p:set>
                                      <p:cBhvr>
                                        <p:cTn id="41" dur="1" fill="hold">
                                          <p:stCondLst>
                                            <p:cond delay="0"/>
                                          </p:stCondLst>
                                        </p:cTn>
                                        <p:tgtEl>
                                          <p:spTgt spid="1703">
                                            <p:txEl>
                                              <p:pRg st="6" end="6"/>
                                            </p:txEl>
                                          </p:spTgt>
                                        </p:tgtEl>
                                        <p:attrNameLst>
                                          <p:attrName>style.visibility</p:attrName>
                                        </p:attrNameLst>
                                      </p:cBhvr>
                                      <p:to>
                                        <p:strVal val="visible"/>
                                      </p:to>
                                    </p:set>
                                    <p:animEffect transition="in" filter="fade">
                                      <p:cBhvr>
                                        <p:cTn id="42" dur="1000"/>
                                        <p:tgtEl>
                                          <p:spTgt spid="1703">
                                            <p:txEl>
                                              <p:pRg st="6" end="6"/>
                                            </p:txEl>
                                          </p:spTgt>
                                        </p:tgtEl>
                                      </p:cBhvr>
                                    </p:animEffect>
                                    <p:anim calcmode="lin" valueType="num">
                                      <p:cBhvr>
                                        <p:cTn id="43" dur="1000" fill="hold"/>
                                        <p:tgtEl>
                                          <p:spTgt spid="1703">
                                            <p:txEl>
                                              <p:pRg st="6" end="6"/>
                                            </p:txEl>
                                          </p:spTgt>
                                        </p:tgtEl>
                                        <p:attrNameLst>
                                          <p:attrName>ppt_x</p:attrName>
                                        </p:attrNameLst>
                                      </p:cBhvr>
                                      <p:tavLst>
                                        <p:tav tm="0">
                                          <p:val>
                                            <p:strVal val="#ppt_x"/>
                                          </p:val>
                                        </p:tav>
                                        <p:tav tm="100000">
                                          <p:val>
                                            <p:strVal val="#ppt_x"/>
                                          </p:val>
                                        </p:tav>
                                      </p:tavLst>
                                    </p:anim>
                                    <p:anim calcmode="lin" valueType="num">
                                      <p:cBhvr>
                                        <p:cTn id="44" dur="1000" fill="hold"/>
                                        <p:tgtEl>
                                          <p:spTgt spid="1703">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nodeType="clickEffect">
                                  <p:stCondLst>
                                    <p:cond delay="0"/>
                                  </p:stCondLst>
                                  <p:childTnLst>
                                    <p:set>
                                      <p:cBhvr>
                                        <p:cTn id="48" dur="1" fill="hold">
                                          <p:stCondLst>
                                            <p:cond delay="0"/>
                                          </p:stCondLst>
                                        </p:cTn>
                                        <p:tgtEl>
                                          <p:spTgt spid="1703">
                                            <p:txEl>
                                              <p:pRg st="7" end="7"/>
                                            </p:txEl>
                                          </p:spTgt>
                                        </p:tgtEl>
                                        <p:attrNameLst>
                                          <p:attrName>style.visibility</p:attrName>
                                        </p:attrNameLst>
                                      </p:cBhvr>
                                      <p:to>
                                        <p:strVal val="visible"/>
                                      </p:to>
                                    </p:set>
                                    <p:animEffect transition="in" filter="fade">
                                      <p:cBhvr>
                                        <p:cTn id="49" dur="1000"/>
                                        <p:tgtEl>
                                          <p:spTgt spid="1703">
                                            <p:txEl>
                                              <p:pRg st="7" end="7"/>
                                            </p:txEl>
                                          </p:spTgt>
                                        </p:tgtEl>
                                      </p:cBhvr>
                                    </p:animEffect>
                                    <p:anim calcmode="lin" valueType="num">
                                      <p:cBhvr>
                                        <p:cTn id="50" dur="1000" fill="hold"/>
                                        <p:tgtEl>
                                          <p:spTgt spid="1703">
                                            <p:txEl>
                                              <p:pRg st="7" end="7"/>
                                            </p:txEl>
                                          </p:spTgt>
                                        </p:tgtEl>
                                        <p:attrNameLst>
                                          <p:attrName>ppt_x</p:attrName>
                                        </p:attrNameLst>
                                      </p:cBhvr>
                                      <p:tavLst>
                                        <p:tav tm="0">
                                          <p:val>
                                            <p:strVal val="#ppt_x"/>
                                          </p:val>
                                        </p:tav>
                                        <p:tav tm="100000">
                                          <p:val>
                                            <p:strVal val="#ppt_x"/>
                                          </p:val>
                                        </p:tav>
                                      </p:tavLst>
                                    </p:anim>
                                    <p:anim calcmode="lin" valueType="num">
                                      <p:cBhvr>
                                        <p:cTn id="51" dur="1000" fill="hold"/>
                                        <p:tgtEl>
                                          <p:spTgt spid="1703">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1703">
                                            <p:txEl>
                                              <p:pRg st="9" end="9"/>
                                            </p:txEl>
                                          </p:spTgt>
                                        </p:tgtEl>
                                        <p:attrNameLst>
                                          <p:attrName>style.visibility</p:attrName>
                                        </p:attrNameLst>
                                      </p:cBhvr>
                                      <p:to>
                                        <p:strVal val="visible"/>
                                      </p:to>
                                    </p:set>
                                    <p:animEffect transition="in" filter="fade">
                                      <p:cBhvr>
                                        <p:cTn id="56" dur="1000"/>
                                        <p:tgtEl>
                                          <p:spTgt spid="1703">
                                            <p:txEl>
                                              <p:pRg st="9" end="9"/>
                                            </p:txEl>
                                          </p:spTgt>
                                        </p:tgtEl>
                                      </p:cBhvr>
                                    </p:animEffect>
                                    <p:anim calcmode="lin" valueType="num">
                                      <p:cBhvr>
                                        <p:cTn id="57" dur="1000" fill="hold"/>
                                        <p:tgtEl>
                                          <p:spTgt spid="1703">
                                            <p:txEl>
                                              <p:pRg st="9" end="9"/>
                                            </p:txEl>
                                          </p:spTgt>
                                        </p:tgtEl>
                                        <p:attrNameLst>
                                          <p:attrName>ppt_x</p:attrName>
                                        </p:attrNameLst>
                                      </p:cBhvr>
                                      <p:tavLst>
                                        <p:tav tm="0">
                                          <p:val>
                                            <p:strVal val="#ppt_x"/>
                                          </p:val>
                                        </p:tav>
                                        <p:tav tm="100000">
                                          <p:val>
                                            <p:strVal val="#ppt_x"/>
                                          </p:val>
                                        </p:tav>
                                      </p:tavLst>
                                    </p:anim>
                                    <p:anim calcmode="lin" valueType="num">
                                      <p:cBhvr>
                                        <p:cTn id="58" dur="1000" fill="hold"/>
                                        <p:tgtEl>
                                          <p:spTgt spid="1703">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nodeType="clickEffect">
                                  <p:stCondLst>
                                    <p:cond delay="0"/>
                                  </p:stCondLst>
                                  <p:childTnLst>
                                    <p:set>
                                      <p:cBhvr>
                                        <p:cTn id="62" dur="1" fill="hold">
                                          <p:stCondLst>
                                            <p:cond delay="0"/>
                                          </p:stCondLst>
                                        </p:cTn>
                                        <p:tgtEl>
                                          <p:spTgt spid="1703">
                                            <p:txEl>
                                              <p:pRg st="11" end="11"/>
                                            </p:txEl>
                                          </p:spTgt>
                                        </p:tgtEl>
                                        <p:attrNameLst>
                                          <p:attrName>style.visibility</p:attrName>
                                        </p:attrNameLst>
                                      </p:cBhvr>
                                      <p:to>
                                        <p:strVal val="visible"/>
                                      </p:to>
                                    </p:set>
                                    <p:animEffect transition="in" filter="fade">
                                      <p:cBhvr>
                                        <p:cTn id="63" dur="1000"/>
                                        <p:tgtEl>
                                          <p:spTgt spid="1703">
                                            <p:txEl>
                                              <p:pRg st="11" end="11"/>
                                            </p:txEl>
                                          </p:spTgt>
                                        </p:tgtEl>
                                      </p:cBhvr>
                                    </p:animEffect>
                                    <p:anim calcmode="lin" valueType="num">
                                      <p:cBhvr>
                                        <p:cTn id="64" dur="1000" fill="hold"/>
                                        <p:tgtEl>
                                          <p:spTgt spid="1703">
                                            <p:txEl>
                                              <p:pRg st="11" end="11"/>
                                            </p:txEl>
                                          </p:spTgt>
                                        </p:tgtEl>
                                        <p:attrNameLst>
                                          <p:attrName>ppt_x</p:attrName>
                                        </p:attrNameLst>
                                      </p:cBhvr>
                                      <p:tavLst>
                                        <p:tav tm="0">
                                          <p:val>
                                            <p:strVal val="#ppt_x"/>
                                          </p:val>
                                        </p:tav>
                                        <p:tav tm="100000">
                                          <p:val>
                                            <p:strVal val="#ppt_x"/>
                                          </p:val>
                                        </p:tav>
                                      </p:tavLst>
                                    </p:anim>
                                    <p:anim calcmode="lin" valueType="num">
                                      <p:cBhvr>
                                        <p:cTn id="65" dur="1000" fill="hold"/>
                                        <p:tgtEl>
                                          <p:spTgt spid="1703">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nodeType="clickEffect">
                                  <p:stCondLst>
                                    <p:cond delay="0"/>
                                  </p:stCondLst>
                                  <p:childTnLst>
                                    <p:set>
                                      <p:cBhvr>
                                        <p:cTn id="69" dur="1" fill="hold">
                                          <p:stCondLst>
                                            <p:cond delay="0"/>
                                          </p:stCondLst>
                                        </p:cTn>
                                        <p:tgtEl>
                                          <p:spTgt spid="1703">
                                            <p:txEl>
                                              <p:pRg st="13" end="13"/>
                                            </p:txEl>
                                          </p:spTgt>
                                        </p:tgtEl>
                                        <p:attrNameLst>
                                          <p:attrName>style.visibility</p:attrName>
                                        </p:attrNameLst>
                                      </p:cBhvr>
                                      <p:to>
                                        <p:strVal val="visible"/>
                                      </p:to>
                                    </p:set>
                                    <p:animEffect transition="in" filter="fade">
                                      <p:cBhvr>
                                        <p:cTn id="70" dur="1000"/>
                                        <p:tgtEl>
                                          <p:spTgt spid="1703">
                                            <p:txEl>
                                              <p:pRg st="13" end="13"/>
                                            </p:txEl>
                                          </p:spTgt>
                                        </p:tgtEl>
                                      </p:cBhvr>
                                    </p:animEffect>
                                    <p:anim calcmode="lin" valueType="num">
                                      <p:cBhvr>
                                        <p:cTn id="71" dur="1000" fill="hold"/>
                                        <p:tgtEl>
                                          <p:spTgt spid="1703">
                                            <p:txEl>
                                              <p:pRg st="13" end="13"/>
                                            </p:txEl>
                                          </p:spTgt>
                                        </p:tgtEl>
                                        <p:attrNameLst>
                                          <p:attrName>ppt_x</p:attrName>
                                        </p:attrNameLst>
                                      </p:cBhvr>
                                      <p:tavLst>
                                        <p:tav tm="0">
                                          <p:val>
                                            <p:strVal val="#ppt_x"/>
                                          </p:val>
                                        </p:tav>
                                        <p:tav tm="100000">
                                          <p:val>
                                            <p:strVal val="#ppt_x"/>
                                          </p:val>
                                        </p:tav>
                                      </p:tavLst>
                                    </p:anim>
                                    <p:anim calcmode="lin" valueType="num">
                                      <p:cBhvr>
                                        <p:cTn id="72" dur="1000" fill="hold"/>
                                        <p:tgtEl>
                                          <p:spTgt spid="1703">
                                            <p:txEl>
                                              <p:pRg st="13" end="13"/>
                                            </p:txEl>
                                          </p:spTgt>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42" presetClass="entr" presetSubtype="0" fill="hold" nodeType="clickEffect">
                                  <p:stCondLst>
                                    <p:cond delay="0"/>
                                  </p:stCondLst>
                                  <p:childTnLst>
                                    <p:set>
                                      <p:cBhvr>
                                        <p:cTn id="76" dur="1" fill="hold">
                                          <p:stCondLst>
                                            <p:cond delay="0"/>
                                          </p:stCondLst>
                                        </p:cTn>
                                        <p:tgtEl>
                                          <p:spTgt spid="1703">
                                            <p:txEl>
                                              <p:pRg st="15" end="15"/>
                                            </p:txEl>
                                          </p:spTgt>
                                        </p:tgtEl>
                                        <p:attrNameLst>
                                          <p:attrName>style.visibility</p:attrName>
                                        </p:attrNameLst>
                                      </p:cBhvr>
                                      <p:to>
                                        <p:strVal val="visible"/>
                                      </p:to>
                                    </p:set>
                                    <p:animEffect transition="in" filter="fade">
                                      <p:cBhvr>
                                        <p:cTn id="77" dur="1000"/>
                                        <p:tgtEl>
                                          <p:spTgt spid="1703">
                                            <p:txEl>
                                              <p:pRg st="15" end="15"/>
                                            </p:txEl>
                                          </p:spTgt>
                                        </p:tgtEl>
                                      </p:cBhvr>
                                    </p:animEffect>
                                    <p:anim calcmode="lin" valueType="num">
                                      <p:cBhvr>
                                        <p:cTn id="78" dur="1000" fill="hold"/>
                                        <p:tgtEl>
                                          <p:spTgt spid="1703">
                                            <p:txEl>
                                              <p:pRg st="15" end="15"/>
                                            </p:txEl>
                                          </p:spTgt>
                                        </p:tgtEl>
                                        <p:attrNameLst>
                                          <p:attrName>ppt_x</p:attrName>
                                        </p:attrNameLst>
                                      </p:cBhvr>
                                      <p:tavLst>
                                        <p:tav tm="0">
                                          <p:val>
                                            <p:strVal val="#ppt_x"/>
                                          </p:val>
                                        </p:tav>
                                        <p:tav tm="100000">
                                          <p:val>
                                            <p:strVal val="#ppt_x"/>
                                          </p:val>
                                        </p:tav>
                                      </p:tavLst>
                                    </p:anim>
                                    <p:anim calcmode="lin" valueType="num">
                                      <p:cBhvr>
                                        <p:cTn id="79" dur="1000" fill="hold"/>
                                        <p:tgtEl>
                                          <p:spTgt spid="1703">
                                            <p:txEl>
                                              <p:pRg st="15" end="1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701"/>
        <p:cNvGrpSpPr/>
        <p:nvPr/>
      </p:nvGrpSpPr>
      <p:grpSpPr>
        <a:xfrm>
          <a:off x="0" y="0"/>
          <a:ext cx="0" cy="0"/>
          <a:chOff x="0" y="0"/>
          <a:chExt cx="0" cy="0"/>
        </a:xfrm>
      </p:grpSpPr>
      <p:sp>
        <p:nvSpPr>
          <p:cNvPr id="1703" name="Google Shape;1703;p90"/>
          <p:cNvSpPr txBox="1"/>
          <p:nvPr/>
        </p:nvSpPr>
        <p:spPr>
          <a:xfrm>
            <a:off x="224979" y="788088"/>
            <a:ext cx="11806237" cy="535531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Authorization control in RAP protects our business object against the unauthorized access of data. Authorization control is always relevant when the permission to execute an operation depends on a role of BO consumer. In the RAP, each read or modify request can be checked via authorization object against the user role before the request is finally executed and reaches data.</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The </a:t>
            </a:r>
            <a:r>
              <a:rPr lang="en-US" sz="1800" dirty="0" err="1">
                <a:solidFill>
                  <a:schemeClr val="dk1"/>
                </a:solidFill>
                <a:latin typeface="Calibri"/>
                <a:ea typeface="Calibri"/>
                <a:cs typeface="Calibri"/>
                <a:sym typeface="Calibri"/>
              </a:rPr>
              <a:t>auth</a:t>
            </a:r>
            <a:r>
              <a:rPr lang="en-US" sz="1800" dirty="0">
                <a:solidFill>
                  <a:schemeClr val="dk1"/>
                </a:solidFill>
                <a:latin typeface="Calibri"/>
                <a:ea typeface="Calibri"/>
                <a:cs typeface="Calibri"/>
                <a:sym typeface="Calibri"/>
              </a:rPr>
              <a:t> check with </a:t>
            </a:r>
            <a:r>
              <a:rPr lang="en-US" sz="1800" dirty="0" err="1">
                <a:solidFill>
                  <a:schemeClr val="dk1"/>
                </a:solidFill>
                <a:latin typeface="Calibri"/>
                <a:ea typeface="Calibri"/>
                <a:cs typeface="Calibri"/>
                <a:sym typeface="Calibri"/>
              </a:rPr>
              <a:t>auth</a:t>
            </a:r>
            <a:r>
              <a:rPr lang="en-US" sz="1800" dirty="0">
                <a:solidFill>
                  <a:schemeClr val="dk1"/>
                </a:solidFill>
                <a:latin typeface="Calibri"/>
                <a:ea typeface="Calibri"/>
                <a:cs typeface="Calibri"/>
                <a:sym typeface="Calibri"/>
              </a:rPr>
              <a:t> object is called from </a:t>
            </a:r>
            <a:r>
              <a:rPr lang="en-US" sz="1800" dirty="0" err="1">
                <a:solidFill>
                  <a:schemeClr val="dk1"/>
                </a:solidFill>
                <a:latin typeface="Calibri"/>
                <a:ea typeface="Calibri"/>
                <a:cs typeface="Calibri"/>
                <a:sym typeface="Calibri"/>
              </a:rPr>
              <a:t>cds</a:t>
            </a:r>
            <a:r>
              <a:rPr lang="en-US" sz="1800" dirty="0">
                <a:solidFill>
                  <a:schemeClr val="dk1"/>
                </a:solidFill>
                <a:latin typeface="Calibri"/>
                <a:ea typeface="Calibri"/>
                <a:cs typeface="Calibri"/>
                <a:sym typeface="Calibri"/>
              </a:rPr>
              <a:t> entities in case of read request – was covered in Anubhav trainings abap on hana course</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And behavior implementation in case of modify request</a:t>
            </a:r>
            <a:endParaRPr dirty="0"/>
          </a:p>
          <a:p>
            <a:pPr marL="0" marR="0" lvl="0" indent="0" algn="l" rtl="0">
              <a:spcBef>
                <a:spcPts val="0"/>
              </a:spcBef>
              <a:spcAft>
                <a:spcPts val="0"/>
              </a:spcAft>
              <a:buNone/>
            </a:pPr>
            <a:endParaRPr sz="18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b="1" dirty="0">
                <a:solidFill>
                  <a:schemeClr val="dk1"/>
                </a:solidFill>
                <a:latin typeface="Calibri"/>
                <a:ea typeface="Calibri"/>
                <a:cs typeface="Calibri"/>
                <a:sym typeface="Calibri"/>
              </a:rPr>
              <a:t>Global authorization</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Global authorization is used for all authorization checks that only depends on the user.</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Global authorization checks can be implemented both for static and instance bound operations</a:t>
            </a:r>
            <a:endParaRPr dirty="0"/>
          </a:p>
          <a:p>
            <a:pPr marL="0" marR="0" lvl="0" indent="0" algn="l" rtl="0">
              <a:spcBef>
                <a:spcPts val="0"/>
              </a:spcBef>
              <a:spcAft>
                <a:spcPts val="0"/>
              </a:spcAft>
              <a:buNone/>
            </a:pPr>
            <a:r>
              <a:rPr lang="en-US" sz="1800" b="1" dirty="0">
                <a:solidFill>
                  <a:schemeClr val="dk1"/>
                </a:solidFill>
                <a:latin typeface="Calibri"/>
                <a:ea typeface="Calibri"/>
                <a:cs typeface="Calibri"/>
                <a:sym typeface="Calibri"/>
              </a:rPr>
              <a:t>Instance authorization</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Instance authorization is used for all </a:t>
            </a:r>
            <a:r>
              <a:rPr lang="en-US" sz="1800" dirty="0" err="1">
                <a:solidFill>
                  <a:schemeClr val="dk1"/>
                </a:solidFill>
                <a:latin typeface="Calibri"/>
                <a:ea typeface="Calibri"/>
                <a:cs typeface="Calibri"/>
                <a:sym typeface="Calibri"/>
              </a:rPr>
              <a:t>auth</a:t>
            </a:r>
            <a:r>
              <a:rPr lang="en-US" sz="1800" dirty="0">
                <a:solidFill>
                  <a:schemeClr val="dk1"/>
                </a:solidFill>
                <a:latin typeface="Calibri"/>
                <a:ea typeface="Calibri"/>
                <a:cs typeface="Calibri"/>
                <a:sym typeface="Calibri"/>
              </a:rPr>
              <a:t> checks that, in addition to the user role, depend on the state of the entity instance in question (like exact record level). Its only possible for instance based operation</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Operations that are executed from instance </a:t>
            </a:r>
            <a:r>
              <a:rPr lang="en-US" sz="1800" dirty="0" err="1">
                <a:solidFill>
                  <a:schemeClr val="dk1"/>
                </a:solidFill>
                <a:latin typeface="Calibri"/>
                <a:ea typeface="Calibri"/>
                <a:cs typeface="Calibri"/>
                <a:sym typeface="Calibri"/>
              </a:rPr>
              <a:t>auth</a:t>
            </a:r>
            <a:r>
              <a:rPr lang="en-US" sz="1800" dirty="0">
                <a:solidFill>
                  <a:schemeClr val="dk1"/>
                </a:solidFill>
                <a:latin typeface="Calibri"/>
                <a:ea typeface="Calibri"/>
                <a:cs typeface="Calibri"/>
                <a:sym typeface="Calibri"/>
              </a:rPr>
              <a:t> are CREATE and static actions</a:t>
            </a:r>
            <a:endParaRPr dirty="0"/>
          </a:p>
          <a:p>
            <a:pPr marL="0" marR="0" lvl="0" indent="0" algn="l" rtl="0">
              <a:spcBef>
                <a:spcPts val="0"/>
              </a:spcBef>
              <a:spcAft>
                <a:spcPts val="0"/>
              </a:spcAft>
              <a:buNone/>
            </a:pPr>
            <a:endParaRPr sz="18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b="1" dirty="0">
                <a:solidFill>
                  <a:schemeClr val="dk1"/>
                </a:solidFill>
                <a:latin typeface="Calibri"/>
                <a:ea typeface="Calibri"/>
                <a:cs typeface="Calibri"/>
                <a:sym typeface="Calibri"/>
              </a:rPr>
              <a:t>Use case</a:t>
            </a:r>
            <a:r>
              <a:rPr lang="en-US" sz="1800" dirty="0">
                <a:solidFill>
                  <a:schemeClr val="dk1"/>
                </a:solidFill>
                <a:latin typeface="Calibri"/>
                <a:ea typeface="Calibri"/>
                <a:cs typeface="Calibri"/>
                <a:sym typeface="Calibri"/>
              </a:rPr>
              <a:t>: when a user tries to edit a travel request, if the travel request status is cancelled, then we need to check that if he/she is a manager or not. Only managers can edit a cancelled travel request. Since each travel request is different, we need to go with instance-based authorizations.</a:t>
            </a:r>
            <a:endParaRPr dirty="0"/>
          </a:p>
        </p:txBody>
      </p:sp>
      <p:sp>
        <p:nvSpPr>
          <p:cNvPr id="1704" name="Google Shape;1704;p90"/>
          <p:cNvSpPr txBox="1"/>
          <p:nvPr/>
        </p:nvSpPr>
        <p:spPr>
          <a:xfrm>
            <a:off x="191294" y="895"/>
            <a:ext cx="11231710" cy="64620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Authorization</a:t>
            </a:r>
            <a:endParaRPr sz="3599" dirty="0">
              <a:solidFill>
                <a:srgbClr val="FFC000"/>
              </a:solidFill>
              <a:latin typeface="Cooper Black" panose="0208090404030B020404" pitchFamily="18" charset="0"/>
              <a:ea typeface="Corben"/>
              <a:cs typeface="Corben"/>
              <a:sym typeface="Corben"/>
            </a:endParaRPr>
          </a:p>
        </p:txBody>
      </p:sp>
      <p:pic>
        <p:nvPicPr>
          <p:cNvPr id="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8"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p:spTree>
    <p:extLst>
      <p:ext uri="{BB962C8B-B14F-4D97-AF65-F5344CB8AC3E}">
        <p14:creationId xmlns:p14="http://schemas.microsoft.com/office/powerpoint/2010/main" val="3640329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703">
                                            <p:txEl>
                                              <p:pRg st="0" end="0"/>
                                            </p:txEl>
                                          </p:spTgt>
                                        </p:tgtEl>
                                        <p:attrNameLst>
                                          <p:attrName>style.visibility</p:attrName>
                                        </p:attrNameLst>
                                      </p:cBhvr>
                                      <p:to>
                                        <p:strVal val="visible"/>
                                      </p:to>
                                    </p:set>
                                    <p:animEffect transition="in" filter="fade">
                                      <p:cBhvr>
                                        <p:cTn id="7" dur="1000"/>
                                        <p:tgtEl>
                                          <p:spTgt spid="1703">
                                            <p:txEl>
                                              <p:pRg st="0" end="0"/>
                                            </p:txEl>
                                          </p:spTgt>
                                        </p:tgtEl>
                                      </p:cBhvr>
                                    </p:animEffect>
                                    <p:anim calcmode="lin" valueType="num">
                                      <p:cBhvr>
                                        <p:cTn id="8" dur="1000" fill="hold"/>
                                        <p:tgtEl>
                                          <p:spTgt spid="170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170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1703">
                                            <p:txEl>
                                              <p:pRg st="1" end="1"/>
                                            </p:txEl>
                                          </p:spTgt>
                                        </p:tgtEl>
                                        <p:attrNameLst>
                                          <p:attrName>style.visibility</p:attrName>
                                        </p:attrNameLst>
                                      </p:cBhvr>
                                      <p:to>
                                        <p:strVal val="visible"/>
                                      </p:to>
                                    </p:set>
                                    <p:animEffect transition="in" filter="fade">
                                      <p:cBhvr>
                                        <p:cTn id="12" dur="1000"/>
                                        <p:tgtEl>
                                          <p:spTgt spid="1703">
                                            <p:txEl>
                                              <p:pRg st="1" end="1"/>
                                            </p:txEl>
                                          </p:spTgt>
                                        </p:tgtEl>
                                      </p:cBhvr>
                                    </p:animEffect>
                                    <p:anim calcmode="lin" valueType="num">
                                      <p:cBhvr>
                                        <p:cTn id="13" dur="1000" fill="hold"/>
                                        <p:tgtEl>
                                          <p:spTgt spid="170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170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703">
                                            <p:txEl>
                                              <p:pRg st="2" end="2"/>
                                            </p:txEl>
                                          </p:spTgt>
                                        </p:tgtEl>
                                        <p:attrNameLst>
                                          <p:attrName>style.visibility</p:attrName>
                                        </p:attrNameLst>
                                      </p:cBhvr>
                                      <p:to>
                                        <p:strVal val="visible"/>
                                      </p:to>
                                    </p:set>
                                    <p:animEffect transition="in" filter="fade">
                                      <p:cBhvr>
                                        <p:cTn id="17" dur="1000"/>
                                        <p:tgtEl>
                                          <p:spTgt spid="1703">
                                            <p:txEl>
                                              <p:pRg st="2" end="2"/>
                                            </p:txEl>
                                          </p:spTgt>
                                        </p:tgtEl>
                                      </p:cBhvr>
                                    </p:animEffect>
                                    <p:anim calcmode="lin" valueType="num">
                                      <p:cBhvr>
                                        <p:cTn id="18" dur="1000" fill="hold"/>
                                        <p:tgtEl>
                                          <p:spTgt spid="170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170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1703">
                                            <p:txEl>
                                              <p:pRg st="4" end="4"/>
                                            </p:txEl>
                                          </p:spTgt>
                                        </p:tgtEl>
                                        <p:attrNameLst>
                                          <p:attrName>style.visibility</p:attrName>
                                        </p:attrNameLst>
                                      </p:cBhvr>
                                      <p:to>
                                        <p:strVal val="visible"/>
                                      </p:to>
                                    </p:set>
                                    <p:animEffect transition="in" filter="fade">
                                      <p:cBhvr>
                                        <p:cTn id="24" dur="1000"/>
                                        <p:tgtEl>
                                          <p:spTgt spid="1703">
                                            <p:txEl>
                                              <p:pRg st="4" end="4"/>
                                            </p:txEl>
                                          </p:spTgt>
                                        </p:tgtEl>
                                      </p:cBhvr>
                                    </p:animEffect>
                                    <p:anim calcmode="lin" valueType="num">
                                      <p:cBhvr>
                                        <p:cTn id="25" dur="1000" fill="hold"/>
                                        <p:tgtEl>
                                          <p:spTgt spid="1703">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1703">
                                            <p:txEl>
                                              <p:pRg st="4" end="4"/>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1703">
                                            <p:txEl>
                                              <p:pRg st="5" end="5"/>
                                            </p:txEl>
                                          </p:spTgt>
                                        </p:tgtEl>
                                        <p:attrNameLst>
                                          <p:attrName>style.visibility</p:attrName>
                                        </p:attrNameLst>
                                      </p:cBhvr>
                                      <p:to>
                                        <p:strVal val="visible"/>
                                      </p:to>
                                    </p:set>
                                    <p:animEffect transition="in" filter="fade">
                                      <p:cBhvr>
                                        <p:cTn id="29" dur="1000"/>
                                        <p:tgtEl>
                                          <p:spTgt spid="1703">
                                            <p:txEl>
                                              <p:pRg st="5" end="5"/>
                                            </p:txEl>
                                          </p:spTgt>
                                        </p:tgtEl>
                                      </p:cBhvr>
                                    </p:animEffect>
                                    <p:anim calcmode="lin" valueType="num">
                                      <p:cBhvr>
                                        <p:cTn id="30" dur="1000" fill="hold"/>
                                        <p:tgtEl>
                                          <p:spTgt spid="170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170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1703">
                                            <p:txEl>
                                              <p:pRg st="6" end="6"/>
                                            </p:txEl>
                                          </p:spTgt>
                                        </p:tgtEl>
                                        <p:attrNameLst>
                                          <p:attrName>style.visibility</p:attrName>
                                        </p:attrNameLst>
                                      </p:cBhvr>
                                      <p:to>
                                        <p:strVal val="visible"/>
                                      </p:to>
                                    </p:set>
                                    <p:animEffect transition="in" filter="fade">
                                      <p:cBhvr>
                                        <p:cTn id="34" dur="1000"/>
                                        <p:tgtEl>
                                          <p:spTgt spid="1703">
                                            <p:txEl>
                                              <p:pRg st="6" end="6"/>
                                            </p:txEl>
                                          </p:spTgt>
                                        </p:tgtEl>
                                      </p:cBhvr>
                                    </p:animEffect>
                                    <p:anim calcmode="lin" valueType="num">
                                      <p:cBhvr>
                                        <p:cTn id="35" dur="1000" fill="hold"/>
                                        <p:tgtEl>
                                          <p:spTgt spid="170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170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1703">
                                            <p:txEl>
                                              <p:pRg st="7" end="7"/>
                                            </p:txEl>
                                          </p:spTgt>
                                        </p:tgtEl>
                                        <p:attrNameLst>
                                          <p:attrName>style.visibility</p:attrName>
                                        </p:attrNameLst>
                                      </p:cBhvr>
                                      <p:to>
                                        <p:strVal val="visible"/>
                                      </p:to>
                                    </p:set>
                                    <p:animEffect transition="in" filter="fade">
                                      <p:cBhvr>
                                        <p:cTn id="39" dur="1000"/>
                                        <p:tgtEl>
                                          <p:spTgt spid="1703">
                                            <p:txEl>
                                              <p:pRg st="7" end="7"/>
                                            </p:txEl>
                                          </p:spTgt>
                                        </p:tgtEl>
                                      </p:cBhvr>
                                    </p:animEffect>
                                    <p:anim calcmode="lin" valueType="num">
                                      <p:cBhvr>
                                        <p:cTn id="40" dur="1000" fill="hold"/>
                                        <p:tgtEl>
                                          <p:spTgt spid="170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1703">
                                            <p:txEl>
                                              <p:pRg st="7" end="7"/>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1703">
                                            <p:txEl>
                                              <p:pRg st="8" end="8"/>
                                            </p:txEl>
                                          </p:spTgt>
                                        </p:tgtEl>
                                        <p:attrNameLst>
                                          <p:attrName>style.visibility</p:attrName>
                                        </p:attrNameLst>
                                      </p:cBhvr>
                                      <p:to>
                                        <p:strVal val="visible"/>
                                      </p:to>
                                    </p:set>
                                    <p:animEffect transition="in" filter="fade">
                                      <p:cBhvr>
                                        <p:cTn id="44" dur="1000"/>
                                        <p:tgtEl>
                                          <p:spTgt spid="1703">
                                            <p:txEl>
                                              <p:pRg st="8" end="8"/>
                                            </p:txEl>
                                          </p:spTgt>
                                        </p:tgtEl>
                                      </p:cBhvr>
                                    </p:animEffect>
                                    <p:anim calcmode="lin" valueType="num">
                                      <p:cBhvr>
                                        <p:cTn id="45" dur="1000" fill="hold"/>
                                        <p:tgtEl>
                                          <p:spTgt spid="1703">
                                            <p:txEl>
                                              <p:pRg st="8" end="8"/>
                                            </p:txEl>
                                          </p:spTgt>
                                        </p:tgtEl>
                                        <p:attrNameLst>
                                          <p:attrName>ppt_x</p:attrName>
                                        </p:attrNameLst>
                                      </p:cBhvr>
                                      <p:tavLst>
                                        <p:tav tm="0">
                                          <p:val>
                                            <p:strVal val="#ppt_x"/>
                                          </p:val>
                                        </p:tav>
                                        <p:tav tm="100000">
                                          <p:val>
                                            <p:strVal val="#ppt_x"/>
                                          </p:val>
                                        </p:tav>
                                      </p:tavLst>
                                    </p:anim>
                                    <p:anim calcmode="lin" valueType="num">
                                      <p:cBhvr>
                                        <p:cTn id="46" dur="1000" fill="hold"/>
                                        <p:tgtEl>
                                          <p:spTgt spid="1703">
                                            <p:txEl>
                                              <p:pRg st="8" end="8"/>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1703">
                                            <p:txEl>
                                              <p:pRg st="9" end="9"/>
                                            </p:txEl>
                                          </p:spTgt>
                                        </p:tgtEl>
                                        <p:attrNameLst>
                                          <p:attrName>style.visibility</p:attrName>
                                        </p:attrNameLst>
                                      </p:cBhvr>
                                      <p:to>
                                        <p:strVal val="visible"/>
                                      </p:to>
                                    </p:set>
                                    <p:animEffect transition="in" filter="fade">
                                      <p:cBhvr>
                                        <p:cTn id="49" dur="1000"/>
                                        <p:tgtEl>
                                          <p:spTgt spid="1703">
                                            <p:txEl>
                                              <p:pRg st="9" end="9"/>
                                            </p:txEl>
                                          </p:spTgt>
                                        </p:tgtEl>
                                      </p:cBhvr>
                                    </p:animEffect>
                                    <p:anim calcmode="lin" valueType="num">
                                      <p:cBhvr>
                                        <p:cTn id="50" dur="1000" fill="hold"/>
                                        <p:tgtEl>
                                          <p:spTgt spid="1703">
                                            <p:txEl>
                                              <p:pRg st="9" end="9"/>
                                            </p:txEl>
                                          </p:spTgt>
                                        </p:tgtEl>
                                        <p:attrNameLst>
                                          <p:attrName>ppt_x</p:attrName>
                                        </p:attrNameLst>
                                      </p:cBhvr>
                                      <p:tavLst>
                                        <p:tav tm="0">
                                          <p:val>
                                            <p:strVal val="#ppt_x"/>
                                          </p:val>
                                        </p:tav>
                                        <p:tav tm="100000">
                                          <p:val>
                                            <p:strVal val="#ppt_x"/>
                                          </p:val>
                                        </p:tav>
                                      </p:tavLst>
                                    </p:anim>
                                    <p:anim calcmode="lin" valueType="num">
                                      <p:cBhvr>
                                        <p:cTn id="51" dur="1000" fill="hold"/>
                                        <p:tgtEl>
                                          <p:spTgt spid="1703">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1703">
                                            <p:txEl>
                                              <p:pRg st="11" end="11"/>
                                            </p:txEl>
                                          </p:spTgt>
                                        </p:tgtEl>
                                        <p:attrNameLst>
                                          <p:attrName>style.visibility</p:attrName>
                                        </p:attrNameLst>
                                      </p:cBhvr>
                                      <p:to>
                                        <p:strVal val="visible"/>
                                      </p:to>
                                    </p:set>
                                    <p:animEffect transition="in" filter="fade">
                                      <p:cBhvr>
                                        <p:cTn id="56" dur="1000"/>
                                        <p:tgtEl>
                                          <p:spTgt spid="1703">
                                            <p:txEl>
                                              <p:pRg st="11" end="11"/>
                                            </p:txEl>
                                          </p:spTgt>
                                        </p:tgtEl>
                                      </p:cBhvr>
                                    </p:animEffect>
                                    <p:anim calcmode="lin" valueType="num">
                                      <p:cBhvr>
                                        <p:cTn id="57" dur="1000" fill="hold"/>
                                        <p:tgtEl>
                                          <p:spTgt spid="1703">
                                            <p:txEl>
                                              <p:pRg st="11" end="11"/>
                                            </p:txEl>
                                          </p:spTgt>
                                        </p:tgtEl>
                                        <p:attrNameLst>
                                          <p:attrName>ppt_x</p:attrName>
                                        </p:attrNameLst>
                                      </p:cBhvr>
                                      <p:tavLst>
                                        <p:tav tm="0">
                                          <p:val>
                                            <p:strVal val="#ppt_x"/>
                                          </p:val>
                                        </p:tav>
                                        <p:tav tm="100000">
                                          <p:val>
                                            <p:strVal val="#ppt_x"/>
                                          </p:val>
                                        </p:tav>
                                      </p:tavLst>
                                    </p:anim>
                                    <p:anim calcmode="lin" valueType="num">
                                      <p:cBhvr>
                                        <p:cTn id="58" dur="1000" fill="hold"/>
                                        <p:tgtEl>
                                          <p:spTgt spid="1703">
                                            <p:txEl>
                                              <p:pRg st="11" end="1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46"/>
        <p:cNvGrpSpPr/>
        <p:nvPr/>
      </p:nvGrpSpPr>
      <p:grpSpPr>
        <a:xfrm>
          <a:off x="0" y="0"/>
          <a:ext cx="0" cy="0"/>
          <a:chOff x="0" y="0"/>
          <a:chExt cx="0" cy="0"/>
        </a:xfrm>
      </p:grpSpPr>
      <p:sp>
        <p:nvSpPr>
          <p:cNvPr id="1748" name="Google Shape;1748;p95"/>
          <p:cNvSpPr txBox="1"/>
          <p:nvPr/>
        </p:nvSpPr>
        <p:spPr>
          <a:xfrm>
            <a:off x="224979" y="788088"/>
            <a:ext cx="11806237" cy="175432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While the system is saving the draft in the draft table we can use </a:t>
            </a:r>
            <a:r>
              <a:rPr lang="en-US" sz="1800" dirty="0" err="1">
                <a:solidFill>
                  <a:schemeClr val="dk1"/>
                </a:solidFill>
                <a:latin typeface="Calibri"/>
                <a:ea typeface="Calibri"/>
                <a:cs typeface="Calibri"/>
                <a:sym typeface="Calibri"/>
              </a:rPr>
              <a:t>prechecks</a:t>
            </a:r>
            <a:r>
              <a:rPr lang="en-US" sz="1800" dirty="0">
                <a:solidFill>
                  <a:schemeClr val="dk1"/>
                </a:solidFill>
                <a:latin typeface="Calibri"/>
                <a:ea typeface="Calibri"/>
                <a:cs typeface="Calibri"/>
                <a:sym typeface="Calibri"/>
              </a:rPr>
              <a:t> to make sure that checks/authorizations are checked in the system before data reaches to draft table. Unlike validations (while saving/updating data to main table) Prechecks will trigger before data reaches to transaction buffer. </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They are very helpful when we even want to validate data of one control based on another control. Currently as a developer you need to take additional pain to clean the data when draft is activated. If you apply </a:t>
            </a:r>
            <a:r>
              <a:rPr lang="en-US" sz="1800" dirty="0" err="1">
                <a:solidFill>
                  <a:schemeClr val="dk1"/>
                </a:solidFill>
                <a:latin typeface="Calibri"/>
                <a:ea typeface="Calibri"/>
                <a:cs typeface="Calibri"/>
                <a:sym typeface="Calibri"/>
              </a:rPr>
              <a:t>precheck</a:t>
            </a:r>
            <a:r>
              <a:rPr lang="en-US" sz="1800" dirty="0">
                <a:solidFill>
                  <a:schemeClr val="dk1"/>
                </a:solidFill>
                <a:latin typeface="Calibri"/>
                <a:ea typeface="Calibri"/>
                <a:cs typeface="Calibri"/>
                <a:sym typeface="Calibri"/>
              </a:rPr>
              <a:t>, system ensures that only the clean data reaches to transaction buffer. </a:t>
            </a:r>
            <a:endParaRPr sz="1800" dirty="0">
              <a:solidFill>
                <a:schemeClr val="dk1"/>
              </a:solidFill>
              <a:latin typeface="Calibri"/>
              <a:ea typeface="Calibri"/>
              <a:cs typeface="Calibri"/>
              <a:sym typeface="Calibri"/>
            </a:endParaRPr>
          </a:p>
        </p:txBody>
      </p:sp>
      <p:sp>
        <p:nvSpPr>
          <p:cNvPr id="1749" name="Google Shape;1749;p95"/>
          <p:cNvSpPr txBox="1"/>
          <p:nvPr/>
        </p:nvSpPr>
        <p:spPr>
          <a:xfrm>
            <a:off x="191294" y="895"/>
            <a:ext cx="11231710" cy="64620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Prechecks </a:t>
            </a:r>
            <a:endParaRPr sz="3599" dirty="0">
              <a:solidFill>
                <a:srgbClr val="FFC000"/>
              </a:solidFill>
              <a:latin typeface="Cooper Black" panose="0208090404030B020404" pitchFamily="18" charset="0"/>
              <a:ea typeface="Corben"/>
              <a:cs typeface="Corben"/>
              <a:sym typeface="Corben"/>
            </a:endParaRPr>
          </a:p>
        </p:txBody>
      </p:sp>
      <p:pic>
        <p:nvPicPr>
          <p:cNvPr id="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8"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p:sp>
        <p:nvSpPr>
          <p:cNvPr id="2" name="Rectangle 1">
            <a:extLst>
              <a:ext uri="{FF2B5EF4-FFF2-40B4-BE49-F238E27FC236}">
                <a16:creationId xmlns:a16="http://schemas.microsoft.com/office/drawing/2014/main" id="{02C122D8-97E2-776D-73FA-F5544FEF72D7}"/>
              </a:ext>
            </a:extLst>
          </p:cNvPr>
          <p:cNvSpPr/>
          <p:nvPr/>
        </p:nvSpPr>
        <p:spPr>
          <a:xfrm>
            <a:off x="1601734" y="3111415"/>
            <a:ext cx="2859802" cy="5155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Get The Country of Customer</a:t>
            </a:r>
          </a:p>
        </p:txBody>
      </p:sp>
      <p:sp>
        <p:nvSpPr>
          <p:cNvPr id="3" name="Rectangle 2">
            <a:extLst>
              <a:ext uri="{FF2B5EF4-FFF2-40B4-BE49-F238E27FC236}">
                <a16:creationId xmlns:a16="http://schemas.microsoft.com/office/drawing/2014/main" id="{EB738D1E-057A-2695-D719-41F10289D744}"/>
              </a:ext>
            </a:extLst>
          </p:cNvPr>
          <p:cNvSpPr/>
          <p:nvPr/>
        </p:nvSpPr>
        <p:spPr>
          <a:xfrm>
            <a:off x="7271219" y="3111415"/>
            <a:ext cx="2859802" cy="5155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Get The Country of Agency</a:t>
            </a:r>
          </a:p>
        </p:txBody>
      </p:sp>
      <p:sp>
        <p:nvSpPr>
          <p:cNvPr id="4" name="Rectangle 3">
            <a:extLst>
              <a:ext uri="{FF2B5EF4-FFF2-40B4-BE49-F238E27FC236}">
                <a16:creationId xmlns:a16="http://schemas.microsoft.com/office/drawing/2014/main" id="{23FD5D8F-0061-6340-B92A-EB485C9232FE}"/>
              </a:ext>
            </a:extLst>
          </p:cNvPr>
          <p:cNvSpPr/>
          <p:nvPr/>
        </p:nvSpPr>
        <p:spPr>
          <a:xfrm>
            <a:off x="5474126" y="3215742"/>
            <a:ext cx="693471" cy="10432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84452FFD-B5D7-1C24-4E6A-18BECE018AFE}"/>
              </a:ext>
            </a:extLst>
          </p:cNvPr>
          <p:cNvSpPr/>
          <p:nvPr/>
        </p:nvSpPr>
        <p:spPr>
          <a:xfrm>
            <a:off x="5474125" y="3369165"/>
            <a:ext cx="693471" cy="10432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532166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55"/>
        <p:cNvGrpSpPr/>
        <p:nvPr/>
      </p:nvGrpSpPr>
      <p:grpSpPr>
        <a:xfrm>
          <a:off x="0" y="0"/>
          <a:ext cx="0" cy="0"/>
          <a:chOff x="0" y="0"/>
          <a:chExt cx="0" cy="0"/>
        </a:xfrm>
      </p:grpSpPr>
      <p:sp>
        <p:nvSpPr>
          <p:cNvPr id="1757" name="Google Shape;1757;p96"/>
          <p:cNvSpPr txBox="1"/>
          <p:nvPr/>
        </p:nvSpPr>
        <p:spPr>
          <a:xfrm>
            <a:off x="224979" y="788088"/>
            <a:ext cx="11806237" cy="64633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Before data reaches to transaction buffer, the augment code will be executed and here we can set some default data to the BO instance.</a:t>
            </a:r>
            <a:endParaRPr sz="1800">
              <a:solidFill>
                <a:schemeClr val="dk1"/>
              </a:solidFill>
              <a:latin typeface="Calibri"/>
              <a:ea typeface="Calibri"/>
              <a:cs typeface="Calibri"/>
              <a:sym typeface="Calibri"/>
            </a:endParaRPr>
          </a:p>
        </p:txBody>
      </p:sp>
      <p:sp>
        <p:nvSpPr>
          <p:cNvPr id="1758" name="Google Shape;1758;p96"/>
          <p:cNvSpPr txBox="1"/>
          <p:nvPr/>
        </p:nvSpPr>
        <p:spPr>
          <a:xfrm>
            <a:off x="191294" y="895"/>
            <a:ext cx="11231710" cy="64620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Augment</a:t>
            </a:r>
            <a:endParaRPr sz="3599" dirty="0">
              <a:solidFill>
                <a:srgbClr val="FFC000"/>
              </a:solidFill>
              <a:latin typeface="Cooper Black" panose="0208090404030B020404" pitchFamily="18" charset="0"/>
              <a:ea typeface="Corben"/>
              <a:cs typeface="Corben"/>
              <a:sym typeface="Corben"/>
            </a:endParaRPr>
          </a:p>
        </p:txBody>
      </p:sp>
      <p:pic>
        <p:nvPicPr>
          <p:cNvPr id="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8"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p:spTree>
    <p:extLst>
      <p:ext uri="{BB962C8B-B14F-4D97-AF65-F5344CB8AC3E}">
        <p14:creationId xmlns:p14="http://schemas.microsoft.com/office/powerpoint/2010/main" val="11976783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64"/>
        <p:cNvGrpSpPr/>
        <p:nvPr/>
      </p:nvGrpSpPr>
      <p:grpSpPr>
        <a:xfrm>
          <a:off x="0" y="0"/>
          <a:ext cx="0" cy="0"/>
          <a:chOff x="0" y="0"/>
          <a:chExt cx="0" cy="0"/>
        </a:xfrm>
      </p:grpSpPr>
      <p:sp>
        <p:nvSpPr>
          <p:cNvPr id="1766" name="Google Shape;1766;p97"/>
          <p:cNvSpPr txBox="1"/>
          <p:nvPr/>
        </p:nvSpPr>
        <p:spPr>
          <a:xfrm>
            <a:off x="224979" y="788088"/>
            <a:ext cx="11806237" cy="34163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There is a requirement to expose extra elements out of </a:t>
            </a:r>
            <a:r>
              <a:rPr lang="en-US" sz="1800" dirty="0" err="1">
                <a:solidFill>
                  <a:schemeClr val="dk1"/>
                </a:solidFill>
                <a:latin typeface="Calibri"/>
                <a:ea typeface="Calibri"/>
                <a:cs typeface="Calibri"/>
                <a:sym typeface="Calibri"/>
              </a:rPr>
              <a:t>cds</a:t>
            </a:r>
            <a:r>
              <a:rPr lang="en-US" sz="1800" dirty="0">
                <a:solidFill>
                  <a:schemeClr val="dk1"/>
                </a:solidFill>
                <a:latin typeface="Calibri"/>
                <a:ea typeface="Calibri"/>
                <a:cs typeface="Calibri"/>
                <a:sym typeface="Calibri"/>
              </a:rPr>
              <a:t> entities for which there is no data inside the database, basically these element values are calculated at runtime (on-fly). If you worked with SAP UI5 development, we have similar concept called formatter. We have a implementing class in which we will add our code for calculating the runtime data of virtual elements.</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Rules:</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We should only add them to projection view. Because if you add in main view, your draft table will disturb and your main table will never have these column.</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RAP does not support filtering and sorting of virtual elements, also the aggregation and group is not allowed</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We cannot select data from virtual elements using direct SELECT or EML</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We have to write implementation in a class for virtual element that class must use the interface </a:t>
            </a:r>
            <a:r>
              <a:rPr lang="en-US" sz="1800" dirty="0">
                <a:solidFill>
                  <a:srgbClr val="333333"/>
                </a:solidFill>
                <a:latin typeface="Arial"/>
                <a:ea typeface="Arial"/>
                <a:cs typeface="Arial"/>
                <a:sym typeface="Arial"/>
              </a:rPr>
              <a:t>IF_SADL_EXIT_CALC_ELEMENT_READ.</a:t>
            </a:r>
            <a:endParaRPr dirty="0"/>
          </a:p>
          <a:p>
            <a:pPr marL="285750" marR="0" lvl="0" indent="-171450" algn="l" rtl="0">
              <a:spcBef>
                <a:spcPts val="0"/>
              </a:spcBef>
              <a:spcAft>
                <a:spcPts val="0"/>
              </a:spcAft>
              <a:buClr>
                <a:schemeClr val="dk1"/>
              </a:buClr>
              <a:buSzPts val="1800"/>
              <a:buFont typeface="Arial"/>
              <a:buNone/>
            </a:pPr>
            <a:endParaRPr sz="1800" dirty="0">
              <a:solidFill>
                <a:schemeClr val="dk1"/>
              </a:solidFill>
              <a:latin typeface="Calibri"/>
              <a:ea typeface="Calibri"/>
              <a:cs typeface="Calibri"/>
              <a:sym typeface="Calibri"/>
            </a:endParaRPr>
          </a:p>
        </p:txBody>
      </p:sp>
      <p:sp>
        <p:nvSpPr>
          <p:cNvPr id="1767" name="Google Shape;1767;p97"/>
          <p:cNvSpPr txBox="1"/>
          <p:nvPr/>
        </p:nvSpPr>
        <p:spPr>
          <a:xfrm>
            <a:off x="191294" y="895"/>
            <a:ext cx="11231710" cy="64620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Virtual Elements</a:t>
            </a:r>
            <a:endParaRPr sz="3599" dirty="0">
              <a:solidFill>
                <a:srgbClr val="FFC000"/>
              </a:solidFill>
              <a:latin typeface="Cooper Black" panose="0208090404030B020404" pitchFamily="18" charset="0"/>
              <a:ea typeface="Corben"/>
              <a:cs typeface="Corben"/>
              <a:sym typeface="Corben"/>
            </a:endParaRPr>
          </a:p>
        </p:txBody>
      </p:sp>
      <p:pic>
        <p:nvPicPr>
          <p:cNvPr id="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8"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mc:AlternateContent xmlns:mc="http://schemas.openxmlformats.org/markup-compatibility/2006" xmlns:p14="http://schemas.microsoft.com/office/powerpoint/2010/main">
        <mc:Choice Requires="p14">
          <p:contentPart p14:bwMode="auto" r:id="rId4">
            <p14:nvContentPartPr>
              <p14:cNvPr id="2" name="Ink 1">
                <a:extLst>
                  <a:ext uri="{FF2B5EF4-FFF2-40B4-BE49-F238E27FC236}">
                    <a16:creationId xmlns:a16="http://schemas.microsoft.com/office/drawing/2014/main" id="{1254B608-1366-EDF5-7611-CF806C718FAE}"/>
                  </a:ext>
                </a:extLst>
              </p14:cNvPr>
              <p14:cNvContentPartPr/>
              <p14:nvPr/>
            </p14:nvContentPartPr>
            <p14:xfrm>
              <a:off x="1128892" y="5240783"/>
              <a:ext cx="360" cy="360"/>
            </p14:xfrm>
          </p:contentPart>
        </mc:Choice>
        <mc:Fallback xmlns="">
          <p:pic>
            <p:nvPicPr>
              <p:cNvPr id="2" name="Ink 1">
                <a:extLst>
                  <a:ext uri="{FF2B5EF4-FFF2-40B4-BE49-F238E27FC236}">
                    <a16:creationId xmlns:a16="http://schemas.microsoft.com/office/drawing/2014/main" id="{1254B608-1366-EDF5-7611-CF806C718FAE}"/>
                  </a:ext>
                </a:extLst>
              </p:cNvPr>
              <p:cNvPicPr/>
              <p:nvPr/>
            </p:nvPicPr>
            <p:blipFill>
              <a:blip r:embed="rId5"/>
              <a:stretch>
                <a:fillRect/>
              </a:stretch>
            </p:blipFill>
            <p:spPr>
              <a:xfrm>
                <a:off x="1119892" y="5232143"/>
                <a:ext cx="18000" cy="18000"/>
              </a:xfrm>
              <a:prstGeom prst="rect">
                <a:avLst/>
              </a:prstGeom>
            </p:spPr>
          </p:pic>
        </mc:Fallback>
      </mc:AlternateContent>
    </p:spTree>
    <p:extLst>
      <p:ext uri="{BB962C8B-B14F-4D97-AF65-F5344CB8AC3E}">
        <p14:creationId xmlns:p14="http://schemas.microsoft.com/office/powerpoint/2010/main" val="21117875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11"/>
        <p:cNvGrpSpPr/>
        <p:nvPr/>
      </p:nvGrpSpPr>
      <p:grpSpPr>
        <a:xfrm>
          <a:off x="0" y="0"/>
          <a:ext cx="0" cy="0"/>
          <a:chOff x="0" y="0"/>
          <a:chExt cx="0" cy="0"/>
        </a:xfrm>
      </p:grpSpPr>
      <p:sp>
        <p:nvSpPr>
          <p:cNvPr id="1313" name="Google Shape;1313;p59"/>
          <p:cNvSpPr txBox="1"/>
          <p:nvPr/>
        </p:nvSpPr>
        <p:spPr>
          <a:xfrm>
            <a:off x="191294" y="895"/>
            <a:ext cx="11231710" cy="64616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Structure of the Fiori App</a:t>
            </a:r>
            <a:endParaRPr sz="3599" dirty="0">
              <a:solidFill>
                <a:srgbClr val="FFC000"/>
              </a:solidFill>
              <a:latin typeface="Cooper Black" panose="0208090404030B020404" pitchFamily="18" charset="0"/>
              <a:ea typeface="Corben"/>
              <a:cs typeface="Corben"/>
              <a:sym typeface="Corben"/>
            </a:endParaRPr>
          </a:p>
        </p:txBody>
      </p:sp>
      <p:sp>
        <p:nvSpPr>
          <p:cNvPr id="38"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p:pic>
        <p:nvPicPr>
          <p:cNvPr id="3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p14="http://schemas.microsoft.com/office/powerpoint/2010/main">
        <mc:Choice Requires="p14">
          <p:contentPart p14:bwMode="auto" r:id="rId4">
            <p14:nvContentPartPr>
              <p14:cNvPr id="8" name="Ink 7">
                <a:extLst>
                  <a:ext uri="{FF2B5EF4-FFF2-40B4-BE49-F238E27FC236}">
                    <a16:creationId xmlns:a16="http://schemas.microsoft.com/office/drawing/2014/main" id="{83E4538C-8F61-FA7C-1202-5A3FBA8FFDCE}"/>
                  </a:ext>
                </a:extLst>
              </p14:cNvPr>
              <p14:cNvContentPartPr/>
              <p14:nvPr/>
            </p14:nvContentPartPr>
            <p14:xfrm>
              <a:off x="288292" y="6615382"/>
              <a:ext cx="360" cy="360"/>
            </p14:xfrm>
          </p:contentPart>
        </mc:Choice>
        <mc:Fallback xmlns="">
          <p:pic>
            <p:nvPicPr>
              <p:cNvPr id="8" name="Ink 7">
                <a:extLst>
                  <a:ext uri="{FF2B5EF4-FFF2-40B4-BE49-F238E27FC236}">
                    <a16:creationId xmlns:a16="http://schemas.microsoft.com/office/drawing/2014/main" id="{83E4538C-8F61-FA7C-1202-5A3FBA8FFDCE}"/>
                  </a:ext>
                </a:extLst>
              </p:cNvPr>
              <p:cNvPicPr/>
              <p:nvPr/>
            </p:nvPicPr>
            <p:blipFill>
              <a:blip r:embed="rId6"/>
              <a:stretch>
                <a:fillRect/>
              </a:stretch>
            </p:blipFill>
            <p:spPr>
              <a:xfrm>
                <a:off x="279292" y="6606382"/>
                <a:ext cx="18000" cy="18000"/>
              </a:xfrm>
              <a:prstGeom prst="rect">
                <a:avLst/>
              </a:prstGeom>
            </p:spPr>
          </p:pic>
        </mc:Fallback>
      </mc:AlternateContent>
      <p:sp>
        <p:nvSpPr>
          <p:cNvPr id="15" name="Google Shape;1784;p99">
            <a:extLst>
              <a:ext uri="{FF2B5EF4-FFF2-40B4-BE49-F238E27FC236}">
                <a16:creationId xmlns:a16="http://schemas.microsoft.com/office/drawing/2014/main" id="{D066BECC-1B37-00D9-A221-842A63DFF0A3}"/>
              </a:ext>
            </a:extLst>
          </p:cNvPr>
          <p:cNvSpPr txBox="1"/>
          <p:nvPr/>
        </p:nvSpPr>
        <p:spPr>
          <a:xfrm>
            <a:off x="258169" y="769187"/>
            <a:ext cx="11806237" cy="341627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Currently you are testing the Fiori App by using the standard preview option in eclipse tool. Will our end user have the ability and skill to open eclipse tool, go to package and search BIMP and then open preview and that too in production system.</a:t>
            </a:r>
            <a:endParaRPr dirty="0"/>
          </a:p>
          <a:p>
            <a:pPr marL="285750" marR="0" lvl="0" indent="-285750" algn="l" rtl="0">
              <a:spcBef>
                <a:spcPts val="0"/>
              </a:spcBef>
              <a:spcAft>
                <a:spcPts val="0"/>
              </a:spcAft>
              <a:buClr>
                <a:schemeClr val="dk1"/>
              </a:buClr>
              <a:buSzPts val="1800"/>
              <a:buFont typeface="Arial"/>
              <a:buChar char="•"/>
            </a:pPr>
            <a:endParaRPr lang="en-US" sz="1800" dirty="0">
              <a:solidFill>
                <a:schemeClr val="dk1"/>
              </a:solidFill>
              <a:latin typeface="Calibri"/>
              <a:ea typeface="Calibri"/>
              <a:cs typeface="Calibri"/>
              <a:sym typeface="Calibri"/>
            </a:endParaRPr>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All the Fiori apps which we create in BTP will be called MTA – Multi target application, they are deployed with </a:t>
            </a:r>
            <a:r>
              <a:rPr lang="en-US" sz="1800" dirty="0" err="1">
                <a:solidFill>
                  <a:schemeClr val="dk1"/>
                </a:solidFill>
                <a:latin typeface="Calibri"/>
                <a:ea typeface="Calibri"/>
                <a:cs typeface="Calibri"/>
                <a:sym typeface="Calibri"/>
              </a:rPr>
              <a:t>mta.yml</a:t>
            </a:r>
            <a:r>
              <a:rPr lang="en-US" sz="1800" dirty="0">
                <a:solidFill>
                  <a:schemeClr val="dk1"/>
                </a:solidFill>
                <a:latin typeface="Calibri"/>
                <a:ea typeface="Calibri"/>
                <a:cs typeface="Calibri"/>
                <a:sym typeface="Calibri"/>
              </a:rPr>
              <a:t> file. Which will contain the configuration for the Fiori App.</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In SAP BTP, there is a storage space called </a:t>
            </a:r>
            <a:r>
              <a:rPr lang="en-US" sz="1800" b="1" dirty="0">
                <a:solidFill>
                  <a:schemeClr val="dk1"/>
                </a:solidFill>
                <a:latin typeface="Calibri"/>
                <a:ea typeface="Calibri"/>
                <a:cs typeface="Calibri"/>
                <a:sym typeface="Calibri"/>
              </a:rPr>
              <a:t>html-5-repository</a:t>
            </a:r>
            <a:r>
              <a:rPr lang="en-US" sz="1800" dirty="0">
                <a:solidFill>
                  <a:schemeClr val="dk1"/>
                </a:solidFill>
                <a:latin typeface="Calibri"/>
                <a:ea typeface="Calibri"/>
                <a:cs typeface="Calibri"/>
                <a:sym typeface="Calibri"/>
              </a:rPr>
              <a:t> where the BTP will store our Fiori apps.</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When we deploy our app, there is </a:t>
            </a:r>
            <a:r>
              <a:rPr lang="en-US" sz="1800" b="1" dirty="0">
                <a:solidFill>
                  <a:schemeClr val="dk1"/>
                </a:solidFill>
                <a:latin typeface="Calibri"/>
                <a:ea typeface="Calibri"/>
                <a:cs typeface="Calibri"/>
                <a:sym typeface="Calibri"/>
              </a:rPr>
              <a:t>html5-deployer</a:t>
            </a:r>
            <a:r>
              <a:rPr lang="en-US" sz="1800" dirty="0">
                <a:solidFill>
                  <a:schemeClr val="dk1"/>
                </a:solidFill>
                <a:latin typeface="Calibri"/>
                <a:ea typeface="Calibri"/>
                <a:cs typeface="Calibri"/>
                <a:sym typeface="Calibri"/>
              </a:rPr>
              <a:t> which will take our app from BAS tool and </a:t>
            </a:r>
            <a:r>
              <a:rPr lang="en-US" sz="1800" dirty="0" err="1">
                <a:solidFill>
                  <a:schemeClr val="dk1"/>
                </a:solidFill>
                <a:latin typeface="Calibri"/>
                <a:ea typeface="Calibri"/>
                <a:cs typeface="Calibri"/>
                <a:sym typeface="Calibri"/>
              </a:rPr>
              <a:t>deployes</a:t>
            </a:r>
            <a:r>
              <a:rPr lang="en-US" sz="1800" dirty="0">
                <a:solidFill>
                  <a:schemeClr val="dk1"/>
                </a:solidFill>
                <a:latin typeface="Calibri"/>
                <a:ea typeface="Calibri"/>
                <a:cs typeface="Calibri"/>
                <a:sym typeface="Calibri"/>
              </a:rPr>
              <a:t> it to the HTML5 Repository (Design time)</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When we run the app, there is a service called </a:t>
            </a:r>
            <a:r>
              <a:rPr lang="en-US" sz="1800" b="1" dirty="0">
                <a:solidFill>
                  <a:schemeClr val="dk1"/>
                </a:solidFill>
                <a:latin typeface="Calibri"/>
                <a:ea typeface="Calibri"/>
                <a:cs typeface="Calibri"/>
                <a:sym typeface="Calibri"/>
              </a:rPr>
              <a:t>html5-rt</a:t>
            </a:r>
            <a:r>
              <a:rPr lang="en-US" sz="1800" dirty="0">
                <a:solidFill>
                  <a:schemeClr val="dk1"/>
                </a:solidFill>
                <a:latin typeface="Calibri"/>
                <a:ea typeface="Calibri"/>
                <a:cs typeface="Calibri"/>
                <a:sym typeface="Calibri"/>
              </a:rPr>
              <a:t> (runtime) service which will load our app from the repository in the build </a:t>
            </a:r>
            <a:r>
              <a:rPr lang="en-US" sz="1800" dirty="0" err="1">
                <a:solidFill>
                  <a:schemeClr val="dk1"/>
                </a:solidFill>
                <a:latin typeface="Calibri"/>
                <a:ea typeface="Calibri"/>
                <a:cs typeface="Calibri"/>
                <a:sym typeface="Calibri"/>
              </a:rPr>
              <a:t>workzone</a:t>
            </a:r>
            <a:r>
              <a:rPr lang="en-US" sz="1800" dirty="0">
                <a:solidFill>
                  <a:schemeClr val="dk1"/>
                </a:solidFill>
                <a:latin typeface="Calibri"/>
                <a:ea typeface="Calibri"/>
                <a:cs typeface="Calibri"/>
                <a:sym typeface="Calibri"/>
              </a:rPr>
              <a:t>.</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Apart from that the application will contain a </a:t>
            </a:r>
            <a:r>
              <a:rPr lang="en-US" sz="1800" b="1" dirty="0">
                <a:solidFill>
                  <a:schemeClr val="dk1"/>
                </a:solidFill>
                <a:latin typeface="Calibri"/>
                <a:ea typeface="Calibri"/>
                <a:cs typeface="Calibri"/>
                <a:sym typeface="Calibri"/>
              </a:rPr>
              <a:t>connectivity</a:t>
            </a:r>
            <a:r>
              <a:rPr lang="en-US" sz="1800" dirty="0">
                <a:solidFill>
                  <a:schemeClr val="dk1"/>
                </a:solidFill>
                <a:latin typeface="Calibri"/>
                <a:ea typeface="Calibri"/>
                <a:cs typeface="Calibri"/>
                <a:sym typeface="Calibri"/>
              </a:rPr>
              <a:t> service to communicate with our abap on cloud system.</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And a </a:t>
            </a:r>
            <a:r>
              <a:rPr lang="en-US" sz="1800" b="1" dirty="0">
                <a:solidFill>
                  <a:schemeClr val="dk1"/>
                </a:solidFill>
                <a:latin typeface="Calibri"/>
                <a:ea typeface="Calibri"/>
                <a:cs typeface="Calibri"/>
                <a:sym typeface="Calibri"/>
              </a:rPr>
              <a:t>destination </a:t>
            </a:r>
            <a:r>
              <a:rPr lang="en-US" sz="1800" dirty="0">
                <a:solidFill>
                  <a:schemeClr val="dk1"/>
                </a:solidFill>
                <a:latin typeface="Calibri"/>
                <a:ea typeface="Calibri"/>
                <a:cs typeface="Calibri"/>
                <a:sym typeface="Calibri"/>
              </a:rPr>
              <a:t>service which will read the destination (RFC) of AOC system to access data in Fiori.</a:t>
            </a:r>
            <a:endParaRPr dirty="0"/>
          </a:p>
        </p:txBody>
      </p:sp>
    </p:spTree>
    <p:extLst>
      <p:ext uri="{BB962C8B-B14F-4D97-AF65-F5344CB8AC3E}">
        <p14:creationId xmlns:p14="http://schemas.microsoft.com/office/powerpoint/2010/main" val="34278540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11"/>
        <p:cNvGrpSpPr/>
        <p:nvPr/>
      </p:nvGrpSpPr>
      <p:grpSpPr>
        <a:xfrm>
          <a:off x="0" y="0"/>
          <a:ext cx="0" cy="0"/>
          <a:chOff x="0" y="0"/>
          <a:chExt cx="0" cy="0"/>
        </a:xfrm>
      </p:grpSpPr>
      <p:sp>
        <p:nvSpPr>
          <p:cNvPr id="1313" name="Google Shape;1313;p59"/>
          <p:cNvSpPr txBox="1"/>
          <p:nvPr/>
        </p:nvSpPr>
        <p:spPr>
          <a:xfrm>
            <a:off x="191294" y="895"/>
            <a:ext cx="11231710" cy="64616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Architecture</a:t>
            </a:r>
            <a:endParaRPr sz="3599" dirty="0">
              <a:solidFill>
                <a:srgbClr val="FFC000"/>
              </a:solidFill>
              <a:latin typeface="Cooper Black" panose="0208090404030B020404" pitchFamily="18" charset="0"/>
              <a:ea typeface="Corben"/>
              <a:cs typeface="Corben"/>
              <a:sym typeface="Corben"/>
            </a:endParaRPr>
          </a:p>
        </p:txBody>
      </p:sp>
      <p:sp>
        <p:nvSpPr>
          <p:cNvPr id="38"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p:pic>
        <p:nvPicPr>
          <p:cNvPr id="3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p14="http://schemas.microsoft.com/office/powerpoint/2010/main">
        <mc:Choice Requires="p14">
          <p:contentPart p14:bwMode="auto" r:id="rId4">
            <p14:nvContentPartPr>
              <p14:cNvPr id="8" name="Ink 7">
                <a:extLst>
                  <a:ext uri="{FF2B5EF4-FFF2-40B4-BE49-F238E27FC236}">
                    <a16:creationId xmlns:a16="http://schemas.microsoft.com/office/drawing/2014/main" id="{83E4538C-8F61-FA7C-1202-5A3FBA8FFDCE}"/>
                  </a:ext>
                </a:extLst>
              </p14:cNvPr>
              <p14:cNvContentPartPr/>
              <p14:nvPr/>
            </p14:nvContentPartPr>
            <p14:xfrm>
              <a:off x="288292" y="6615382"/>
              <a:ext cx="360" cy="360"/>
            </p14:xfrm>
          </p:contentPart>
        </mc:Choice>
        <mc:Fallback xmlns="">
          <p:pic>
            <p:nvPicPr>
              <p:cNvPr id="8" name="Ink 7">
                <a:extLst>
                  <a:ext uri="{FF2B5EF4-FFF2-40B4-BE49-F238E27FC236}">
                    <a16:creationId xmlns:a16="http://schemas.microsoft.com/office/drawing/2014/main" id="{83E4538C-8F61-FA7C-1202-5A3FBA8FFDCE}"/>
                  </a:ext>
                </a:extLst>
              </p:cNvPr>
              <p:cNvPicPr/>
              <p:nvPr/>
            </p:nvPicPr>
            <p:blipFill>
              <a:blip r:embed="rId6"/>
              <a:stretch>
                <a:fillRect/>
              </a:stretch>
            </p:blipFill>
            <p:spPr>
              <a:xfrm>
                <a:off x="279292" y="6606382"/>
                <a:ext cx="18000" cy="18000"/>
              </a:xfrm>
              <a:prstGeom prst="rect">
                <a:avLst/>
              </a:prstGeom>
            </p:spPr>
          </p:pic>
        </mc:Fallback>
      </mc:AlternateContent>
      <p:pic>
        <p:nvPicPr>
          <p:cNvPr id="3076" name="Picture 4" descr="Build and Deploy UI5 Freestyle Applications to SAP... - SAP Community">
            <a:extLst>
              <a:ext uri="{FF2B5EF4-FFF2-40B4-BE49-F238E27FC236}">
                <a16:creationId xmlns:a16="http://schemas.microsoft.com/office/drawing/2014/main" id="{688F8252-8736-0CE9-3D02-4CC8E7FFAFC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83008" y="1019096"/>
            <a:ext cx="11172144" cy="51073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654421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11"/>
        <p:cNvGrpSpPr/>
        <p:nvPr/>
      </p:nvGrpSpPr>
      <p:grpSpPr>
        <a:xfrm>
          <a:off x="0" y="0"/>
          <a:ext cx="0" cy="0"/>
          <a:chOff x="0" y="0"/>
          <a:chExt cx="0" cy="0"/>
        </a:xfrm>
      </p:grpSpPr>
      <p:sp>
        <p:nvSpPr>
          <p:cNvPr id="1313" name="Google Shape;1313;p59"/>
          <p:cNvSpPr txBox="1"/>
          <p:nvPr/>
        </p:nvSpPr>
        <p:spPr>
          <a:xfrm>
            <a:off x="191294" y="895"/>
            <a:ext cx="11231710" cy="64616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Tools and Services to Deliver the App</a:t>
            </a:r>
            <a:endParaRPr sz="3599" dirty="0">
              <a:solidFill>
                <a:srgbClr val="FFC000"/>
              </a:solidFill>
              <a:latin typeface="Cooper Black" panose="0208090404030B020404" pitchFamily="18" charset="0"/>
              <a:ea typeface="Corben"/>
              <a:cs typeface="Corben"/>
              <a:sym typeface="Corben"/>
            </a:endParaRPr>
          </a:p>
        </p:txBody>
      </p:sp>
      <p:sp>
        <p:nvSpPr>
          <p:cNvPr id="38"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p:pic>
        <p:nvPicPr>
          <p:cNvPr id="3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p14="http://schemas.microsoft.com/office/powerpoint/2010/main">
        <mc:Choice Requires="p14">
          <p:contentPart p14:bwMode="auto" r:id="rId4">
            <p14:nvContentPartPr>
              <p14:cNvPr id="8" name="Ink 7">
                <a:extLst>
                  <a:ext uri="{FF2B5EF4-FFF2-40B4-BE49-F238E27FC236}">
                    <a16:creationId xmlns:a16="http://schemas.microsoft.com/office/drawing/2014/main" id="{83E4538C-8F61-FA7C-1202-5A3FBA8FFDCE}"/>
                  </a:ext>
                </a:extLst>
              </p14:cNvPr>
              <p14:cNvContentPartPr/>
              <p14:nvPr/>
            </p14:nvContentPartPr>
            <p14:xfrm>
              <a:off x="288292" y="6615382"/>
              <a:ext cx="360" cy="360"/>
            </p14:xfrm>
          </p:contentPart>
        </mc:Choice>
        <mc:Fallback xmlns="">
          <p:pic>
            <p:nvPicPr>
              <p:cNvPr id="8" name="Ink 7">
                <a:extLst>
                  <a:ext uri="{FF2B5EF4-FFF2-40B4-BE49-F238E27FC236}">
                    <a16:creationId xmlns:a16="http://schemas.microsoft.com/office/drawing/2014/main" id="{83E4538C-8F61-FA7C-1202-5A3FBA8FFDCE}"/>
                  </a:ext>
                </a:extLst>
              </p:cNvPr>
              <p:cNvPicPr/>
              <p:nvPr/>
            </p:nvPicPr>
            <p:blipFill>
              <a:blip r:embed="rId6"/>
              <a:stretch>
                <a:fillRect/>
              </a:stretch>
            </p:blipFill>
            <p:spPr>
              <a:xfrm>
                <a:off x="279292" y="6606382"/>
                <a:ext cx="18000" cy="18000"/>
              </a:xfrm>
              <a:prstGeom prst="rect">
                <a:avLst/>
              </a:prstGeom>
            </p:spPr>
          </p:pic>
        </mc:Fallback>
      </mc:AlternateContent>
      <p:sp>
        <p:nvSpPr>
          <p:cNvPr id="3" name="TextBox 2">
            <a:extLst>
              <a:ext uri="{FF2B5EF4-FFF2-40B4-BE49-F238E27FC236}">
                <a16:creationId xmlns:a16="http://schemas.microsoft.com/office/drawing/2014/main" id="{F131C131-2300-C883-3271-E2D57BBC02D2}"/>
              </a:ext>
            </a:extLst>
          </p:cNvPr>
          <p:cNvSpPr txBox="1"/>
          <p:nvPr/>
        </p:nvSpPr>
        <p:spPr>
          <a:xfrm>
            <a:off x="288291" y="803937"/>
            <a:ext cx="11445485" cy="2246769"/>
          </a:xfrm>
          <a:prstGeom prst="rect">
            <a:avLst/>
          </a:prstGeom>
          <a:noFill/>
        </p:spPr>
        <p:txBody>
          <a:bodyPr wrap="square">
            <a:spAutoFit/>
          </a:bodyPr>
          <a:lstStyle/>
          <a:p>
            <a:pPr marL="285750" marR="0" lvl="0" indent="-285750" algn="l" rtl="0">
              <a:spcBef>
                <a:spcPts val="0"/>
              </a:spcBef>
              <a:spcAft>
                <a:spcPts val="0"/>
              </a:spcAft>
              <a:buClr>
                <a:schemeClr val="dk1"/>
              </a:buClr>
              <a:buSzPts val="1800"/>
              <a:buFont typeface="Arial"/>
              <a:buChar char="•"/>
            </a:pPr>
            <a:r>
              <a:rPr lang="en-US" sz="2000" dirty="0">
                <a:solidFill>
                  <a:schemeClr val="dk1"/>
                </a:solidFill>
                <a:latin typeface="Calibri"/>
                <a:ea typeface="Calibri"/>
                <a:cs typeface="Calibri"/>
                <a:sym typeface="Calibri"/>
              </a:rPr>
              <a:t>Business Application Studio – It is a multi cloud development tool which allows developers to build, test, package, deploy, and manage end to end Fiori applications.</a:t>
            </a:r>
            <a:endParaRPr lang="en-US" sz="2000" dirty="0"/>
          </a:p>
          <a:p>
            <a:pPr marL="285750" marR="0" lvl="0" indent="-285750" algn="l" rtl="0">
              <a:spcBef>
                <a:spcPts val="0"/>
              </a:spcBef>
              <a:spcAft>
                <a:spcPts val="0"/>
              </a:spcAft>
              <a:buClr>
                <a:schemeClr val="dk1"/>
              </a:buClr>
              <a:buSzPts val="1800"/>
              <a:buFont typeface="Arial"/>
              <a:buChar char="•"/>
            </a:pPr>
            <a:r>
              <a:rPr lang="en-US" sz="2000" dirty="0">
                <a:solidFill>
                  <a:schemeClr val="dk1"/>
                </a:solidFill>
                <a:latin typeface="Calibri"/>
                <a:ea typeface="Calibri"/>
                <a:cs typeface="Calibri"/>
                <a:sym typeface="Calibri"/>
              </a:rPr>
              <a:t>SAP build work zone (aka </a:t>
            </a:r>
            <a:r>
              <a:rPr lang="en-US" sz="2000" dirty="0" err="1">
                <a:solidFill>
                  <a:schemeClr val="dk1"/>
                </a:solidFill>
                <a:latin typeface="Calibri"/>
                <a:ea typeface="Calibri"/>
                <a:cs typeface="Calibri"/>
                <a:sym typeface="Calibri"/>
              </a:rPr>
              <a:t>cFLP</a:t>
            </a:r>
            <a:r>
              <a:rPr lang="en-US" sz="2000" dirty="0">
                <a:solidFill>
                  <a:schemeClr val="dk1"/>
                </a:solidFill>
                <a:latin typeface="Calibri"/>
                <a:ea typeface="Calibri"/>
                <a:cs typeface="Calibri"/>
                <a:sym typeface="Calibri"/>
              </a:rPr>
              <a:t> in BTP) – it helps us to configure a site called Fiori launchpad in the cloud. All the Fiori Apps which you build in BTP will be accessed via this build </a:t>
            </a:r>
            <a:r>
              <a:rPr lang="en-US" sz="2000" dirty="0" err="1">
                <a:solidFill>
                  <a:schemeClr val="dk1"/>
                </a:solidFill>
                <a:latin typeface="Calibri"/>
                <a:ea typeface="Calibri"/>
                <a:cs typeface="Calibri"/>
                <a:sym typeface="Calibri"/>
              </a:rPr>
              <a:t>workzone</a:t>
            </a:r>
            <a:r>
              <a:rPr lang="en-US" sz="2000" dirty="0">
                <a:solidFill>
                  <a:schemeClr val="dk1"/>
                </a:solidFill>
                <a:latin typeface="Calibri"/>
                <a:ea typeface="Calibri"/>
                <a:cs typeface="Calibri"/>
                <a:sym typeface="Calibri"/>
              </a:rPr>
              <a:t> from end user. End user will get single URL, which contains the tiles for all our apps deployed in BTP.</a:t>
            </a:r>
            <a:endParaRPr lang="en-US" sz="2000" dirty="0"/>
          </a:p>
          <a:p>
            <a:pPr marL="285750" marR="0" lvl="0" indent="-285750" algn="l" rtl="0">
              <a:spcBef>
                <a:spcPts val="0"/>
              </a:spcBef>
              <a:spcAft>
                <a:spcPts val="0"/>
              </a:spcAft>
              <a:buClr>
                <a:schemeClr val="dk1"/>
              </a:buClr>
              <a:buSzPts val="1800"/>
              <a:buFont typeface="Arial"/>
              <a:buChar char="•"/>
            </a:pPr>
            <a:r>
              <a:rPr lang="en-US" sz="2000" dirty="0">
                <a:solidFill>
                  <a:schemeClr val="dk1"/>
                </a:solidFill>
                <a:latin typeface="Calibri"/>
                <a:ea typeface="Calibri"/>
                <a:cs typeface="Calibri"/>
                <a:sym typeface="Calibri"/>
              </a:rPr>
              <a:t>Continuous Integration Service – When a developer change the application, and push to central repository like git, the CI service will automatically build and deploy our app.</a:t>
            </a:r>
            <a:endParaRPr lang="en-US" sz="2000" dirty="0"/>
          </a:p>
        </p:txBody>
      </p:sp>
    </p:spTree>
    <p:extLst>
      <p:ext uri="{BB962C8B-B14F-4D97-AF65-F5344CB8AC3E}">
        <p14:creationId xmlns:p14="http://schemas.microsoft.com/office/powerpoint/2010/main" val="12989229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311"/>
        <p:cNvGrpSpPr/>
        <p:nvPr/>
      </p:nvGrpSpPr>
      <p:grpSpPr>
        <a:xfrm>
          <a:off x="0" y="0"/>
          <a:ext cx="0" cy="0"/>
          <a:chOff x="0" y="0"/>
          <a:chExt cx="0" cy="0"/>
        </a:xfrm>
      </p:grpSpPr>
      <p:sp>
        <p:nvSpPr>
          <p:cNvPr id="1313" name="Google Shape;1313;p59"/>
          <p:cNvSpPr txBox="1"/>
          <p:nvPr/>
        </p:nvSpPr>
        <p:spPr>
          <a:xfrm>
            <a:off x="191294" y="895"/>
            <a:ext cx="11231710" cy="64616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SAP Build – An introduction</a:t>
            </a:r>
            <a:endParaRPr sz="3599" dirty="0">
              <a:solidFill>
                <a:srgbClr val="FFC000"/>
              </a:solidFill>
              <a:latin typeface="Cooper Black" panose="0208090404030B020404" pitchFamily="18" charset="0"/>
              <a:ea typeface="Corben"/>
              <a:cs typeface="Corben"/>
              <a:sym typeface="Corben"/>
            </a:endParaRPr>
          </a:p>
        </p:txBody>
      </p:sp>
      <p:sp>
        <p:nvSpPr>
          <p:cNvPr id="38"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p:pic>
        <p:nvPicPr>
          <p:cNvPr id="3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p14="http://schemas.microsoft.com/office/powerpoint/2010/main">
        <mc:Choice Requires="p14">
          <p:contentPart p14:bwMode="auto" r:id="rId4">
            <p14:nvContentPartPr>
              <p14:cNvPr id="8" name="Ink 7">
                <a:extLst>
                  <a:ext uri="{FF2B5EF4-FFF2-40B4-BE49-F238E27FC236}">
                    <a16:creationId xmlns:a16="http://schemas.microsoft.com/office/drawing/2014/main" id="{83E4538C-8F61-FA7C-1202-5A3FBA8FFDCE}"/>
                  </a:ext>
                </a:extLst>
              </p14:cNvPr>
              <p14:cNvContentPartPr/>
              <p14:nvPr/>
            </p14:nvContentPartPr>
            <p14:xfrm>
              <a:off x="288292" y="6615382"/>
              <a:ext cx="360" cy="360"/>
            </p14:xfrm>
          </p:contentPart>
        </mc:Choice>
        <mc:Fallback xmlns="">
          <p:pic>
            <p:nvPicPr>
              <p:cNvPr id="8" name="Ink 7">
                <a:extLst>
                  <a:ext uri="{FF2B5EF4-FFF2-40B4-BE49-F238E27FC236}">
                    <a16:creationId xmlns:a16="http://schemas.microsoft.com/office/drawing/2014/main" id="{83E4538C-8F61-FA7C-1202-5A3FBA8FFDCE}"/>
                  </a:ext>
                </a:extLst>
              </p:cNvPr>
              <p:cNvPicPr/>
              <p:nvPr/>
            </p:nvPicPr>
            <p:blipFill>
              <a:blip r:embed="rId6"/>
              <a:stretch>
                <a:fillRect/>
              </a:stretch>
            </p:blipFill>
            <p:spPr>
              <a:xfrm>
                <a:off x="279292" y="6606382"/>
                <a:ext cx="18000" cy="18000"/>
              </a:xfrm>
              <a:prstGeom prst="rect">
                <a:avLst/>
              </a:prstGeom>
            </p:spPr>
          </p:pic>
        </mc:Fallback>
      </mc:AlternateContent>
      <p:pic>
        <p:nvPicPr>
          <p:cNvPr id="2050" name="Picture 2" descr="SAP Build Work Zone: SAP's no-code offering for bu... - SAP Community">
            <a:extLst>
              <a:ext uri="{FF2B5EF4-FFF2-40B4-BE49-F238E27FC236}">
                <a16:creationId xmlns:a16="http://schemas.microsoft.com/office/drawing/2014/main" id="{327A12B3-0A45-F879-7B0E-42A136DD44F0}"/>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t="16208"/>
          <a:stretch/>
        </p:blipFill>
        <p:spPr bwMode="auto">
          <a:xfrm>
            <a:off x="510883" y="1380806"/>
            <a:ext cx="11383047" cy="47492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496738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311"/>
        <p:cNvGrpSpPr/>
        <p:nvPr/>
      </p:nvGrpSpPr>
      <p:grpSpPr>
        <a:xfrm>
          <a:off x="0" y="0"/>
          <a:ext cx="0" cy="0"/>
          <a:chOff x="0" y="0"/>
          <a:chExt cx="0" cy="0"/>
        </a:xfrm>
      </p:grpSpPr>
      <p:sp>
        <p:nvSpPr>
          <p:cNvPr id="1313" name="Google Shape;1313;p59"/>
          <p:cNvSpPr txBox="1"/>
          <p:nvPr/>
        </p:nvSpPr>
        <p:spPr>
          <a:xfrm>
            <a:off x="191294" y="895"/>
            <a:ext cx="11231710" cy="64616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SAP Build Work zone – Key benefits</a:t>
            </a:r>
            <a:endParaRPr sz="3599" dirty="0">
              <a:solidFill>
                <a:srgbClr val="FFC000"/>
              </a:solidFill>
              <a:latin typeface="Cooper Black" panose="0208090404030B020404" pitchFamily="18" charset="0"/>
              <a:ea typeface="Corben"/>
              <a:cs typeface="Corben"/>
              <a:sym typeface="Corben"/>
            </a:endParaRPr>
          </a:p>
        </p:txBody>
      </p:sp>
      <p:sp>
        <p:nvSpPr>
          <p:cNvPr id="38"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p:pic>
        <p:nvPicPr>
          <p:cNvPr id="3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p14="http://schemas.microsoft.com/office/powerpoint/2010/main">
        <mc:Choice Requires="p14">
          <p:contentPart p14:bwMode="auto" r:id="rId4">
            <p14:nvContentPartPr>
              <p14:cNvPr id="8" name="Ink 7">
                <a:extLst>
                  <a:ext uri="{FF2B5EF4-FFF2-40B4-BE49-F238E27FC236}">
                    <a16:creationId xmlns:a16="http://schemas.microsoft.com/office/drawing/2014/main" id="{83E4538C-8F61-FA7C-1202-5A3FBA8FFDCE}"/>
                  </a:ext>
                </a:extLst>
              </p14:cNvPr>
              <p14:cNvContentPartPr/>
              <p14:nvPr/>
            </p14:nvContentPartPr>
            <p14:xfrm>
              <a:off x="288292" y="6615382"/>
              <a:ext cx="360" cy="360"/>
            </p14:xfrm>
          </p:contentPart>
        </mc:Choice>
        <mc:Fallback xmlns="">
          <p:pic>
            <p:nvPicPr>
              <p:cNvPr id="8" name="Ink 7">
                <a:extLst>
                  <a:ext uri="{FF2B5EF4-FFF2-40B4-BE49-F238E27FC236}">
                    <a16:creationId xmlns:a16="http://schemas.microsoft.com/office/drawing/2014/main" id="{83E4538C-8F61-FA7C-1202-5A3FBA8FFDCE}"/>
                  </a:ext>
                </a:extLst>
              </p:cNvPr>
              <p:cNvPicPr/>
              <p:nvPr/>
            </p:nvPicPr>
            <p:blipFill>
              <a:blip r:embed="rId6"/>
              <a:stretch>
                <a:fillRect/>
              </a:stretch>
            </p:blipFill>
            <p:spPr>
              <a:xfrm>
                <a:off x="279292" y="6606382"/>
                <a:ext cx="18000" cy="18000"/>
              </a:xfrm>
              <a:prstGeom prst="rect">
                <a:avLst/>
              </a:prstGeom>
            </p:spPr>
          </p:pic>
        </mc:Fallback>
      </mc:AlternateContent>
      <p:pic>
        <p:nvPicPr>
          <p:cNvPr id="1026" name="Picture 2" descr="What Is SAP Build Work Zone, standard edition? | SAP Help Portal">
            <a:extLst>
              <a:ext uri="{FF2B5EF4-FFF2-40B4-BE49-F238E27FC236}">
                <a16:creationId xmlns:a16="http://schemas.microsoft.com/office/drawing/2014/main" id="{4AB61E76-F13F-A503-D64A-8E43D2177452}"/>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t="13237"/>
          <a:stretch/>
        </p:blipFill>
        <p:spPr bwMode="auto">
          <a:xfrm>
            <a:off x="287932" y="970353"/>
            <a:ext cx="11468100" cy="50411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485407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311"/>
        <p:cNvGrpSpPr/>
        <p:nvPr/>
      </p:nvGrpSpPr>
      <p:grpSpPr>
        <a:xfrm>
          <a:off x="0" y="0"/>
          <a:ext cx="0" cy="0"/>
          <a:chOff x="0" y="0"/>
          <a:chExt cx="0" cy="0"/>
        </a:xfrm>
      </p:grpSpPr>
      <p:sp>
        <p:nvSpPr>
          <p:cNvPr id="1313" name="Google Shape;1313;p59"/>
          <p:cNvSpPr txBox="1"/>
          <p:nvPr/>
        </p:nvSpPr>
        <p:spPr>
          <a:xfrm>
            <a:off x="191294" y="895"/>
            <a:ext cx="11231710" cy="64616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Additional configuration before deployment</a:t>
            </a:r>
            <a:endParaRPr sz="3599" dirty="0">
              <a:solidFill>
                <a:srgbClr val="FFC000"/>
              </a:solidFill>
              <a:latin typeface="Cooper Black" panose="0208090404030B020404" pitchFamily="18" charset="0"/>
              <a:ea typeface="Corben"/>
              <a:cs typeface="Corben"/>
              <a:sym typeface="Corben"/>
            </a:endParaRPr>
          </a:p>
        </p:txBody>
      </p:sp>
      <p:sp>
        <p:nvSpPr>
          <p:cNvPr id="38"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p:pic>
        <p:nvPicPr>
          <p:cNvPr id="3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p14="http://schemas.microsoft.com/office/powerpoint/2010/main">
        <mc:Choice Requires="p14">
          <p:contentPart p14:bwMode="auto" r:id="rId4">
            <p14:nvContentPartPr>
              <p14:cNvPr id="8" name="Ink 7">
                <a:extLst>
                  <a:ext uri="{FF2B5EF4-FFF2-40B4-BE49-F238E27FC236}">
                    <a16:creationId xmlns:a16="http://schemas.microsoft.com/office/drawing/2014/main" id="{83E4538C-8F61-FA7C-1202-5A3FBA8FFDCE}"/>
                  </a:ext>
                </a:extLst>
              </p14:cNvPr>
              <p14:cNvContentPartPr/>
              <p14:nvPr/>
            </p14:nvContentPartPr>
            <p14:xfrm>
              <a:off x="288292" y="6615382"/>
              <a:ext cx="360" cy="360"/>
            </p14:xfrm>
          </p:contentPart>
        </mc:Choice>
        <mc:Fallback xmlns="">
          <p:pic>
            <p:nvPicPr>
              <p:cNvPr id="8" name="Ink 7">
                <a:extLst>
                  <a:ext uri="{FF2B5EF4-FFF2-40B4-BE49-F238E27FC236}">
                    <a16:creationId xmlns:a16="http://schemas.microsoft.com/office/drawing/2014/main" id="{83E4538C-8F61-FA7C-1202-5A3FBA8FFDCE}"/>
                  </a:ext>
                </a:extLst>
              </p:cNvPr>
              <p:cNvPicPr/>
              <p:nvPr/>
            </p:nvPicPr>
            <p:blipFill>
              <a:blip r:embed="rId6"/>
              <a:stretch>
                <a:fillRect/>
              </a:stretch>
            </p:blipFill>
            <p:spPr>
              <a:xfrm>
                <a:off x="279292" y="6606382"/>
                <a:ext cx="18000" cy="18000"/>
              </a:xfrm>
              <a:prstGeom prst="rect">
                <a:avLst/>
              </a:prstGeom>
            </p:spPr>
          </p:pic>
        </mc:Fallback>
      </mc:AlternateContent>
      <p:sp>
        <p:nvSpPr>
          <p:cNvPr id="2" name="Google Shape;1802;p101">
            <a:extLst>
              <a:ext uri="{FF2B5EF4-FFF2-40B4-BE49-F238E27FC236}">
                <a16:creationId xmlns:a16="http://schemas.microsoft.com/office/drawing/2014/main" id="{8B3FD0C9-A6F1-D57E-7DFB-8B28B8A56BF3}"/>
              </a:ext>
            </a:extLst>
          </p:cNvPr>
          <p:cNvSpPr txBox="1"/>
          <p:nvPr/>
        </p:nvSpPr>
        <p:spPr>
          <a:xfrm>
            <a:off x="224979" y="788088"/>
            <a:ext cx="11806237" cy="310854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b="0" dirty="0">
                <a:solidFill>
                  <a:schemeClr val="tx1"/>
                </a:solidFill>
                <a:latin typeface="Consolas"/>
                <a:ea typeface="Consolas"/>
                <a:cs typeface="Consolas"/>
                <a:sym typeface="Consolas"/>
              </a:rPr>
              <a:t>{</a:t>
            </a:r>
            <a:endParaRPr dirty="0">
              <a:solidFill>
                <a:schemeClr val="tx1"/>
              </a:solidFill>
            </a:endParaRPr>
          </a:p>
          <a:p>
            <a:pPr marL="0" marR="0" lvl="0" indent="0" algn="l" rtl="0">
              <a:spcBef>
                <a:spcPts val="0"/>
              </a:spcBef>
              <a:spcAft>
                <a:spcPts val="0"/>
              </a:spcAft>
              <a:buNone/>
            </a:pPr>
            <a:r>
              <a:rPr lang="en-US" sz="1400" b="0" dirty="0">
                <a:solidFill>
                  <a:schemeClr val="tx1"/>
                </a:solidFill>
                <a:latin typeface="Consolas"/>
                <a:ea typeface="Consolas"/>
                <a:cs typeface="Consolas"/>
                <a:sym typeface="Consolas"/>
              </a:rPr>
              <a:t>  "</a:t>
            </a:r>
            <a:r>
              <a:rPr lang="en-US" sz="1400" b="0" dirty="0" err="1">
                <a:solidFill>
                  <a:schemeClr val="tx1"/>
                </a:solidFill>
                <a:latin typeface="Consolas"/>
                <a:ea typeface="Consolas"/>
                <a:cs typeface="Consolas"/>
                <a:sym typeface="Consolas"/>
              </a:rPr>
              <a:t>xsappname</a:t>
            </a:r>
            <a:r>
              <a:rPr lang="en-US" sz="1400" b="0" dirty="0">
                <a:solidFill>
                  <a:schemeClr val="tx1"/>
                </a:solidFill>
                <a:latin typeface="Consolas"/>
                <a:ea typeface="Consolas"/>
                <a:cs typeface="Consolas"/>
                <a:sym typeface="Consolas"/>
              </a:rPr>
              <a:t>": "</a:t>
            </a:r>
            <a:r>
              <a:rPr lang="en-US" sz="1400" b="0" dirty="0" err="1">
                <a:solidFill>
                  <a:schemeClr val="tx1"/>
                </a:solidFill>
                <a:latin typeface="Consolas"/>
                <a:ea typeface="Consolas"/>
                <a:cs typeface="Consolas"/>
                <a:sym typeface="Consolas"/>
              </a:rPr>
              <a:t>comatstproctravelprocessorapp</a:t>
            </a:r>
            <a:r>
              <a:rPr lang="en-US" sz="1400" b="0" dirty="0">
                <a:solidFill>
                  <a:schemeClr val="tx1"/>
                </a:solidFill>
                <a:latin typeface="Consolas"/>
                <a:ea typeface="Consolas"/>
                <a:cs typeface="Consolas"/>
                <a:sym typeface="Consolas"/>
              </a:rPr>
              <a:t>",</a:t>
            </a:r>
            <a:endParaRPr dirty="0">
              <a:solidFill>
                <a:schemeClr val="tx1"/>
              </a:solidFill>
            </a:endParaRPr>
          </a:p>
          <a:p>
            <a:pPr marL="0" marR="0" lvl="0" indent="0" algn="l" rtl="0">
              <a:spcBef>
                <a:spcPts val="0"/>
              </a:spcBef>
              <a:spcAft>
                <a:spcPts val="0"/>
              </a:spcAft>
              <a:buNone/>
            </a:pPr>
            <a:r>
              <a:rPr lang="en-US" sz="1400" b="0" dirty="0">
                <a:solidFill>
                  <a:schemeClr val="tx1"/>
                </a:solidFill>
                <a:latin typeface="Consolas"/>
                <a:ea typeface="Consolas"/>
                <a:cs typeface="Consolas"/>
                <a:sym typeface="Consolas"/>
              </a:rPr>
              <a:t>  "tenant-mode": "dedicated",</a:t>
            </a:r>
            <a:endParaRPr dirty="0">
              <a:solidFill>
                <a:schemeClr val="tx1"/>
              </a:solidFill>
            </a:endParaRPr>
          </a:p>
          <a:p>
            <a:pPr marL="0" marR="0" lvl="0" indent="0" algn="l" rtl="0">
              <a:spcBef>
                <a:spcPts val="0"/>
              </a:spcBef>
              <a:spcAft>
                <a:spcPts val="0"/>
              </a:spcAft>
              <a:buNone/>
            </a:pPr>
            <a:r>
              <a:rPr lang="en-US" sz="1400" b="0" dirty="0">
                <a:solidFill>
                  <a:schemeClr val="tx1"/>
                </a:solidFill>
                <a:latin typeface="Consolas"/>
                <a:ea typeface="Consolas"/>
                <a:cs typeface="Consolas"/>
                <a:sym typeface="Consolas"/>
              </a:rPr>
              <a:t>  "description": "Security profile of called application",</a:t>
            </a:r>
            <a:endParaRPr dirty="0">
              <a:solidFill>
                <a:schemeClr val="tx1"/>
              </a:solidFill>
            </a:endParaRPr>
          </a:p>
          <a:p>
            <a:pPr marL="0" marR="0" lvl="0" indent="0" algn="l" rtl="0">
              <a:spcBef>
                <a:spcPts val="0"/>
              </a:spcBef>
              <a:spcAft>
                <a:spcPts val="0"/>
              </a:spcAft>
              <a:buNone/>
            </a:pPr>
            <a:r>
              <a:rPr lang="en-US" sz="1400" b="0" dirty="0">
                <a:solidFill>
                  <a:schemeClr val="tx1"/>
                </a:solidFill>
                <a:latin typeface="Consolas"/>
                <a:ea typeface="Consolas"/>
                <a:cs typeface="Consolas"/>
                <a:sym typeface="Consolas"/>
              </a:rPr>
              <a:t>  "scopes": [],</a:t>
            </a:r>
            <a:endParaRPr dirty="0">
              <a:solidFill>
                <a:schemeClr val="tx1"/>
              </a:solidFill>
            </a:endParaRPr>
          </a:p>
          <a:p>
            <a:pPr marL="0" marR="0" lvl="0" indent="0" algn="l" rtl="0">
              <a:spcBef>
                <a:spcPts val="0"/>
              </a:spcBef>
              <a:spcAft>
                <a:spcPts val="0"/>
              </a:spcAft>
              <a:buNone/>
            </a:pPr>
            <a:r>
              <a:rPr lang="en-US" sz="1400" b="0" dirty="0">
                <a:solidFill>
                  <a:schemeClr val="tx1"/>
                </a:solidFill>
                <a:latin typeface="Consolas"/>
                <a:ea typeface="Consolas"/>
                <a:cs typeface="Consolas"/>
                <a:sym typeface="Consolas"/>
              </a:rPr>
              <a:t>  "role-templates": [],</a:t>
            </a:r>
            <a:endParaRPr dirty="0">
              <a:solidFill>
                <a:schemeClr val="tx1"/>
              </a:solidFill>
            </a:endParaRPr>
          </a:p>
          <a:p>
            <a:pPr marL="0" marR="0" lvl="0" indent="0" algn="l" rtl="0">
              <a:spcBef>
                <a:spcPts val="0"/>
              </a:spcBef>
              <a:spcAft>
                <a:spcPts val="0"/>
              </a:spcAft>
              <a:buNone/>
            </a:pPr>
            <a:r>
              <a:rPr lang="en-US" sz="1400" b="0" dirty="0">
                <a:solidFill>
                  <a:schemeClr val="tx1"/>
                </a:solidFill>
                <a:latin typeface="Consolas"/>
                <a:ea typeface="Consolas"/>
                <a:cs typeface="Consolas"/>
                <a:sym typeface="Consolas"/>
              </a:rPr>
              <a:t>  "oauth2-configuration": {</a:t>
            </a:r>
            <a:endParaRPr dirty="0">
              <a:solidFill>
                <a:schemeClr val="tx1"/>
              </a:solidFill>
            </a:endParaRPr>
          </a:p>
          <a:p>
            <a:pPr marL="0" marR="0" lvl="0" indent="0" algn="l" rtl="0">
              <a:spcBef>
                <a:spcPts val="0"/>
              </a:spcBef>
              <a:spcAft>
                <a:spcPts val="0"/>
              </a:spcAft>
              <a:buNone/>
            </a:pPr>
            <a:r>
              <a:rPr lang="en-US" sz="1400" b="0" dirty="0">
                <a:solidFill>
                  <a:schemeClr val="tx1"/>
                </a:solidFill>
                <a:latin typeface="Consolas"/>
                <a:ea typeface="Consolas"/>
                <a:cs typeface="Consolas"/>
                <a:sym typeface="Consolas"/>
              </a:rPr>
              <a:t>    "token-validity": 60000,</a:t>
            </a:r>
            <a:endParaRPr dirty="0">
              <a:solidFill>
                <a:schemeClr val="tx1"/>
              </a:solidFill>
            </a:endParaRPr>
          </a:p>
          <a:p>
            <a:pPr marL="0" marR="0" lvl="0" indent="0" algn="l" rtl="0">
              <a:spcBef>
                <a:spcPts val="0"/>
              </a:spcBef>
              <a:spcAft>
                <a:spcPts val="0"/>
              </a:spcAft>
              <a:buNone/>
            </a:pPr>
            <a:r>
              <a:rPr lang="en-US" sz="1400" b="0" dirty="0">
                <a:solidFill>
                  <a:schemeClr val="tx1"/>
                </a:solidFill>
                <a:latin typeface="Consolas"/>
                <a:ea typeface="Consolas"/>
                <a:cs typeface="Consolas"/>
                <a:sym typeface="Consolas"/>
              </a:rPr>
              <a:t>    "refresh-token-validity": 2592000,</a:t>
            </a:r>
            <a:endParaRPr dirty="0">
              <a:solidFill>
                <a:schemeClr val="tx1"/>
              </a:solidFill>
            </a:endParaRPr>
          </a:p>
          <a:p>
            <a:pPr marL="0" marR="0" lvl="0" indent="0" algn="l" rtl="0">
              <a:spcBef>
                <a:spcPts val="0"/>
              </a:spcBef>
              <a:spcAft>
                <a:spcPts val="0"/>
              </a:spcAft>
              <a:buNone/>
            </a:pPr>
            <a:r>
              <a:rPr lang="en-US" sz="1400" b="0" dirty="0">
                <a:solidFill>
                  <a:schemeClr val="tx1"/>
                </a:solidFill>
                <a:latin typeface="Consolas"/>
                <a:ea typeface="Consolas"/>
                <a:cs typeface="Consolas"/>
                <a:sym typeface="Consolas"/>
              </a:rPr>
              <a:t>    "redirect-</a:t>
            </a:r>
            <a:r>
              <a:rPr lang="en-US" sz="1400" b="0" dirty="0" err="1">
                <a:solidFill>
                  <a:schemeClr val="tx1"/>
                </a:solidFill>
                <a:latin typeface="Consolas"/>
                <a:ea typeface="Consolas"/>
                <a:cs typeface="Consolas"/>
                <a:sym typeface="Consolas"/>
              </a:rPr>
              <a:t>uris</a:t>
            </a:r>
            <a:r>
              <a:rPr lang="en-US" sz="1400" b="0" dirty="0">
                <a:solidFill>
                  <a:schemeClr val="tx1"/>
                </a:solidFill>
                <a:latin typeface="Consolas"/>
                <a:ea typeface="Consolas"/>
                <a:cs typeface="Consolas"/>
                <a:sym typeface="Consolas"/>
              </a:rPr>
              <a:t>": [</a:t>
            </a:r>
            <a:endParaRPr dirty="0">
              <a:solidFill>
                <a:schemeClr val="tx1"/>
              </a:solidFill>
            </a:endParaRPr>
          </a:p>
          <a:p>
            <a:pPr marL="0" marR="0" lvl="0" indent="0" algn="l" rtl="0">
              <a:spcBef>
                <a:spcPts val="0"/>
              </a:spcBef>
              <a:spcAft>
                <a:spcPts val="0"/>
              </a:spcAft>
              <a:buNone/>
            </a:pPr>
            <a:r>
              <a:rPr lang="en-US" sz="1400" b="0" dirty="0">
                <a:solidFill>
                  <a:schemeClr val="tx1"/>
                </a:solidFill>
                <a:latin typeface="Consolas"/>
                <a:ea typeface="Consolas"/>
                <a:cs typeface="Consolas"/>
                <a:sym typeface="Consolas"/>
              </a:rPr>
              <a:t>      "https://.cfapps.us10-001.hana.ondemand.com/login/callback"</a:t>
            </a:r>
            <a:endParaRPr sz="1400" b="0" dirty="0">
              <a:solidFill>
                <a:schemeClr val="tx1"/>
              </a:solidFill>
              <a:latin typeface="Consolas"/>
              <a:ea typeface="Consolas"/>
              <a:cs typeface="Consolas"/>
              <a:sym typeface="Consolas"/>
            </a:endParaRPr>
          </a:p>
          <a:p>
            <a:pPr marL="0" marR="0" lvl="0" indent="0" algn="l" rtl="0">
              <a:spcBef>
                <a:spcPts val="0"/>
              </a:spcBef>
              <a:spcAft>
                <a:spcPts val="0"/>
              </a:spcAft>
              <a:buNone/>
            </a:pPr>
            <a:r>
              <a:rPr lang="en-US" sz="1400" b="0" dirty="0">
                <a:solidFill>
                  <a:schemeClr val="tx1"/>
                </a:solidFill>
                <a:latin typeface="Consolas"/>
                <a:ea typeface="Consolas"/>
                <a:cs typeface="Consolas"/>
                <a:sym typeface="Consolas"/>
              </a:rPr>
              <a:t>    ]</a:t>
            </a:r>
            <a:endParaRPr dirty="0">
              <a:solidFill>
                <a:schemeClr val="tx1"/>
              </a:solidFill>
            </a:endParaRPr>
          </a:p>
          <a:p>
            <a:pPr marL="0" marR="0" lvl="0" indent="0" algn="l" rtl="0">
              <a:spcBef>
                <a:spcPts val="0"/>
              </a:spcBef>
              <a:spcAft>
                <a:spcPts val="0"/>
              </a:spcAft>
              <a:buNone/>
            </a:pPr>
            <a:r>
              <a:rPr lang="en-US" sz="1400" b="0" dirty="0">
                <a:solidFill>
                  <a:schemeClr val="tx1"/>
                </a:solidFill>
                <a:latin typeface="Consolas"/>
                <a:ea typeface="Consolas"/>
                <a:cs typeface="Consolas"/>
                <a:sym typeface="Consolas"/>
              </a:rPr>
              <a:t>  }</a:t>
            </a:r>
            <a:endParaRPr dirty="0">
              <a:solidFill>
                <a:schemeClr val="tx1"/>
              </a:solidFill>
            </a:endParaRPr>
          </a:p>
          <a:p>
            <a:pPr marL="0" marR="0" lvl="0" indent="0" algn="l" rtl="0">
              <a:spcBef>
                <a:spcPts val="0"/>
              </a:spcBef>
              <a:spcAft>
                <a:spcPts val="0"/>
              </a:spcAft>
              <a:buNone/>
            </a:pPr>
            <a:r>
              <a:rPr lang="en-US" sz="1400" b="0" dirty="0">
                <a:solidFill>
                  <a:schemeClr val="tx1"/>
                </a:solidFill>
                <a:latin typeface="Consolas"/>
                <a:ea typeface="Consolas"/>
                <a:cs typeface="Consolas"/>
                <a:sym typeface="Consolas"/>
              </a:rPr>
              <a:t>}</a:t>
            </a:r>
            <a:endParaRPr dirty="0">
              <a:solidFill>
                <a:schemeClr val="tx1"/>
              </a:solidFill>
            </a:endParaRPr>
          </a:p>
        </p:txBody>
      </p:sp>
    </p:spTree>
    <p:extLst>
      <p:ext uri="{BB962C8B-B14F-4D97-AF65-F5344CB8AC3E}">
        <p14:creationId xmlns:p14="http://schemas.microsoft.com/office/powerpoint/2010/main" val="34878906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09"/>
        <p:cNvGrpSpPr/>
        <p:nvPr/>
      </p:nvGrpSpPr>
      <p:grpSpPr>
        <a:xfrm>
          <a:off x="0" y="0"/>
          <a:ext cx="0" cy="0"/>
          <a:chOff x="0" y="0"/>
          <a:chExt cx="0" cy="0"/>
        </a:xfrm>
      </p:grpSpPr>
      <p:sp>
        <p:nvSpPr>
          <p:cNvPr id="1811" name="Google Shape;1811;p102"/>
          <p:cNvSpPr txBox="1"/>
          <p:nvPr/>
        </p:nvSpPr>
        <p:spPr>
          <a:xfrm>
            <a:off x="191294" y="889843"/>
            <a:ext cx="11806237" cy="5078313"/>
          </a:xfrm>
          <a:prstGeom prst="rect">
            <a:avLst/>
          </a:prstGeom>
          <a:noFill/>
          <a:ln>
            <a:noFill/>
          </a:ln>
        </p:spPr>
        <p:txBody>
          <a:bodyPr spcFirstLastPara="1" wrap="square" lIns="91425" tIns="45700" rIns="91425" bIns="45700" anchor="t" anchorCtr="0">
            <a:spAutoFit/>
          </a:bodyPr>
          <a:lstStyle/>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Create the Dev space in BAS tool</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Open the bas tool and open folder to choose projects folder</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We have to open terminal and login to </a:t>
            </a:r>
            <a:r>
              <a:rPr lang="en-US" sz="1800" dirty="0" err="1">
                <a:solidFill>
                  <a:schemeClr val="dk1"/>
                </a:solidFill>
                <a:latin typeface="Calibri"/>
                <a:ea typeface="Calibri"/>
                <a:cs typeface="Calibri"/>
                <a:sym typeface="Calibri"/>
              </a:rPr>
              <a:t>btp</a:t>
            </a:r>
            <a:r>
              <a:rPr lang="en-US" sz="1800" dirty="0">
                <a:solidFill>
                  <a:schemeClr val="dk1"/>
                </a:solidFill>
                <a:latin typeface="Calibri"/>
                <a:ea typeface="Calibri"/>
                <a:cs typeface="Calibri"/>
                <a:sym typeface="Calibri"/>
              </a:rPr>
              <a:t> a/c </a:t>
            </a:r>
            <a:r>
              <a:rPr lang="en-US" sz="1800" dirty="0" err="1">
                <a:solidFill>
                  <a:schemeClr val="dk1"/>
                </a:solidFill>
                <a:latin typeface="Calibri"/>
                <a:ea typeface="Calibri"/>
                <a:cs typeface="Calibri"/>
                <a:sym typeface="Calibri"/>
              </a:rPr>
              <a:t>cf</a:t>
            </a:r>
            <a:r>
              <a:rPr lang="en-US" sz="1800" dirty="0">
                <a:solidFill>
                  <a:schemeClr val="dk1"/>
                </a:solidFill>
                <a:latin typeface="Calibri"/>
                <a:ea typeface="Calibri"/>
                <a:cs typeface="Calibri"/>
                <a:sym typeface="Calibri"/>
              </a:rPr>
              <a:t> login -a https://api.cf.us10-001.hana.ondemand.com --</a:t>
            </a:r>
            <a:r>
              <a:rPr lang="en-US" sz="1800" dirty="0" err="1">
                <a:solidFill>
                  <a:schemeClr val="dk1"/>
                </a:solidFill>
                <a:latin typeface="Calibri"/>
                <a:ea typeface="Calibri"/>
                <a:cs typeface="Calibri"/>
                <a:sym typeface="Calibri"/>
              </a:rPr>
              <a:t>sso</a:t>
            </a:r>
            <a:endParaRPr sz="1800" dirty="0">
              <a:solidFill>
                <a:schemeClr val="dk1"/>
              </a:solidFill>
              <a:latin typeface="Calibri"/>
              <a:ea typeface="Calibri"/>
              <a:cs typeface="Calibri"/>
              <a:sym typeface="Calibri"/>
            </a:endParaRPr>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Press F1 and choose open application generator to generate Fiori app of template: List Report Template</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Select the system as AOC and choose our service binding name for processor</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Provide app details, deployment details (</a:t>
            </a:r>
            <a:r>
              <a:rPr lang="en-US" sz="1800" dirty="0" err="1">
                <a:solidFill>
                  <a:schemeClr val="dk1"/>
                </a:solidFill>
                <a:latin typeface="Calibri"/>
                <a:ea typeface="Calibri"/>
                <a:cs typeface="Calibri"/>
                <a:sym typeface="Calibri"/>
              </a:rPr>
              <a:t>btp</a:t>
            </a:r>
            <a:r>
              <a:rPr lang="en-US" sz="1800" dirty="0">
                <a:solidFill>
                  <a:schemeClr val="dk1"/>
                </a:solidFill>
                <a:latin typeface="Calibri"/>
                <a:ea typeface="Calibri"/>
                <a:cs typeface="Calibri"/>
                <a:sym typeface="Calibri"/>
              </a:rPr>
              <a:t>), launchpad details and create app</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Right click on </a:t>
            </a:r>
            <a:r>
              <a:rPr lang="en-US" sz="1800" dirty="0" err="1">
                <a:solidFill>
                  <a:schemeClr val="dk1"/>
                </a:solidFill>
                <a:latin typeface="Calibri"/>
                <a:ea typeface="Calibri"/>
                <a:cs typeface="Calibri"/>
                <a:sym typeface="Calibri"/>
              </a:rPr>
              <a:t>mta.yml</a:t>
            </a:r>
            <a:r>
              <a:rPr lang="en-US" sz="1800" dirty="0">
                <a:solidFill>
                  <a:schemeClr val="dk1"/>
                </a:solidFill>
                <a:latin typeface="Calibri"/>
                <a:ea typeface="Calibri"/>
                <a:cs typeface="Calibri"/>
                <a:sym typeface="Calibri"/>
              </a:rPr>
              <a:t> and build MTA </a:t>
            </a:r>
            <a:r>
              <a:rPr lang="en-US" sz="1800" dirty="0" err="1">
                <a:solidFill>
                  <a:schemeClr val="dk1"/>
                </a:solidFill>
                <a:latin typeface="Calibri"/>
                <a:ea typeface="Calibri"/>
                <a:cs typeface="Calibri"/>
                <a:sym typeface="Calibri"/>
              </a:rPr>
              <a:t>archieve</a:t>
            </a:r>
            <a:endParaRPr sz="1800" dirty="0">
              <a:solidFill>
                <a:schemeClr val="dk1"/>
              </a:solidFill>
              <a:latin typeface="Calibri"/>
              <a:ea typeface="Calibri"/>
              <a:cs typeface="Calibri"/>
              <a:sym typeface="Calibri"/>
            </a:endParaRPr>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Choose F1, open application info and select deploy</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Assign the roles of our Launchpad service to our user</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Open SAP Build </a:t>
            </a:r>
            <a:r>
              <a:rPr lang="en-US" sz="1800" dirty="0" err="1">
                <a:solidFill>
                  <a:schemeClr val="dk1"/>
                </a:solidFill>
                <a:latin typeface="Calibri"/>
                <a:ea typeface="Calibri"/>
                <a:cs typeface="Calibri"/>
                <a:sym typeface="Calibri"/>
              </a:rPr>
              <a:t>workzone</a:t>
            </a:r>
            <a:r>
              <a:rPr lang="en-US" sz="1800" dirty="0">
                <a:solidFill>
                  <a:schemeClr val="dk1"/>
                </a:solidFill>
                <a:latin typeface="Calibri"/>
                <a:ea typeface="Calibri"/>
                <a:cs typeface="Calibri"/>
                <a:sym typeface="Calibri"/>
              </a:rPr>
              <a:t> and create a site with name </a:t>
            </a:r>
            <a:r>
              <a:rPr lang="en-US" sz="1800" dirty="0" err="1">
                <a:solidFill>
                  <a:schemeClr val="dk1"/>
                </a:solidFill>
                <a:latin typeface="Calibri"/>
                <a:ea typeface="Calibri"/>
                <a:cs typeface="Calibri"/>
                <a:sym typeface="Calibri"/>
              </a:rPr>
              <a:t>mylaunchpad</a:t>
            </a:r>
            <a:endParaRPr sz="1800" dirty="0">
              <a:solidFill>
                <a:schemeClr val="dk1"/>
              </a:solidFill>
              <a:latin typeface="Calibri"/>
              <a:ea typeface="Calibri"/>
              <a:cs typeface="Calibri"/>
              <a:sym typeface="Calibri"/>
            </a:endParaRPr>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Go to channel manager and refresh the apps which are stored in html5-repository</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Go to content manager and choose content explorer and pull the app</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Create a catalog and a group and add our app to them</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Go to everyone role and assign the app to the role</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Open the site to test our app</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Repeat the same steps if there is a change in the app.</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We need to create a </a:t>
            </a:r>
            <a:r>
              <a:rPr lang="en-US" sz="1800" dirty="0" err="1">
                <a:solidFill>
                  <a:schemeClr val="dk1"/>
                </a:solidFill>
                <a:latin typeface="Calibri"/>
                <a:ea typeface="Calibri"/>
                <a:cs typeface="Calibri"/>
                <a:sym typeface="Calibri"/>
              </a:rPr>
              <a:t>git</a:t>
            </a:r>
            <a:r>
              <a:rPr lang="en-US" sz="1800" dirty="0">
                <a:solidFill>
                  <a:schemeClr val="dk1"/>
                </a:solidFill>
                <a:latin typeface="Calibri"/>
                <a:ea typeface="Calibri"/>
                <a:cs typeface="Calibri"/>
                <a:sym typeface="Calibri"/>
              </a:rPr>
              <a:t> repository and push our app code (backup)</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Register a web hook and use the same in CI CD service so that the application will deploy automatically to BTP cloud</a:t>
            </a:r>
            <a:endParaRPr dirty="0"/>
          </a:p>
        </p:txBody>
      </p:sp>
      <p:sp>
        <p:nvSpPr>
          <p:cNvPr id="1812" name="Google Shape;1812;p102"/>
          <p:cNvSpPr txBox="1"/>
          <p:nvPr/>
        </p:nvSpPr>
        <p:spPr>
          <a:xfrm>
            <a:off x="191294" y="96431"/>
            <a:ext cx="11231710" cy="64616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How did Anubhav build and deploy fiori</a:t>
            </a:r>
            <a:endParaRPr sz="3599" dirty="0">
              <a:solidFill>
                <a:srgbClr val="FFC000"/>
              </a:solidFill>
              <a:latin typeface="Cooper Black" panose="0208090404030B020404" pitchFamily="18" charset="0"/>
              <a:ea typeface="Corben"/>
              <a:cs typeface="Corben"/>
              <a:sym typeface="Corben"/>
            </a:endParaRPr>
          </a:p>
        </p:txBody>
      </p:sp>
      <p:pic>
        <p:nvPicPr>
          <p:cNvPr id="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8"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907"/>
        <p:cNvGrpSpPr/>
        <p:nvPr/>
      </p:nvGrpSpPr>
      <p:grpSpPr>
        <a:xfrm>
          <a:off x="0" y="0"/>
          <a:ext cx="0" cy="0"/>
          <a:chOff x="0" y="0"/>
          <a:chExt cx="0" cy="0"/>
        </a:xfrm>
      </p:grpSpPr>
      <p:sp>
        <p:nvSpPr>
          <p:cNvPr id="1909" name="Google Shape;1909;p108"/>
          <p:cNvSpPr txBox="1"/>
          <p:nvPr/>
        </p:nvSpPr>
        <p:spPr>
          <a:xfrm>
            <a:off x="224979" y="788088"/>
            <a:ext cx="11806237" cy="286232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Git is a source code repository management system, git hub is a repository on internet. We interact with </a:t>
            </a:r>
            <a:r>
              <a:rPr lang="en-US" sz="1800" dirty="0" err="1">
                <a:solidFill>
                  <a:schemeClr val="dk1"/>
                </a:solidFill>
                <a:latin typeface="Calibri"/>
                <a:ea typeface="Calibri"/>
                <a:cs typeface="Calibri"/>
                <a:sym typeface="Calibri"/>
              </a:rPr>
              <a:t>github</a:t>
            </a:r>
            <a:r>
              <a:rPr lang="en-US" sz="1800" dirty="0">
                <a:solidFill>
                  <a:schemeClr val="dk1"/>
                </a:solidFill>
                <a:latin typeface="Calibri"/>
                <a:ea typeface="Calibri"/>
                <a:cs typeface="Calibri"/>
                <a:sym typeface="Calibri"/>
              </a:rPr>
              <a:t> using git software. If I want to take a backup of all our code which we created in AOC system, git is a great choice. This way we can also export import our code between cloud and on-premise system.</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For cloud system, we use git plugin in eclipse which is provided by SAP. The installation was covered in 3</a:t>
            </a:r>
            <a:r>
              <a:rPr lang="en-US" sz="1800" baseline="30000" dirty="0">
                <a:solidFill>
                  <a:schemeClr val="dk1"/>
                </a:solidFill>
                <a:latin typeface="Calibri"/>
                <a:ea typeface="Calibri"/>
                <a:cs typeface="Calibri"/>
                <a:sym typeface="Calibri"/>
              </a:rPr>
              <a:t>rd</a:t>
            </a:r>
            <a:r>
              <a:rPr lang="en-US" sz="1800" dirty="0">
                <a:solidFill>
                  <a:schemeClr val="dk1"/>
                </a:solidFill>
                <a:latin typeface="Calibri"/>
                <a:ea typeface="Calibri"/>
                <a:cs typeface="Calibri"/>
                <a:sym typeface="Calibri"/>
              </a:rPr>
              <a:t> session.</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Steps:</a:t>
            </a:r>
            <a:endParaRPr dirty="0"/>
          </a:p>
          <a:p>
            <a:pPr marL="342900" marR="0" lvl="0" indent="-342900" algn="l" rtl="0">
              <a:spcBef>
                <a:spcPts val="0"/>
              </a:spcBef>
              <a:spcAft>
                <a:spcPts val="0"/>
              </a:spcAft>
              <a:buClr>
                <a:schemeClr val="dk1"/>
              </a:buClr>
              <a:buSzPts val="1800"/>
              <a:buFont typeface="Calibri"/>
              <a:buAutoNum type="arabicPeriod"/>
            </a:pPr>
            <a:r>
              <a:rPr lang="en-US" sz="1800" dirty="0">
                <a:solidFill>
                  <a:schemeClr val="dk1"/>
                </a:solidFill>
                <a:latin typeface="Calibri"/>
                <a:ea typeface="Calibri"/>
                <a:cs typeface="Calibri"/>
                <a:sym typeface="Calibri"/>
              </a:rPr>
              <a:t>We need to add the plugin for </a:t>
            </a:r>
            <a:r>
              <a:rPr lang="en-US" sz="1800" dirty="0" err="1">
                <a:solidFill>
                  <a:schemeClr val="dk1"/>
                </a:solidFill>
                <a:latin typeface="Calibri"/>
                <a:ea typeface="Calibri"/>
                <a:cs typeface="Calibri"/>
                <a:sym typeface="Calibri"/>
              </a:rPr>
              <a:t>abap</a:t>
            </a:r>
            <a:r>
              <a:rPr lang="en-US" sz="1800" dirty="0">
                <a:solidFill>
                  <a:schemeClr val="dk1"/>
                </a:solidFill>
                <a:latin typeface="Calibri"/>
                <a:ea typeface="Calibri"/>
                <a:cs typeface="Calibri"/>
                <a:sym typeface="Calibri"/>
              </a:rPr>
              <a:t> git in ADT - </a:t>
            </a:r>
            <a:r>
              <a:rPr lang="en-US" sz="1400" b="0" i="0" u="sng" dirty="0">
                <a:solidFill>
                  <a:srgbClr val="E6EDF3"/>
                </a:solidFill>
                <a:latin typeface="Arial"/>
                <a:ea typeface="Arial"/>
                <a:cs typeface="Arial"/>
                <a:sym typeface="Arial"/>
                <a:hlinkClick r:id="rId3">
                  <a:extLst>
                    <a:ext uri="{A12FA001-AC4F-418D-AE19-62706E023703}">
                      <ahyp:hlinkClr xmlns:ahyp="http://schemas.microsoft.com/office/drawing/2018/hyperlinkcolor" val="tx"/>
                    </a:ext>
                  </a:extLst>
                </a:hlinkClick>
              </a:rPr>
              <a:t>http://eclipse.abapgit.org/updatesite/</a:t>
            </a:r>
            <a:endParaRPr sz="1400" b="0" i="0" dirty="0">
              <a:solidFill>
                <a:srgbClr val="E6EDF3"/>
              </a:solidFill>
              <a:latin typeface="Arial"/>
              <a:ea typeface="Arial"/>
              <a:cs typeface="Arial"/>
              <a:sym typeface="Arial"/>
            </a:endParaRPr>
          </a:p>
          <a:p>
            <a:pPr marL="342900" marR="0" lvl="0" indent="-342900" algn="l" rtl="0">
              <a:spcBef>
                <a:spcPts val="0"/>
              </a:spcBef>
              <a:spcAft>
                <a:spcPts val="0"/>
              </a:spcAft>
              <a:buClr>
                <a:schemeClr val="dk1"/>
              </a:buClr>
              <a:buSzPts val="1800"/>
              <a:buFont typeface="Calibri"/>
              <a:buAutoNum type="arabicPeriod"/>
            </a:pPr>
            <a:r>
              <a:rPr lang="en-US" sz="1800" dirty="0">
                <a:solidFill>
                  <a:schemeClr val="dk1"/>
                </a:solidFill>
                <a:latin typeface="Calibri"/>
                <a:ea typeface="Calibri"/>
                <a:cs typeface="Calibri"/>
                <a:sym typeface="Calibri"/>
              </a:rPr>
              <a:t>Create a </a:t>
            </a:r>
            <a:r>
              <a:rPr lang="en-US" sz="1800" dirty="0" err="1">
                <a:solidFill>
                  <a:schemeClr val="dk1"/>
                </a:solidFill>
                <a:latin typeface="Calibri"/>
                <a:ea typeface="Calibri"/>
                <a:cs typeface="Calibri"/>
                <a:sym typeface="Calibri"/>
              </a:rPr>
              <a:t>github</a:t>
            </a:r>
            <a:r>
              <a:rPr lang="en-US" sz="1800" dirty="0">
                <a:solidFill>
                  <a:schemeClr val="dk1"/>
                </a:solidFill>
                <a:latin typeface="Calibri"/>
                <a:ea typeface="Calibri"/>
                <a:cs typeface="Calibri"/>
                <a:sym typeface="Calibri"/>
              </a:rPr>
              <a:t> account and add a PAT token under developer setting</a:t>
            </a:r>
            <a:endParaRPr dirty="0"/>
          </a:p>
          <a:p>
            <a:pPr marL="342900" marR="0" lvl="0" indent="-342900" algn="l" rtl="0">
              <a:spcBef>
                <a:spcPts val="0"/>
              </a:spcBef>
              <a:spcAft>
                <a:spcPts val="0"/>
              </a:spcAft>
              <a:buClr>
                <a:schemeClr val="dk1"/>
              </a:buClr>
              <a:buSzPts val="1800"/>
              <a:buFont typeface="Calibri"/>
              <a:buAutoNum type="arabicPeriod"/>
            </a:pPr>
            <a:r>
              <a:rPr lang="en-US" sz="1800" dirty="0">
                <a:solidFill>
                  <a:schemeClr val="dk1"/>
                </a:solidFill>
                <a:latin typeface="Calibri"/>
                <a:ea typeface="Calibri"/>
                <a:cs typeface="Calibri"/>
                <a:sym typeface="Calibri"/>
              </a:rPr>
              <a:t>Create a repository in git hub</a:t>
            </a:r>
            <a:endParaRPr dirty="0"/>
          </a:p>
          <a:p>
            <a:pPr marL="342900" marR="0" lvl="0" indent="-342900" algn="l" rtl="0">
              <a:spcBef>
                <a:spcPts val="0"/>
              </a:spcBef>
              <a:spcAft>
                <a:spcPts val="0"/>
              </a:spcAft>
              <a:buClr>
                <a:schemeClr val="dk1"/>
              </a:buClr>
              <a:buSzPts val="1800"/>
              <a:buFont typeface="Calibri"/>
              <a:buAutoNum type="arabicPeriod"/>
            </a:pPr>
            <a:r>
              <a:rPr lang="en-US" sz="1800" dirty="0">
                <a:solidFill>
                  <a:schemeClr val="dk1"/>
                </a:solidFill>
                <a:latin typeface="Calibri"/>
                <a:ea typeface="Calibri"/>
                <a:cs typeface="Calibri"/>
                <a:sym typeface="Calibri"/>
              </a:rPr>
              <a:t>Click on Add to link a repository and paste </a:t>
            </a:r>
            <a:r>
              <a:rPr lang="en-US" sz="1800" dirty="0" err="1">
                <a:solidFill>
                  <a:schemeClr val="dk1"/>
                </a:solidFill>
                <a:latin typeface="Calibri"/>
                <a:ea typeface="Calibri"/>
                <a:cs typeface="Calibri"/>
                <a:sym typeface="Calibri"/>
              </a:rPr>
              <a:t>url</a:t>
            </a:r>
            <a:r>
              <a:rPr lang="en-US" sz="1800" dirty="0">
                <a:solidFill>
                  <a:schemeClr val="dk1"/>
                </a:solidFill>
                <a:latin typeface="Calibri"/>
                <a:ea typeface="Calibri"/>
                <a:cs typeface="Calibri"/>
                <a:sym typeface="Calibri"/>
              </a:rPr>
              <a:t> from step 3</a:t>
            </a:r>
            <a:endParaRPr dirty="0"/>
          </a:p>
          <a:p>
            <a:pPr marL="342900" marR="0" lvl="0" indent="-228600" algn="l" rtl="0">
              <a:spcBef>
                <a:spcPts val="0"/>
              </a:spcBef>
              <a:spcAft>
                <a:spcPts val="0"/>
              </a:spcAft>
              <a:buClr>
                <a:schemeClr val="dk1"/>
              </a:buClr>
              <a:buSzPts val="1800"/>
              <a:buFont typeface="Calibri"/>
              <a:buNone/>
            </a:pPr>
            <a:endParaRPr sz="1800" dirty="0">
              <a:solidFill>
                <a:schemeClr val="dk1"/>
              </a:solidFill>
              <a:latin typeface="Calibri"/>
              <a:ea typeface="Calibri"/>
              <a:cs typeface="Calibri"/>
              <a:sym typeface="Calibri"/>
            </a:endParaRPr>
          </a:p>
        </p:txBody>
      </p:sp>
      <p:sp>
        <p:nvSpPr>
          <p:cNvPr id="1910" name="Google Shape;1910;p108"/>
          <p:cNvSpPr txBox="1"/>
          <p:nvPr/>
        </p:nvSpPr>
        <p:spPr>
          <a:xfrm>
            <a:off x="191294" y="895"/>
            <a:ext cx="11231710" cy="64620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err="1">
                <a:solidFill>
                  <a:srgbClr val="FFC000"/>
                </a:solidFill>
                <a:latin typeface="Cooper Black" panose="0208090404030B020404" pitchFamily="18" charset="0"/>
                <a:ea typeface="Corben"/>
                <a:cs typeface="Corben"/>
                <a:sym typeface="Corben"/>
              </a:rPr>
              <a:t>Git</a:t>
            </a:r>
            <a:r>
              <a:rPr lang="en-US" sz="3599" dirty="0">
                <a:solidFill>
                  <a:srgbClr val="FFC000"/>
                </a:solidFill>
                <a:latin typeface="Cooper Black" panose="0208090404030B020404" pitchFamily="18" charset="0"/>
                <a:ea typeface="Corben"/>
                <a:cs typeface="Corben"/>
                <a:sym typeface="Corben"/>
              </a:rPr>
              <a:t> and ABAP on </a:t>
            </a:r>
            <a:r>
              <a:rPr lang="en-US" sz="3599" dirty="0" err="1">
                <a:solidFill>
                  <a:srgbClr val="FFC000"/>
                </a:solidFill>
                <a:latin typeface="Cooper Black" panose="0208090404030B020404" pitchFamily="18" charset="0"/>
                <a:ea typeface="Corben"/>
                <a:cs typeface="Corben"/>
                <a:sym typeface="Corben"/>
              </a:rPr>
              <a:t>git</a:t>
            </a:r>
            <a:endParaRPr sz="3599" dirty="0">
              <a:solidFill>
                <a:srgbClr val="FFC000"/>
              </a:solidFill>
              <a:latin typeface="Cooper Black" panose="0208090404030B020404" pitchFamily="18" charset="0"/>
              <a:ea typeface="Corben"/>
              <a:cs typeface="Corben"/>
              <a:sym typeface="Corben"/>
            </a:endParaRPr>
          </a:p>
        </p:txBody>
      </p:sp>
      <p:pic>
        <p:nvPicPr>
          <p:cNvPr id="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8"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79FFB1-B477-7234-7772-C52F2881B973}"/>
              </a:ext>
            </a:extLst>
          </p:cNvPr>
          <p:cNvSpPr>
            <a:spLocks noGrp="1"/>
          </p:cNvSpPr>
          <p:nvPr>
            <p:ph type="title"/>
          </p:nvPr>
        </p:nvSpPr>
        <p:spPr/>
        <p:txBody>
          <a:bodyPr/>
          <a:lstStyle/>
          <a:p>
            <a:r>
              <a:rPr lang="en-US" dirty="0">
                <a:solidFill>
                  <a:schemeClr val="accent1"/>
                </a:solidFill>
              </a:rPr>
              <a:t>Git and Git HUB</a:t>
            </a:r>
          </a:p>
        </p:txBody>
      </p:sp>
      <p:pic>
        <p:nvPicPr>
          <p:cNvPr id="47" name="Picture 46">
            <a:extLst>
              <a:ext uri="{FF2B5EF4-FFF2-40B4-BE49-F238E27FC236}">
                <a16:creationId xmlns:a16="http://schemas.microsoft.com/office/drawing/2014/main" id="{56007C54-3524-9466-6672-46E876D55D02}"/>
              </a:ext>
            </a:extLst>
          </p:cNvPr>
          <p:cNvPicPr>
            <a:picLocks noChangeAspect="1"/>
          </p:cNvPicPr>
          <p:nvPr/>
        </p:nvPicPr>
        <p:blipFill>
          <a:blip r:embed="rId3"/>
          <a:stretch>
            <a:fillRect/>
          </a:stretch>
        </p:blipFill>
        <p:spPr>
          <a:xfrm>
            <a:off x="477787" y="980728"/>
            <a:ext cx="10969943" cy="5519564"/>
          </a:xfrm>
          <a:prstGeom prst="rect">
            <a:avLst/>
          </a:prstGeom>
        </p:spPr>
      </p:pic>
    </p:spTree>
    <p:extLst>
      <p:ext uri="{BB962C8B-B14F-4D97-AF65-F5344CB8AC3E}">
        <p14:creationId xmlns:p14="http://schemas.microsoft.com/office/powerpoint/2010/main" val="1145430302"/>
      </p:ext>
    </p:extLst>
  </p:cSld>
  <p:clrMapOvr>
    <a:overrideClrMapping bg1="lt1" tx1="dk1" bg2="dk2" tx2="lt2" accent1="accent1" accent2="accent2" accent3="accent3" accent4="accent4" accent5="accent5" accent6="accent6" hlink="hlink" folHlink="folHlink"/>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6000" b="1" i="0" u="none" strike="noStrike" kern="0" cap="none" spc="0" normalizeH="0" baseline="0" noProof="0" dirty="0">
                <a:ln>
                  <a:noFill/>
                </a:ln>
                <a:solidFill>
                  <a:srgbClr val="75C042"/>
                </a:solidFill>
                <a:effectLst/>
                <a:uLnTx/>
                <a:uFillTx/>
                <a:latin typeface="Arial"/>
                <a:cs typeface="Arial"/>
                <a:sym typeface="Arial"/>
              </a:rPr>
              <a:t>Thank</a:t>
            </a:r>
            <a:r>
              <a:rPr kumimoji="0" lang="en-IN" sz="6000" b="1" i="0" u="none" strike="noStrike" kern="0" cap="none" spc="0" normalizeH="0" baseline="0" noProof="0" dirty="0">
                <a:ln>
                  <a:noFill/>
                </a:ln>
                <a:solidFill>
                  <a:srgbClr val="BDBDBD"/>
                </a:solidFill>
                <a:effectLst/>
                <a:uLnTx/>
                <a:uFillTx/>
                <a:latin typeface="Arial"/>
                <a:cs typeface="Arial"/>
                <a:sym typeface="Arial"/>
              </a:rPr>
              <a:t> </a:t>
            </a:r>
            <a:r>
              <a:rPr kumimoji="0" lang="en-IN" sz="6000" b="1" i="0" u="none" strike="noStrike" kern="0" cap="none" spc="0" normalizeH="0" baseline="0" noProof="0" dirty="0">
                <a:ln>
                  <a:noFill/>
                </a:ln>
                <a:solidFill>
                  <a:srgbClr val="98C536"/>
                </a:solidFill>
                <a:effectLst/>
                <a:uLnTx/>
                <a:uFillTx/>
                <a:latin typeface="Segoe UI Light" panose="020B0502040204020203" pitchFamily="34" charset="0"/>
                <a:cs typeface="Segoe UI Light" panose="020B0502040204020203" pitchFamily="34" charset="0"/>
                <a:sym typeface="Arial"/>
              </a:rPr>
              <a:t>You</a:t>
            </a:r>
            <a:endParaRPr kumimoji="0" lang="en-IN" sz="6000" b="0" i="0" u="none" strike="noStrike" kern="0" cap="none" spc="0" normalizeH="0" baseline="0" noProof="0" dirty="0">
              <a:ln>
                <a:noFill/>
              </a:ln>
              <a:solidFill>
                <a:srgbClr val="98C536"/>
              </a:solidFill>
              <a:effectLst/>
              <a:uLnTx/>
              <a:uFillTx/>
              <a:latin typeface="Segoe UI Light" panose="020B0502040204020203" pitchFamily="34" charset="0"/>
              <a:cs typeface="Segoe UI Light" panose="020B0502040204020203" pitchFamily="34" charset="0"/>
              <a:sym typeface="Arial"/>
            </a:endParaRPr>
          </a:p>
        </p:txBody>
      </p:sp>
      <p:sp>
        <p:nvSpPr>
          <p:cNvPr id="3" name="TextBox 2">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5400" b="1" i="0" u="none" strike="noStrike" kern="0" cap="none" spc="0" normalizeH="0" baseline="0" noProof="0" dirty="0">
                <a:ln>
                  <a:noFill/>
                </a:ln>
                <a:solidFill>
                  <a:srgbClr val="98C536"/>
                </a:solidFill>
                <a:effectLst/>
                <a:uLnTx/>
                <a:uFillTx/>
                <a:latin typeface="Segoe UI" panose="020B0502040204020203" pitchFamily="34" charset="0"/>
                <a:ea typeface="Calibri Light" charset="0"/>
                <a:cs typeface="Segoe UI" panose="020B0502040204020203" pitchFamily="34" charset="0"/>
                <a:sym typeface="Arial"/>
              </a:rPr>
              <a:t>End of </a:t>
            </a:r>
            <a:r>
              <a:rPr kumimoji="0" lang="en-US" sz="5400" b="1" i="0" u="none" strike="noStrike" kern="0" cap="none" spc="0" normalizeH="0" baseline="0" noProof="0">
                <a:ln>
                  <a:noFill/>
                </a:ln>
                <a:solidFill>
                  <a:srgbClr val="75C042"/>
                </a:solidFill>
                <a:effectLst/>
                <a:uLnTx/>
                <a:uFillTx/>
                <a:latin typeface="Segoe UI" panose="020B0502040204020203" pitchFamily="34" charset="0"/>
                <a:ea typeface="Calibri Light" charset="0"/>
                <a:cs typeface="Segoe UI" panose="020B0502040204020203" pitchFamily="34" charset="0"/>
                <a:sym typeface="Arial"/>
              </a:rPr>
              <a:t>Day 15</a:t>
            </a:r>
            <a:endParaRPr kumimoji="0" lang="en-US" sz="5400" b="1" i="0" u="none" strike="noStrike" kern="0" cap="none" spc="0" normalizeH="0" baseline="0" noProof="0" dirty="0">
              <a:ln>
                <a:noFill/>
              </a:ln>
              <a:solidFill>
                <a:srgbClr val="75C042"/>
              </a:solidFill>
              <a:effectLst/>
              <a:uLnTx/>
              <a:uFillTx/>
              <a:latin typeface="Segoe UI" panose="020B0502040204020203" pitchFamily="34" charset="0"/>
              <a:ea typeface="Calibri Light" charset="0"/>
              <a:cs typeface="Segoe UI" panose="020B0502040204020203" pitchFamily="34" charset="0"/>
              <a:sym typeface="Arial"/>
            </a:endParaRPr>
          </a:p>
        </p:txBody>
      </p:sp>
      <p:grpSp>
        <p:nvGrpSpPr>
          <p:cNvPr id="4" name="Group 3">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5" name="Oval 4">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6"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sz="3000">
                  <a:solidFill>
                    <a:srgbClr val="FFFFFF"/>
                  </a:solidFill>
                  <a:effectLst>
                    <a:outerShdw blurRad="38100" dist="12700" dir="5400000" rotWithShape="0">
                      <a:srgbClr val="000000">
                        <a:alpha val="50000"/>
                      </a:srgbClr>
                    </a:outerShdw>
                  </a:effectLst>
                </a:defRPr>
              </a:pPr>
              <a:endParaRPr kumimoji="0" sz="3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Arial"/>
                <a:cs typeface="Arial"/>
                <a:sym typeface="Arial"/>
              </a:endParaRPr>
            </a:p>
          </p:txBody>
        </p:sp>
        <p:sp>
          <p:nvSpPr>
            <p:cNvPr id="7" name="Oval 6">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8"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sz="3000">
                  <a:solidFill>
                    <a:srgbClr val="FFFFFF"/>
                  </a:solidFill>
                  <a:effectLst>
                    <a:outerShdw blurRad="38100" dist="12700" dir="5400000" rotWithShape="0">
                      <a:srgbClr val="000000">
                        <a:alpha val="50000"/>
                      </a:srgbClr>
                    </a:outerShdw>
                  </a:effectLst>
                </a:defRPr>
              </a:pPr>
              <a:endParaRPr kumimoji="0" sz="3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Arial"/>
                <a:cs typeface="Arial"/>
                <a:sym typeface="Arial"/>
              </a:endParaRPr>
            </a:p>
          </p:txBody>
        </p:sp>
        <p:sp>
          <p:nvSpPr>
            <p:cNvPr id="9" name="Oval 8">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0"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sz="3000">
                  <a:solidFill>
                    <a:srgbClr val="FFFFFF"/>
                  </a:solidFill>
                  <a:effectLst>
                    <a:outerShdw blurRad="38100" dist="12700" dir="5400000" rotWithShape="0">
                      <a:srgbClr val="000000">
                        <a:alpha val="50000"/>
                      </a:srgbClr>
                    </a:outerShdw>
                  </a:effectLst>
                </a:defRPr>
              </a:pPr>
              <a:endParaRPr kumimoji="0" sz="3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Arial"/>
                <a:cs typeface="Arial"/>
                <a:sym typeface="Arial"/>
              </a:endParaRPr>
            </a:p>
          </p:txBody>
        </p:sp>
      </p:grpSp>
      <p:sp>
        <p:nvSpPr>
          <p:cNvPr id="11" name="Rectangle 10">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dirty="0">
                <a:ln>
                  <a:noFill/>
                </a:ln>
                <a:solidFill>
                  <a:srgbClr val="000000"/>
                </a:solidFill>
                <a:effectLst/>
                <a:uLnTx/>
                <a:uFillTx/>
                <a:latin typeface="Arial"/>
                <a:ea typeface="+mn-ea"/>
                <a:cs typeface="+mn-cs"/>
                <a:sym typeface="Arial"/>
              </a:rPr>
              <a:t>www.anubhavtrainings.com</a:t>
            </a:r>
          </a:p>
        </p:txBody>
      </p:sp>
      <p:sp>
        <p:nvSpPr>
          <p:cNvPr id="12" name="Right Triangle 11"/>
          <p:cNvSpPr/>
          <p:nvPr/>
        </p:nvSpPr>
        <p:spPr>
          <a:xfrm rot="19603165">
            <a:off x="394348" y="-1369124"/>
            <a:ext cx="4191287" cy="2738247"/>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solidFill>
                  <a:srgbClr val="00B050"/>
                </a:solidFill>
              </a:ln>
              <a:solidFill>
                <a:srgbClr val="00B050"/>
              </a:solidFill>
              <a:effectLst/>
              <a:uLnTx/>
              <a:uFillTx/>
              <a:latin typeface="Arial"/>
              <a:ea typeface="+mn-ea"/>
              <a:cs typeface="+mn-cs"/>
              <a:sym typeface="Arial"/>
            </a:endParaRPr>
          </a:p>
        </p:txBody>
      </p:sp>
      <p:sp>
        <p:nvSpPr>
          <p:cNvPr id="13" name="Right Triangle 12"/>
          <p:cNvSpPr/>
          <p:nvPr/>
        </p:nvSpPr>
        <p:spPr>
          <a:xfrm rot="16200000">
            <a:off x="6874209" y="1545491"/>
            <a:ext cx="4718460" cy="5910772"/>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solidFill>
                  <a:srgbClr val="00B050"/>
                </a:solidFill>
              </a:ln>
              <a:solidFill>
                <a:srgbClr val="00B050"/>
              </a:solidFill>
              <a:effectLst/>
              <a:uLnTx/>
              <a:uFillTx/>
              <a:latin typeface="Arial"/>
              <a:ea typeface="+mn-ea"/>
              <a:cs typeface="+mn-cs"/>
              <a:sym typeface="Arial"/>
            </a:endParaRPr>
          </a:p>
        </p:txBody>
      </p:sp>
      <p:sp>
        <p:nvSpPr>
          <p:cNvPr id="14" name="Minus 13"/>
          <p:cNvSpPr/>
          <p:nvPr/>
        </p:nvSpPr>
        <p:spPr>
          <a:xfrm rot="19276189">
            <a:off x="4275114" y="4157244"/>
            <a:ext cx="9864485" cy="472198"/>
          </a:xfrm>
          <a:prstGeom prst="mathMinus">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5"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00000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000000"/>
              </a:solidFill>
              <a:effectLst/>
              <a:uLnTx/>
              <a:uFillTx/>
              <a:latin typeface="Cambria" panose="02040503050406030204" pitchFamily="18" charset="0"/>
              <a:ea typeface="Cambria" panose="02040503050406030204" pitchFamily="18" charset="0"/>
              <a:cs typeface="Corben"/>
              <a:sym typeface="Corben"/>
            </a:endParaRPr>
          </a:p>
        </p:txBody>
      </p:sp>
      <p:pic>
        <p:nvPicPr>
          <p:cNvPr id="16"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97610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barn(inVertical)">
                                      <p:cBhvr>
                                        <p:cTn id="15" dur="500"/>
                                        <p:tgtEl>
                                          <p:spTgt spid="3"/>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nodeType="click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barn(inVertical)">
                                      <p:cBhvr>
                                        <p:cTn id="2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11"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3943"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pitchFamily="34" charset="0"/>
                <a:ea typeface="+mn-ea"/>
                <a:cs typeface="Arial" panose="020B0604020202020204" pitchFamily="34" charset="0"/>
              </a:rPr>
              <a:t>Contact us today!</a:t>
            </a:r>
          </a:p>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0" i="0" u="none" strike="noStrike" kern="1200" cap="none" spc="0" normalizeH="0" baseline="0" noProof="0" dirty="0">
                <a:ln>
                  <a:noFill/>
                </a:ln>
                <a:solidFill>
                  <a:srgbClr val="44546A"/>
                </a:solidFill>
                <a:effectLst/>
                <a:uLnTx/>
                <a:uFillTx/>
                <a:latin typeface="Arial" panose="020B0604020202020204"/>
                <a:ea typeface="+mn-ea"/>
                <a:cs typeface="+mn-cs"/>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rPr>
              <a:t>We build the workforce of the future.</a:t>
            </a:r>
            <a:endParaRPr kumimoji="0" lang="en-US"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30,000+</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25000+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We’re committed to empower you to be</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2799" b="1" i="0" u="none" strike="noStrike" kern="1200" cap="none" spc="0" normalizeH="0" baseline="0" noProof="0" dirty="0" err="1">
                <a:ln>
                  <a:noFill/>
                </a:ln>
                <a:solidFill>
                  <a:srgbClr val="2AC6D1">
                    <a:lumMod val="40000"/>
                    <a:lumOff val="60000"/>
                  </a:srgbClr>
                </a:solidFill>
                <a:effectLst/>
                <a:uLnTx/>
                <a:uFillTx/>
                <a:latin typeface="Arial" panose="020B0604020202020204" pitchFamily="34" charset="0"/>
                <a:ea typeface="+mn-ea"/>
                <a:cs typeface="Arial" panose="020B0604020202020204" pitchFamily="34" charset="0"/>
              </a:rPr>
              <a:t>FutureReady</a:t>
            </a:r>
            <a:r>
              <a:rPr kumimoji="0" lang="en-US" sz="2799" b="1" i="0" u="none" strike="noStrike" kern="1200" cap="none" spc="0" normalizeH="0" baseline="0" noProof="0" dirty="0">
                <a:ln>
                  <a:noFill/>
                </a:ln>
                <a:solidFill>
                  <a:srgbClr val="2AC6D1">
                    <a:lumMod val="40000"/>
                    <a:lumOff val="60000"/>
                  </a:srgbClr>
                </a:solidFill>
                <a:effectLst/>
                <a:uLnTx/>
                <a:uFillTx/>
                <a:latin typeface="Arial" panose="020B0604020202020204" pitchFamily="34" charset="0"/>
                <a:ea typeface="+mn-ea"/>
                <a:cs typeface="Arial" panose="020B0604020202020204" pitchFamily="34" charset="0"/>
              </a:rPr>
              <a:t>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100" normalizeH="0" baseline="0" noProof="0" dirty="0">
                <a:ln>
                  <a:noFill/>
                </a:ln>
                <a:solidFill>
                  <a:srgbClr val="F97700"/>
                </a:solidFill>
                <a:effectLst/>
                <a:uLnTx/>
                <a:uFillTx/>
                <a:latin typeface="Arial" panose="020B0604020202020204"/>
                <a:ea typeface="+mn-ea"/>
                <a:cs typeface="+mn-cs"/>
              </a:rPr>
              <a:t>FREE WEBINARS </a:t>
            </a:r>
          </a:p>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F97700"/>
                </a:solidFill>
                <a:effectLst/>
                <a:uLnTx/>
                <a:uFillTx/>
                <a:latin typeface="Arial" panose="020B0604020202020204"/>
                <a:ea typeface="+mn-ea"/>
                <a:cs typeface="+mn-cs"/>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a:ea typeface="+mn-ea"/>
              <a:cs typeface="+mn-cs"/>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a:ea typeface="+mn-ea"/>
                <a:cs typeface="+mn-cs"/>
              </a:rPr>
              <a:t>Enroll Now!</a:t>
            </a:r>
            <a:endParaRPr kumimoji="0" lang="en-US" sz="1799" b="1" i="0" u="none" strike="noStrike" kern="1200" cap="none" spc="0" normalizeH="0" baseline="0" noProof="0" dirty="0">
              <a:ln>
                <a:noFill/>
              </a:ln>
              <a:solidFill>
                <a:srgbClr val="000000"/>
              </a:solidFill>
              <a:effectLst/>
              <a:uLnTx/>
              <a:uFillTx/>
              <a:latin typeface="Arial" panose="020B0604020202020204"/>
              <a:ea typeface="+mn-ea"/>
              <a:cs typeface="+mn-cs"/>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56029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SlideModel - Sustainablity Strategy">
      <a:dk1>
        <a:srgbClr val="433835"/>
      </a:dk1>
      <a:lt1>
        <a:srgbClr val="FFFFFF"/>
      </a:lt1>
      <a:dk2>
        <a:srgbClr val="070707"/>
      </a:dk2>
      <a:lt2>
        <a:srgbClr val="FFFFFF"/>
      </a:lt2>
      <a:accent1>
        <a:srgbClr val="75C042"/>
      </a:accent1>
      <a:accent2>
        <a:srgbClr val="F0F6FB"/>
      </a:accent2>
      <a:accent3>
        <a:srgbClr val="243769"/>
      </a:accent3>
      <a:accent4>
        <a:srgbClr val="8FBBE1"/>
      </a:accent4>
      <a:accent5>
        <a:srgbClr val="E3F2D9"/>
      </a:accent5>
      <a:accent6>
        <a:srgbClr val="002060"/>
      </a:accent6>
      <a:hlink>
        <a:srgbClr val="FCD7DB"/>
      </a:hlink>
      <a:folHlink>
        <a:srgbClr val="F0E9E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2_Office Theme">
  <a:themeElements>
    <a:clrScheme name="Custom 76">
      <a:dk1>
        <a:srgbClr val="000000"/>
      </a:dk1>
      <a:lt1>
        <a:srgbClr val="FFFFFF"/>
      </a:lt1>
      <a:dk2>
        <a:srgbClr val="1F497D"/>
      </a:dk2>
      <a:lt2>
        <a:srgbClr val="EEECE1"/>
      </a:lt2>
      <a:accent1>
        <a:srgbClr val="BDBDBD"/>
      </a:accent1>
      <a:accent2>
        <a:srgbClr val="98C536"/>
      </a:accent2>
      <a:accent3>
        <a:srgbClr val="6D6D6D"/>
      </a:accent3>
      <a:accent4>
        <a:srgbClr val="1767AC"/>
      </a:accent4>
      <a:accent5>
        <a:srgbClr val="E5E6E8"/>
      </a:accent5>
      <a:accent6>
        <a:srgbClr val="99C274"/>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3_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SlideModel - Sustainablity Strategy">
    <a:dk1>
      <a:srgbClr val="433835"/>
    </a:dk1>
    <a:lt1>
      <a:srgbClr val="FFFFFF"/>
    </a:lt1>
    <a:dk2>
      <a:srgbClr val="070707"/>
    </a:dk2>
    <a:lt2>
      <a:srgbClr val="FFFFFF"/>
    </a:lt2>
    <a:accent1>
      <a:srgbClr val="75C042"/>
    </a:accent1>
    <a:accent2>
      <a:srgbClr val="F0F6FB"/>
    </a:accent2>
    <a:accent3>
      <a:srgbClr val="243769"/>
    </a:accent3>
    <a:accent4>
      <a:srgbClr val="8FBBE1"/>
    </a:accent4>
    <a:accent5>
      <a:srgbClr val="E3F2D9"/>
    </a:accent5>
    <a:accent6>
      <a:srgbClr val="002060"/>
    </a:accent6>
    <a:hlink>
      <a:srgbClr val="FCD7DB"/>
    </a:hlink>
    <a:folHlink>
      <a:srgbClr val="F0E9E3"/>
    </a:folHlink>
  </a:clrScheme>
</a:themeOverride>
</file>

<file path=docProps/app.xml><?xml version="1.0" encoding="utf-8"?>
<Properties xmlns="http://schemas.openxmlformats.org/officeDocument/2006/extended-properties" xmlns:vt="http://schemas.openxmlformats.org/officeDocument/2006/docPropsVTypes">
  <TotalTime>2444</TotalTime>
  <Words>1995</Words>
  <Application>Microsoft Office PowerPoint</Application>
  <PresentationFormat>Custom</PresentationFormat>
  <Paragraphs>155</Paragraphs>
  <Slides>19</Slides>
  <Notes>16</Notes>
  <HiddenSlides>0</HiddenSlides>
  <MMClips>0</MMClips>
  <ScaleCrop>false</ScaleCrop>
  <HeadingPairs>
    <vt:vector size="6" baseType="variant">
      <vt:variant>
        <vt:lpstr>Fonts Used</vt:lpstr>
      </vt:variant>
      <vt:variant>
        <vt:i4>11</vt:i4>
      </vt:variant>
      <vt:variant>
        <vt:lpstr>Theme</vt:lpstr>
      </vt:variant>
      <vt:variant>
        <vt:i4>3</vt:i4>
      </vt:variant>
      <vt:variant>
        <vt:lpstr>Slide Titles</vt:lpstr>
      </vt:variant>
      <vt:variant>
        <vt:i4>19</vt:i4>
      </vt:variant>
    </vt:vector>
  </HeadingPairs>
  <TitlesOfParts>
    <vt:vector size="33" baseType="lpstr">
      <vt:lpstr>Arial Black</vt:lpstr>
      <vt:lpstr>Consolas</vt:lpstr>
      <vt:lpstr>Open Sans</vt:lpstr>
      <vt:lpstr>Segoe UI</vt:lpstr>
      <vt:lpstr>Cambria</vt:lpstr>
      <vt:lpstr>Segoe UI Light</vt:lpstr>
      <vt:lpstr>Arial</vt:lpstr>
      <vt:lpstr>Calibri</vt:lpstr>
      <vt:lpstr>Quattrocento Sans</vt:lpstr>
      <vt:lpstr>Corben</vt:lpstr>
      <vt:lpstr>Cooper Black</vt:lpstr>
      <vt:lpstr>Office Theme</vt:lpstr>
      <vt:lpstr>2_Office Theme</vt:lpstr>
      <vt:lpstr>3_Office Theme</vt:lpstr>
      <vt:lpstr>SAP BTP ABAP  on Cloud / RAP  Training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Git and Git HUB</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ABAP ON CLOUD  RESTFUL APPLICATION  PROGRAMMING EMBEDDED STEAMPUNK TRAINING</dc:title>
  <dc:creator>anurag</dc:creator>
  <cp:lastModifiedBy>Anubhav Oberoy</cp:lastModifiedBy>
  <cp:revision>112</cp:revision>
  <dcterms:created xsi:type="dcterms:W3CDTF">2023-10-03T21:33:12Z</dcterms:created>
  <dcterms:modified xsi:type="dcterms:W3CDTF">2026-02-23T07:57:57Z</dcterms:modified>
</cp:coreProperties>
</file>