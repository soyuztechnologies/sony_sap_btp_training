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3.xml" ContentType="application/vnd.openxmlformats-officedocument.theme+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29" r:id="rId4"/>
  </p:sldMasterIdLst>
  <p:notesMasterIdLst>
    <p:notesMasterId r:id="rId24"/>
  </p:notesMasterIdLst>
  <p:sldIdLst>
    <p:sldId id="256" r:id="rId5"/>
    <p:sldId id="402" r:id="rId6"/>
    <p:sldId id="276" r:id="rId7"/>
    <p:sldId id="314" r:id="rId8"/>
    <p:sldId id="1187" r:id="rId9"/>
    <p:sldId id="1188" r:id="rId10"/>
    <p:sldId id="1189" r:id="rId11"/>
    <p:sldId id="1178" r:id="rId12"/>
    <p:sldId id="1179" r:id="rId13"/>
    <p:sldId id="1180" r:id="rId14"/>
    <p:sldId id="1181" r:id="rId15"/>
    <p:sldId id="1182" r:id="rId16"/>
    <p:sldId id="1184" r:id="rId17"/>
    <p:sldId id="1185" r:id="rId18"/>
    <p:sldId id="1208" r:id="rId19"/>
    <p:sldId id="1209" r:id="rId20"/>
    <p:sldId id="1215" r:id="rId21"/>
    <p:sldId id="419" r:id="rId22"/>
    <p:sldId id="409" r:id="rId23"/>
  </p:sldIdLst>
  <p:sldSz cx="12188825" cy="6858000"/>
  <p:notesSz cx="6858000" cy="9144000"/>
  <p:embeddedFontLst>
    <p:embeddedFont>
      <p:font typeface="72 Monospace" panose="020B0509030603020204" pitchFamily="49" charset="0"/>
      <p:regular r:id="rId25"/>
      <p:bold r:id="rId26"/>
    </p:embeddedFont>
    <p:embeddedFont>
      <p:font typeface="Arial Black" panose="020B0A04020102020204" pitchFamily="34" charset="0"/>
      <p:regular r:id="rId27"/>
      <p:bold r:id="rId28"/>
    </p:embeddedFont>
    <p:embeddedFont>
      <p:font typeface="Cambria" panose="02040503050406030204" pitchFamily="18" charset="0"/>
      <p:regular r:id="rId29"/>
      <p:bold r:id="rId30"/>
      <p:italic r:id="rId31"/>
      <p:boldItalic r:id="rId32"/>
    </p:embeddedFont>
    <p:embeddedFont>
      <p:font typeface="Consolas" panose="020B0609020204030204" pitchFamily="49" charset="0"/>
      <p:regular r:id="rId33"/>
      <p:bold r:id="rId34"/>
      <p:italic r:id="rId35"/>
      <p:boldItalic r:id="rId36"/>
    </p:embeddedFont>
    <p:embeddedFont>
      <p:font typeface="Cooper Black" panose="0208090404030B020404" pitchFamily="18" charset="0"/>
      <p:regular r:id="rId37"/>
    </p:embeddedFont>
    <p:embeddedFont>
      <p:font typeface="Corben" panose="020B0604020202020204" charset="0"/>
      <p:bold r:id="rId38"/>
    </p:embeddedFont>
    <p:embeddedFont>
      <p:font typeface="Open Sans" panose="020B0606030504020204" pitchFamily="34" charset="0"/>
      <p:regular r:id="rId39"/>
      <p:bold r:id="rId40"/>
      <p:italic r:id="rId41"/>
      <p:boldItalic r:id="rId42"/>
    </p:embeddedFont>
    <p:embeddedFont>
      <p:font typeface="Quattrocento Sans" panose="020B0502050000020003" pitchFamily="34" charset="0"/>
      <p:regular r:id="rId43"/>
      <p:bold r:id="rId44"/>
      <p:italic r:id="rId45"/>
      <p:boldItalic r:id="rId46"/>
    </p:embeddedFont>
    <p:embeddedFont>
      <p:font typeface="Segoe UI" panose="020B0502040204020203" pitchFamily="34" charset="0"/>
      <p:regular r:id="rId47"/>
      <p:bold r:id="rId48"/>
      <p:italic r:id="rId49"/>
      <p:boldItalic r:id="rId50"/>
    </p:embeddedFont>
    <p:embeddedFont>
      <p:font typeface="Segoe UI Black" panose="020B0A02040204020203" pitchFamily="34" charset="0"/>
      <p:bold r:id="rId51"/>
      <p:boldItalic r:id="rId52"/>
    </p:embeddedFont>
    <p:embeddedFont>
      <p:font typeface="Segoe UI Light" panose="020B0502040204020203" pitchFamily="34" charset="0"/>
      <p:regular r:id="rId53"/>
      <p:italic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280" autoAdjust="0"/>
    <p:restoredTop sz="94660"/>
  </p:normalViewPr>
  <p:slideViewPr>
    <p:cSldViewPr snapToGrid="0">
      <p:cViewPr varScale="1">
        <p:scale>
          <a:sx n="96" d="100"/>
          <a:sy n="96" d="100"/>
        </p:scale>
        <p:origin x="904" y="288"/>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font" Target="fonts/font2.fntdata"/><Relationship Id="rId39" Type="http://schemas.openxmlformats.org/officeDocument/2006/relationships/font" Target="fonts/font15.fntdata"/><Relationship Id="rId21" Type="http://schemas.openxmlformats.org/officeDocument/2006/relationships/slide" Target="slides/slide17.xml"/><Relationship Id="rId34" Type="http://schemas.openxmlformats.org/officeDocument/2006/relationships/font" Target="fonts/font10.fntdata"/><Relationship Id="rId42" Type="http://schemas.openxmlformats.org/officeDocument/2006/relationships/font" Target="fonts/font18.fntdata"/><Relationship Id="rId47" Type="http://schemas.openxmlformats.org/officeDocument/2006/relationships/font" Target="fonts/font23.fntdata"/><Relationship Id="rId50" Type="http://schemas.openxmlformats.org/officeDocument/2006/relationships/font" Target="fonts/font26.fntdata"/><Relationship Id="rId7" Type="http://schemas.openxmlformats.org/officeDocument/2006/relationships/slide" Target="slides/slide3.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font" Target="fonts/font5.fntdata"/><Relationship Id="rId11" Type="http://schemas.openxmlformats.org/officeDocument/2006/relationships/slide" Target="slides/slide7.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openxmlformats.org/officeDocument/2006/relationships/font" Target="fonts/font13.fntdata"/><Relationship Id="rId40" Type="http://schemas.openxmlformats.org/officeDocument/2006/relationships/font" Target="fonts/font16.fntdata"/><Relationship Id="rId45" Type="http://schemas.openxmlformats.org/officeDocument/2006/relationships/font" Target="fonts/font21.fntdata"/><Relationship Id="rId53" Type="http://schemas.openxmlformats.org/officeDocument/2006/relationships/font" Target="fonts/font29.fntdata"/><Relationship Id="rId5" Type="http://schemas.openxmlformats.org/officeDocument/2006/relationships/slide" Target="slides/slide1.xml"/><Relationship Id="rId203" Type="http://customschemas.google.com/relationships/presentationmetadata" Target="metadata"/><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font" Target="fonts/font11.fntdata"/><Relationship Id="rId43" Type="http://schemas.openxmlformats.org/officeDocument/2006/relationships/font" Target="fonts/font19.fntdata"/><Relationship Id="rId48" Type="http://schemas.openxmlformats.org/officeDocument/2006/relationships/font" Target="fonts/font24.fntdata"/><Relationship Id="rId207"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font" Target="fonts/font27.fntdata"/><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font" Target="fonts/font1.fntdata"/><Relationship Id="rId33" Type="http://schemas.openxmlformats.org/officeDocument/2006/relationships/font" Target="fonts/font9.fntdata"/><Relationship Id="rId38" Type="http://schemas.openxmlformats.org/officeDocument/2006/relationships/font" Target="fonts/font14.fntdata"/><Relationship Id="rId46" Type="http://schemas.openxmlformats.org/officeDocument/2006/relationships/font" Target="fonts/font22.fntdata"/><Relationship Id="rId20" Type="http://schemas.openxmlformats.org/officeDocument/2006/relationships/slide" Target="slides/slide16.xml"/><Relationship Id="rId41" Type="http://schemas.openxmlformats.org/officeDocument/2006/relationships/font" Target="fonts/font17.fntdata"/><Relationship Id="rId54" Type="http://schemas.openxmlformats.org/officeDocument/2006/relationships/font" Target="fonts/font30.fntdata"/><Relationship Id="rId1" Type="http://schemas.openxmlformats.org/officeDocument/2006/relationships/slideMaster" Target="slideMasters/slideMaster1.xml"/><Relationship Id="rId6" Type="http://schemas.openxmlformats.org/officeDocument/2006/relationships/slide" Target="slides/slide2.xml"/><Relationship Id="rId204" Type="http://schemas.openxmlformats.org/officeDocument/2006/relationships/presProps" Target="presProps.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font" Target="fonts/font4.fntdata"/><Relationship Id="rId36" Type="http://schemas.openxmlformats.org/officeDocument/2006/relationships/font" Target="fonts/font12.fntdata"/><Relationship Id="rId49" Type="http://schemas.openxmlformats.org/officeDocument/2006/relationships/font" Target="fonts/font25.fntdata"/><Relationship Id="rId10" Type="http://schemas.openxmlformats.org/officeDocument/2006/relationships/slide" Target="slides/slide6.xml"/><Relationship Id="rId31" Type="http://schemas.openxmlformats.org/officeDocument/2006/relationships/font" Target="fonts/font7.fntdata"/><Relationship Id="rId44" Type="http://schemas.openxmlformats.org/officeDocument/2006/relationships/font" Target="fonts/font20.fntdata"/><Relationship Id="rId52" Type="http://schemas.openxmlformats.org/officeDocument/2006/relationships/font" Target="fonts/font28.fntdata"/></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8-16T09:25:05.631"/>
    </inkml:context>
    <inkml:brush xml:id="br0">
      <inkml:brushProperty name="width" value="0.05" units="cm"/>
      <inkml:brushProperty name="height" value="0.05" units="cm"/>
    </inkml:brush>
  </inkml:definitions>
  <inkml:trace contextRef="#ctx0" brushRef="#br0">0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03-02T01:49:50.897"/>
    </inkml:context>
    <inkml:brush xml:id="br0">
      <inkml:brushProperty name="width" value="0.05" units="cm"/>
      <inkml:brushProperty name="height" value="0.05" units="cm"/>
      <inkml:brushProperty name="color" value="#F6630D"/>
    </inkml:brush>
  </inkml:definitions>
  <inkml:trace contextRef="#ctx0" brushRef="#br0">112 4 4192 0 0,'4'-3'2787'0'0,"-11"6"-2817"0"0,-19 13 93 0 0,20-12 281 0 0,4-4-335 0 0,1 0 0 0 0,-1 1 0 0 0,1-1 0 0 0,-1 1-1 0 0,1-1 1 0 0,-1 1 0 0 0,1 0 0 0 0,-1-1 0 0 0,1 1 0 0 0,0 0 0 0 0,-1 0 0 0 0,-1 2 0 0 0,0-1 9 0 0,-2 0 51 0 0,2 1-9 0 0,-4 4-49 0 0,0 0 0 0 0,0 0 0 0 0,1 1 0 0 0,-10 14 0 0 0,14-19 1010 0 0,17-6-837 0 0,4-4-54 0 0,-15 6 340 0 0,-1-1-511 0 0,11-6-13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21.663"/>
    </inkml:context>
    <inkml:brush xml:id="br0">
      <inkml:brushProperty name="width" value="0.05" units="cm"/>
      <inkml:brushProperty name="height" value="0.05" units="cm"/>
    </inkml:brush>
  </inkml:definitions>
  <inkml:trace contextRef="#ctx0" brushRef="#br0">1867 18 24575,'-37'-5'0,"8"0"0,-311-3 0,318 9 0,-37 0 0,0 2 0,0 4 0,0 1 0,1 4 0,0 2 0,1 2 0,1 3 0,1 2 0,0 3 0,2 2 0,-75 49 0,41-13 0,3 3 0,3 4 0,2 3 0,-84 103 0,142-150 0,1 1 0,1 1 0,1 1 0,2 1 0,1 0 0,1 1 0,1 0 0,2 1 0,1 1 0,2-1 0,1 2 0,1-1 0,-2 41 0,6-26 0,2 0 0,2 0 0,1-1 0,12 54 0,-10-78 0,1-1 0,0 0 0,2-1 0,0 1 0,1-1 0,1-1 0,1 0 0,1-1 0,0 0 0,1 0 0,19 18 0,-4-11 0,0-1 0,1-2 0,1-1 0,1-2 0,55 27 0,-15-15 0,122 35 0,-106-43 0,0-4 0,105 8 0,177-12 0,-345-15 0,0-1 0,-1-1 0,25-5 0,-41 5 0,1 0 0,-1 0 0,1-1 0,-1 0 0,0-1 0,0 1 0,0-1 0,-1-1 0,1 1 0,-1-1 0,0 0 0,10-12 0,8-14 0,-2-2 0,31-58 0,4-7 0,-37 68 0,112-181 0,-105 163 0,-2-1 0,27-78 0,-44 100 0,-1-1 0,-1-1 0,-2 1 0,2-43 0,-10-118 0,0 76 0,4 90 0,-2 0 0,0 0 0,-1 0 0,-2 0 0,0 1 0,-1 0 0,-2 0 0,0 1 0,-1-1 0,-1 2 0,-1-1 0,-1 2 0,-29-37 0,18 32 0,-2 1 0,-43-32 0,36 30 0,-28-18 0,-91-49 0,102 67-1365,24 12-5461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22.978"/>
    </inkml:context>
    <inkml:brush xml:id="br0">
      <inkml:brushProperty name="width" value="0.05" units="cm"/>
      <inkml:brushProperty name="height" value="0.05" units="cm"/>
    </inkml:brush>
  </inkml:definitions>
  <inkml:trace contextRef="#ctx0" brushRef="#br0">72 544 24575,'-3'4'0,"1"-1"0,1 1 0,-1-1 0,0 1 0,1 0 0,-1 0 0,1 0 0,1 0 0,-1 0 0,0 6 0,-4 15 0,3-21 0,-12 37 0,13-38 0,-1 0 0,1 0 0,-1 0 0,1 0 0,-1 0 0,0 0 0,0 0 0,0-1 0,-4 4 0,5-6 0,1 0 0,0 1 0,0-1 0,0 0 0,-1 0 0,1 0 0,0 0 0,0 0 0,0 0 0,-1 0 0,1 0 0,0 0 0,0 0 0,-1 0 0,1 0 0,0-1 0,0 1 0,0 0 0,-1 0 0,1 0 0,0 0 0,0 0 0,0 0 0,0 0 0,-1-1 0,1 1 0,0 0 0,0 0 0,0 0 0,0 0 0,0 0 0,0-1 0,-1 1 0,1 0 0,0 0 0,0 0 0,0-1 0,0 1 0,0 0 0,0 0 0,0 0 0,0-1 0,0 1 0,0 0 0,0 0 0,0-1 0,-2-12 0,-2-55 0,3-1 0,4 1 0,15-100 0,-15 144 0,0 1 0,2-1 0,1 1 0,0 0 0,2 0 0,1 1 0,1 0 0,0 0 0,21-30 0,-27 46 0,-1 1 0,2 0 0,-1 0 0,0 0 0,1 1 0,6-6 0,-10 9 0,0 1 0,0-1 0,0 1 0,0-1 0,0 1 0,0-1 0,0 1 0,0 0 0,0 0 0,1-1 0,-1 1 0,0 0 0,0 0 0,0 0 0,0 0 0,0 0 0,2 1 0,-1 0 0,-1-1 0,1 1 0,-1 0 0,1 0 0,-1 0 0,1 0 0,-1 0 0,0 0 0,0 0 0,0 1 0,0-1 0,0 0 0,0 1 0,0-1 0,1 3 0,8 16 0,-1 0 0,0 1 0,-2 0 0,9 39 0,7 92 0,-19-120 0,-2-4 0,2 17 0,-3-42 0,-1 0 0,1 0 0,0-1 0,0 1 0,0 0 0,0 0 0,0-1 0,0 1 0,1 0 0,2 3 0,-4-6 0,1 0 0,-1 1 0,0-1 0,0 0 0,1 0 0,-1 0 0,1 1 0,-1-1 0,0 0 0,1 0 0,-1 0 0,0 0 0,1 0 0,-1 0 0,0 0 0,1 0 0,-1 0 0,1 0 0,-1 0 0,0 0 0,1 0 0,-1 0 0,0 0 0,1-1 0,-1 1 0,0 0 0,1 0 0,-1 0 0,0-1 0,1 1 0,-1 0 0,0 0 0,1 0 0,-1-1 0,0 1 0,1-1 0,11-13 0,-10 11 0,93-144 0,-70 105 0,1 1 0,1 2 0,38-41 0,-60 75 0,-1 0 0,1 1 0,1 0 0,-1 0 0,1 0 0,-1 0 0,1 1 0,0 0 0,1 1 0,-1-1 0,0 1 0,10-2 0,-14 4 0,1-1 0,0 1 0,-1 0 0,1 0 0,0 0 0,-1 0 0,1 1 0,0-1 0,-1 1 0,1 0 0,-1-1 0,1 1 0,-1 0 0,1 1 0,-1-1 0,0 0 0,1 1 0,-1-1 0,0 1 0,0-1 0,0 1 0,0 0 0,0 0 0,-1 0 0,1 0 0,-1 1 0,1-1 0,-1 0 0,0 0 0,1 1 0,-1-1 0,1 5 0,5 20 0,-1 0 0,-2 0 0,0 0 0,-1 40 0,-1-32 0,2 195-1365,-4-211-5461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39.308"/>
    </inkml:context>
    <inkml:brush xml:id="br0">
      <inkml:brushProperty name="width" value="0.05" units="cm"/>
      <inkml:brushProperty name="height" value="0.05" units="cm"/>
    </inkml:brush>
  </inkml:definitions>
  <inkml:trace contextRef="#ctx0" brushRef="#br0">467 308 24575,'0'-2'0,"1"-1"0,-1 1 0,1 0 0,-1-1 0,1 1 0,0 0 0,0 0 0,0 0 0,0-1 0,1 1 0,-1 0 0,2-2 0,23-24 0,-18 20 0,2-2 0,1 1 0,0 1 0,1 0 0,0 0 0,0 1 0,0 0 0,1 1 0,0 1 0,0 0 0,27-6 0,11 1 0,84-6 0,-101 13 0,6 0 0,14-1 0,82-18 0,-98 15 0,1 2 0,0 2 0,0 1 0,0 2 0,0 2 0,45 7 0,-44-2 0,-1 1 0,0 2 0,0 2 0,-1 1 0,37 20 0,-15-3 0,-2 2 0,67 51 0,-109-71 0,-1 0 0,-1 1 0,0 0 0,0 1 0,-2 1 0,1 0 0,-2 1 0,0 0 0,-1 1 0,-1 0 0,-1 0 0,0 1 0,-1 0 0,-1 1 0,8 37 0,0 6 0,-7-32 0,-1 0 0,4 53 0,-14 284 0,2-343 0,-2 0 0,-1-1 0,-1 0 0,-1 0 0,-1 0 0,-1-1 0,-21 38 0,-9 25 0,29-58 0,-2 0 0,-1-1 0,-26 38 0,25-45 0,-2 0 0,0 0 0,-1-2 0,-1 0 0,0-1 0,-1-1 0,-1 0 0,-1-2 0,-39 20 0,-11-4 0,-1-3 0,-81 16 0,56-15 0,64-19 0,0-2 0,-1 0 0,-44 0 0,-104-7 0,75-1 0,82 1 0,-1-2 0,1 0 0,0-1 0,0-2 0,-42-15 0,-114-57 0,171 73 0,-116-63 0,116 62 0,2 0 0,-1 0 0,1-1 0,0-1 0,0 1 0,1-1 0,-12-16 0,4 1 0,-24-46 0,32 52 0,0 0 0,1-1 0,1 1 0,1-1 0,0-1 0,-2-32 0,6-117 0,2 100 0,-3-111 0,4-97 0,-2 258 0,1-1 0,1 1 0,1-1 0,1 1 0,1 0 0,0 1 0,1-1 0,12-22 0,-2 13 0,1 0 0,0 1 0,2 1 0,25-24 0,-39 43 0,0 1 0,1-1 0,0 2 0,0-1 0,0 1 0,0 0 0,1 0 0,-1 1 0,1 0 0,0 0 0,10-1 0,11-2 0,55-3 0,-21 4 0,244-19 0,0 22 0,-187 2 0,-79 1 0,0 1 0,0 1 0,0 3 0,51 13 0,-76-13 0,0 0 0,0 0 0,-1 2 0,0 0 0,-1 1 0,0 0 0,0 1 0,-1 0 0,0 2 0,-1-1 0,0 1 0,10 15 0,-5-5 0,-2 1 0,0 0 0,-2 1 0,0 1 0,-2 0 0,13 43 0,-9-20 0,-3 0 0,-2 0 0,-2 1 0,2 58 0,-12 277 0,-1-350 0,-2 0 0,-2-1 0,-1 1 0,-1-2 0,-2 1 0,-1-1 0,-18 32 0,3-14 0,-2-3 0,-3 0 0,-56 65 0,70-91 0,-1 0 0,-29 23 0,38-36 0,-1 0 0,-1-1 0,0 0 0,0-1 0,0 0 0,-25 8 0,-5-3 0,0-2 0,0-2 0,-55 2 0,-133-6 0,158-4 0,-44 3 0,-135-6 0,234 2 0,0-1 0,0-1 0,0 0 0,1-1 0,0-1 0,0-1 0,-26-14 0,6-1 0,1 0 0,-33-30 0,57 43 0,0-1 0,0 0 0,1 0 0,1-1 0,0-1 0,0 1 0,1-1 0,1-1 0,-11-24 0,-104-254 0,119 285 0,-33-72 0,3-3 0,-22-85 0,48 133 0,1-1 0,-2-65 0,11-70 0,0 56 0,-4 63 0,3-58 0,-1 94 0,1 0 0,1 0 0,0 1 0,1-1 0,9-22 0,-3 16 0,1 1 0,0 0 0,2 0 0,0 1 0,1 1 0,1 0 0,28-25 0,9 0 0,71-44 0,-93 66 0,17-10 0,1 2 0,75-31 0,-97 50 0,1 0 0,0 2 0,0 1 0,30-3 0,115-3 0,-105 9 0,331-3 0,-275 7 0,-90 0 0,0 3 0,0 0 0,0 3 0,-1 0 0,0 2 0,-1 1 0,0 2 0,44 23 0,-52-22 0,0 2 0,-1 0 0,0 1 0,-2 2 0,0 0 0,0 1 0,-2 1 0,-1 0 0,23 35 0,-20-22 0,0 1 0,-3 0 0,-1 2 0,-1 0 0,-2 1 0,8 38 0,4 13 0,-14-54 0,-2 0 0,-1 1 0,3 36 0,-7 276 0,-6-186 0,-7 70 0,5-200 0,0-1 0,-3 0 0,0 0 0,-2 0 0,-18 41 0,23-63 0,-18 41 0,-36 57 0,49-92 0,-1 0 0,-1-1 0,0 0 0,0 0 0,-1-1 0,-1-1 0,0 0 0,-16 10 0,-3-3 0,-1-1 0,-1-1 0,0-2 0,-1-2 0,0-1 0,-1-2 0,0-1 0,-44 4 0,-28-4 0,-162-8 0,223-2 0,1-3 0,0-1 0,1-2 0,0-2 0,-75-28 0,105 31 0,-1-1 0,1 0 0,1-1 0,0-1 0,0 0 0,1-1 0,0 0 0,1-1 0,1-1 0,-1 0 0,2 0 0,0-1 0,1 0 0,-14-27 0,-1-14 0,2-2 0,-28-106 0,37 115 0,-78-266 0,70 238 0,4 0 0,3-1 0,3-1 0,3 0 0,4-99 0,4 83 0,-1 9 0,13-102 0,-9 172 0,0 0 0,1 1 0,1-1 0,0 1 0,1 0 0,1 1 0,0-1 0,1 1 0,0 1 0,0-1 0,2 1 0,0 1 0,0 0 0,1 0 0,0 1 0,1 1 0,0 0 0,0 0 0,1 1 0,0 1 0,0 0 0,29-10 0,32-7 0,1 3 0,1 4 0,0 3 0,114-7 0,317 16 0,-292 8 0,-97 2 0,0 4 0,0 6 0,-1 5 0,138 43 0,150 55 0,-9 25 0,460 275 0,-79 20 0,-623-356 0,268 102 0,-291-138 0,3-5 0,1-6 0,2-6 0,173 14 0,543 63 0,-689-75 0,551 89 0,-588-104 0,290 19 0,27-51 0,-285 11 0,-155 5 31,-1 0 0,1 0 0,0-1 0,-1 0 0,1 1 0,0-1 0,-1-1 0,1 1 1,-1 0-1,4-3 0,-6 3-90,0 0 0,0 0 0,0 0 0,0 0 0,0 0 0,0 0 1,0 0-1,0 0 0,-1 0 0,1 0 0,0-1 0,-1 1 1,1 0-1,-1-1 0,1 1 0,-1 0 0,0-1 0,0 1 0,0 0 1,1-1-1,-1 1 0,0-1 0,-1 1 0,1 0 0,0-1 0,0 1 1,-1 0-1,0-3 0,-6-16-6767</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40.066"/>
    </inkml:context>
    <inkml:brush xml:id="br0">
      <inkml:brushProperty name="width" value="0.05" units="cm"/>
      <inkml:brushProperty name="height" value="0.05" units="cm"/>
    </inkml:brush>
  </inkml:definitions>
  <inkml:trace contextRef="#ctx0" brushRef="#br0">1 0 24575,'0'5'0,"0"-1"0,0 1 0,1-1 0,0 0 0,0 1 0,0-1 0,0 0 0,0 0 0,1 1 0,0-1 0,0 0 0,0-1 0,1 1 0,-1 0 0,1-1 0,0 1 0,0-1 0,0 0 0,6 6 0,5-1 0,-1 1 0,1-2 0,0 0 0,21 8 0,32 15 0,-62-27 0,0 0 0,1 1 0,-1 0 0,0 0 0,-1 0 0,1 0 0,-1 1 0,7 8 0,-7-7 0,-1 0 0,0 1 0,0-1 0,-1 1 0,1-1 0,-2 1 0,1 0 0,-1 0 0,0 0 0,0 0 0,0 0 0,-1 0 0,-1 0 0,1 0 0,-1 0 0,0 0 0,0 0 0,-1 0 0,-4 11 0,2-9 0,1-1 0,-2 1 0,1-1 0,-1 1 0,0-2 0,-1 1 0,0 0 0,0-1 0,-1 0 0,1-1 0,-1 1 0,-1-1 0,-15 9 0,14-12 0,9-8 0,12-13 0,16-11-1365,5-6-5461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40.687"/>
    </inkml:context>
    <inkml:brush xml:id="br0">
      <inkml:brushProperty name="width" value="0.05" units="cm"/>
      <inkml:brushProperty name="height" value="0.05" units="cm"/>
    </inkml:brush>
  </inkml:definitions>
  <inkml:trace contextRef="#ctx0" brushRef="#br0">1 0 24575,'3'0'0,"6"0"0,9 0 0,6 0 0,7 0 0,3 0 0,0 0 0,0 0 0,1 0 0,0 0 0,-4 0 0,-6 0-8191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55.150"/>
    </inkml:context>
    <inkml:brush xml:id="br0">
      <inkml:brushProperty name="width" value="0.05" units="cm"/>
      <inkml:brushProperty name="height" value="0.05" units="cm"/>
    </inkml:brush>
  </inkml:definitions>
  <inkml:trace contextRef="#ctx0" brushRef="#br0">0 1 24575,'0'3'0,"0"6"0,0 11 0,0 5 0,0 10 0,0 1 0,0 4 0,0 1 0,0-4 0,0 0 0,0-2 0,0-3 0,0-3 0,0-3 0,0-4 0,0-3 0,0-4-8191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37.640"/>
    </inkml:context>
    <inkml:brush xml:id="br0">
      <inkml:brushProperty name="width" value="0.05" units="cm"/>
      <inkml:brushProperty name="height" value="0.05" units="cm"/>
    </inkml:brush>
  </inkml:definitions>
  <inkml:trace contextRef="#ctx0" brushRef="#br0">71 188 24575,'-6'-3'0,"1"0"0,0-1 0,0 0 0,1-1 0,-1 1 0,1-1 0,0 1 0,0-1 0,0 0 0,1-1 0,-6-9 0,8 11 0,-1 0 0,0 1 0,1-1 0,-1 0 0,1 0 0,0 0 0,0 0 0,1 0 0,-1 0 0,1 0 0,0-1 0,0 1 0,0 0 0,0 0 0,1 0 0,0 0 0,0 0 0,0 0 0,2-4 0,-1 6 0,0-1 0,0 1 0,0-1 0,1 1 0,-1 0 0,1 0 0,-1 0 0,1 0 0,0 0 0,0 1 0,0-1 0,0 1 0,0 0 0,0 0 0,0 0 0,5-1 0,8-1 0,31-2 0,-45 5 0,15-1 0,0 1 0,0 0 0,0 1 0,0 1 0,23 6 0,-35-7 0,0 1 0,0-1 0,0 1 0,0 1 0,0-1 0,-1 1 0,1 0 0,-1 0 0,6 5 0,-7-6 0,-2 1 0,1-1 0,0 0 0,0 1 0,-1-1 0,1 1 0,-1-1 0,0 1 0,0 0 0,0 0 0,0 0 0,0-1 0,-1 1 0,1 0 0,-1 0 0,0 0 0,0 0 0,0 4 0,-1-3 0,1 1 0,-1 0 0,-1-1 0,1 1 0,-1-1 0,0 0 0,0 1 0,0-1 0,0 0 0,-1 0 0,1 0 0,-1 0 0,0-1 0,0 1 0,-1-1 0,1 0 0,-1 0 0,-4 3 0,-9 5 0,0 0 0,-35 15 0,33-17 0,-11 3 0,22-9 0,0 0 0,0 1 0,-14 8 0,22-12 0,0 0 0,0 0 0,0 0 0,0 0 0,-1 0 0,1 0 0,0 0 0,0 0 0,0 1 0,0-1 0,0 0 0,0 0 0,0 0 0,0 0 0,0 0 0,0 0 0,-1 0 0,1 0 0,0 1 0,0-1 0,0 0 0,0 0 0,0 0 0,0 0 0,0 0 0,0 0 0,0 0 0,0 1 0,0-1 0,0 0 0,0 0 0,0 0 0,0 0 0,0 0 0,0 0 0,0 1 0,0-1 0,0 0 0,0 0 0,1 0 0,-1 0 0,0 0 0,0 0 0,0 0 0,0 0 0,0 1 0,0-1 0,0 0 0,0 0 0,9 4 0,17 0 0,-22-3 0,61 7 0,-45-7 0,0 1 0,0 1 0,0 1 0,35 12 0,-37-4 0,-18-12 0,1 0 0,-1 1 0,0-1 0,0 1 0,1-1 0,-1 1 0,0-1 0,0 1 0,1-1 0,-1 1 0,0-1 0,0 1 0,0-1 0,0 1 0,0 0 0,0-1 0,0 1 0,0-1 0,0 1 0,0-1 0,0 1 0,-1 0 0,0 0 0,0 1 0,0-1 0,0 1 0,0-1 0,0 0 0,0 0 0,-1 0 0,1 0 0,-1 0 0,1 0 0,-1 0 0,1 0 0,-1 0 0,1 0 0,-1-1 0,0 1 0,1-1 0,-4 1 0,-21 5-151,0 0-1,-1-2 0,0-1 0,0-1 1,0-1-1,-1-1 0,1-2 1,-50-9-1,54 4-6674</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38.038"/>
    </inkml:context>
    <inkml:brush xml:id="br0">
      <inkml:brushProperty name="width" value="0.05" units="cm"/>
      <inkml:brushProperty name="height" value="0.05" units="cm"/>
    </inkml:brush>
  </inkml:definitions>
  <inkml:trace contextRef="#ctx0" brushRef="#br0">700 89 24575,'-1'-2'0,"1"1"0,0 0 0,0 0 0,-1-1 0,1 1 0,-1 0 0,1 0 0,-1 0 0,0 0 0,1 0 0,-1-1 0,0 1 0,0 0 0,0 1 0,0-1 0,0 0 0,0 0 0,0 0 0,0 0 0,0 1 0,0-1 0,0 1 0,0-1 0,-1 1 0,1-1 0,0 1 0,0 0 0,-2-1 0,-40-6 0,39 7 0,-23-1 0,1 1 0,-1 2 0,1 0 0,0 2 0,0 1 0,0 1 0,-49 18 0,42-11 0,1 2 0,0 1 0,1 1 0,1 2 0,-40 32 0,57-40 0,0 1 0,1 0 0,1 1 0,0 0 0,1 1 0,0 0 0,1 0 0,1 1 0,0 0 0,1 1 0,1 0 0,-7 25 0,10-29 0,1-1 0,0 0 0,1 0 0,0 1 0,1-1 0,0 1 0,1-1 0,1 0 0,-1 1 0,2-1 0,-1 0 0,2 0 0,-1 0 0,2-1 0,-1 1 0,1-1 0,1 0 0,0 0 0,11 14 0,-7-13 0,0 1 0,1-2 0,1 1 0,-1-1 0,2-1 0,-1 0 0,1-1 0,1 0 0,-1-1 0,27 9 0,-22-10 0,0-1 0,0-1 0,1-1 0,0-1 0,-1 0 0,1-1 0,0-1 0,20-3 0,-11-1 0,0-1 0,-1-2 0,1 0 0,-1-2 0,-1-1 0,0-1 0,0-1 0,-1-1 0,-1-2 0,0 0 0,37-33 0,-34 23 0,-1-1 0,-1-1 0,-2-1 0,32-49 0,-41 53 0,0-1 0,-1-1 0,-1 0 0,-2-1 0,-1 0 0,8-39 0,-14 54 0,-1 0 0,-1 0 0,0 0 0,-1 0 0,-1 0 0,-3-23 0,3 29 0,0 0 0,-1 1 0,0-1 0,0 1 0,0-1 0,-1 1 0,0 0 0,0 0 0,0 0 0,-1 0 0,1 0 0,-1 1 0,0 0 0,-1 0 0,1 0 0,-6-4 0,-1 2 34,1 0 1,-2 1-1,1 0 0,0 1 0,-1 0 0,0 1 0,0 0 0,0 1 0,-21-2 1,-7 3-889,-63 4 1,22 5-5973</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59.256"/>
    </inkml:context>
    <inkml:brush xml:id="br0">
      <inkml:brushProperty name="width" value="0.05" units="cm"/>
      <inkml:brushProperty name="height" value="0.05" units="cm"/>
    </inkml:brush>
  </inkml:definitions>
  <inkml:trace contextRef="#ctx0" brushRef="#br0">608 46 24575,'0'-2'0,"-1"1"0,1-1 0,-1 0 0,0 0 0,1 0 0,-1 1 0,0-1 0,0 0 0,0 1 0,0-1 0,0 1 0,0-1 0,-1 1 0,1-1 0,0 1 0,-1 0 0,1 0 0,-1 0 0,0 0 0,1 0 0,-1 0 0,0 0 0,1 0 0,-1 1 0,0-1 0,0 1 0,-2-1 0,-5-2 0,0 1 0,-1 0 0,-18 0 0,13 2 0,0 1 0,1 1 0,-1 0 0,1 1 0,0 1 0,0 0 0,0 1 0,0 0 0,1 1 0,-1 1 0,-20 14 0,6-2 0,1 2 0,0 1 0,-45 49 0,53-49 0,0 1 0,2 0 0,1 1 0,1 1 0,1 1 0,1 0 0,1 1 0,-16 53 0,23-61 0,1 1 0,0 0 0,2-1 0,1 1 0,0 0 0,1 0 0,1 0 0,1 0 0,1 0 0,0 0 0,2-1 0,0 0 0,16 36 0,-12-37 0,0 0 0,2-1 0,0 0 0,1 0 0,0-2 0,2 1 0,0-2 0,0 0 0,2 0 0,28 19 0,-22-19 0,0-2 0,1 0 0,0-2 0,1 0 0,0-2 0,1 0 0,-1-2 0,28 4 0,-23-6 0,1-2 0,-1-1 0,1-1 0,0-1 0,-1-2 0,53-11 0,-57 7 0,-1 0 0,0-1 0,0-2 0,-1 0 0,0-2 0,-1 0 0,-1-2 0,22-16 0,-22 12 0,-2 0 0,0-1 0,-1-1 0,-1-1 0,-1 0 0,-1-2 0,-1 1 0,-1-2 0,-1 0 0,-1 0 0,-1-1 0,-1 0 0,7-36 0,-12 43 0,-2 0 0,0 0 0,-1 0 0,0 0 0,-2 0 0,0-1 0,-1 1 0,-9-34 0,7 37 0,-1 1 0,-1 0 0,0 1 0,-1-1 0,-1 1 0,0 0 0,0 1 0,-2 0 0,1 0 0,-1 1 0,-21-17 0,13 13 0,-2 2 0,0 0 0,0 2 0,-1 0 0,-1 1 0,1 1 0,-2 1 0,1 1 0,-1 1 0,-42-5 0,26 7 0,0 1 0,0 2 0,0 2 0,0 1 0,-66 13 0,38 3-1365,13 1-5461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59.827"/>
    </inkml:context>
    <inkml:brush xml:id="br0">
      <inkml:brushProperty name="width" value="0.05" units="cm"/>
      <inkml:brushProperty name="height" value="0.05" units="cm"/>
    </inkml:brush>
  </inkml:definitions>
  <inkml:trace contextRef="#ctx0" brushRef="#br0">627 156 24575,'-3'-7'0,"0"0"0,-1 0 0,0 0 0,0 1 0,-1-1 0,1 1 0,-2 0 0,1 0 0,-1 1 0,1 0 0,-1 0 0,-1 0 0,1 0 0,-1 1 0,0 0 0,0 1 0,0 0 0,0 0 0,-1 0 0,1 1 0,-1 0 0,0 0 0,1 1 0,-1 0 0,0 0 0,0 1 0,0 0 0,-8 1 0,-3 2 0,1 0 0,-1 1 0,1 1 0,0 1 0,0 0 0,1 1 0,0 1 0,0 1 0,1 0 0,-30 24 0,25-17 0,1 1 0,0 2 0,2 0 0,0 0 0,2 2 0,0 0 0,-17 30 0,25-36 0,0 1 0,1 0 0,1 0 0,1 0 0,0 1 0,1 0 0,0 0 0,2 0 0,0 0 0,1 32 0,2-36 0,0 1 0,1-1 0,1-1 0,0 1 0,1 0 0,0-1 0,1 1 0,0-1 0,1 0 0,1-1 0,-1 1 0,2-2 0,0 1 0,16 17 0,-7-13 0,0 0 0,2-1 0,-1-1 0,2 0 0,0-2 0,0 0 0,1-2 0,0 0 0,1-1 0,0-1 0,0-1 0,0-1 0,46 4 0,-35-7 0,-1-1 0,1-1 0,0-2 0,0-1 0,-1-2 0,0-1 0,0-2 0,0-1 0,37-16 0,-48 16 0,0-2 0,-1 0 0,0-1 0,-1-1 0,-1-1 0,0 0 0,-1-2 0,0 0 0,-1-1 0,-1 0 0,-1-1 0,19-31 0,-23 31 0,-1 0 0,-1 0 0,0-1 0,-2 0 0,0-1 0,-1 1 0,0-1 0,-2 0 0,-1 0 0,0 0 0,-1 0 0,-2-1 0,0 1 0,-6-32 0,4 37 0,-1 0 0,-1 0 0,0 0 0,-1 1 0,-1 0 0,0 0 0,-1 0 0,-1 1 0,0 0 0,0 1 0,-1 0 0,-1 1 0,0 0 0,-17-13 0,17 16 0,0 0 0,0 1 0,-1 0 0,1 1 0,-2 0 0,1 1 0,-1 0 0,1 1 0,-1 1 0,-1 0 0,1 0 0,0 2 0,0 0 0,-1 0 0,1 1 0,-27 3 0,32-1 38,1-1 0,0 1 0,0 0 0,0 1 0,0 0 0,0 0 0,1 0 0,-11 8 0,14-9-139,-1 1 1,1 0-1,0-1 1,1 1 0,-1 0-1,0 1 1,1-1-1,0 0 1,0 1 0,0-1-1,0 1 1,0 0 0,1-1-1,-1 1 1,1 0-1,-1 8 1,1 18-6726</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00.254"/>
    </inkml:context>
    <inkml:brush xml:id="br0">
      <inkml:brushProperty name="width" value="0.05" units="cm"/>
      <inkml:brushProperty name="height" value="0.05" units="cm"/>
    </inkml:brush>
  </inkml:definitions>
  <inkml:trace contextRef="#ctx0" brushRef="#br0">466 193 24575,'0'-3'0,"0"1"0,0-1 0,-1 1 0,1-1 0,-1 1 0,1-1 0,-1 1 0,0-1 0,0 1 0,0 0 0,0-1 0,-1 1 0,1 0 0,-1 0 0,1 0 0,-1 0 0,0 0 0,0 1 0,1-1 0,-1 0 0,0 1 0,-1-1 0,1 1 0,0 0 0,0 0 0,-1 0 0,1 0 0,0 0 0,-1 0 0,1 0 0,-1 1 0,1 0 0,-6-1 0,-2 0 0,-1 0 0,0 1 0,0 1 0,0 0 0,0 0 0,-18 5 0,10-1 0,1 2 0,0 0 0,0 1 0,1 0 0,0 2 0,1 0 0,0 1 0,0 0 0,1 1 0,1 1 0,-17 18 0,23-21 0,1-1 0,0 1 0,0 0 0,1 1 0,0-1 0,1 1 0,0 1 0,-4 15 0,7-18 0,0 0 0,1 0 0,0 0 0,0 1 0,1-1 0,0 0 0,1 0 0,0 0 0,0 1 0,1-1 0,6 17 0,-4-16 0,1 0 0,0 0 0,1-1 0,0 0 0,1 0 0,0 0 0,0-1 0,1 0 0,0 0 0,0-1 0,1 0 0,0 0 0,0-1 0,0 0 0,1-1 0,20 9 0,-11-7 0,0 0 0,1-2 0,-1 0 0,1-1 0,0-1 0,0 0 0,0-2 0,31-1 0,-43-1 0,0 0 0,0 0 0,0 0 0,0-1 0,-1-1 0,1 1 0,-1-1 0,1 0 0,-1-1 0,9-5 0,-12 6 0,1-1 0,-1 0 0,1 0 0,-1 0 0,0-1 0,-1 1 0,1-1 0,-1 0 0,0 0 0,0 0 0,-1-1 0,1 1 0,-1-1 0,2-9 0,0-2 0,-2 0 0,0 0 0,-1 0 0,-1 0 0,0 0 0,-1 0 0,-1 0 0,-1 0 0,-5-20 0,0 7 0,-2 1 0,-1 0 0,-1 1 0,-20-34 0,22 45 0,-1 0 0,-1 1 0,0 1 0,-1 0 0,0 1 0,-1 0 0,-30-21 0,32 26 0,-1 1 0,-1 0 0,0 1 0,0 1 0,0 0 0,0 1 0,-1 0 0,0 2 0,0-1 0,-24-1 0,15 4-682,-35 3-1,-18 8-6143</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02.016"/>
    </inkml:context>
    <inkml:brush xml:id="br0">
      <inkml:brushProperty name="width" value="0.05" units="cm"/>
      <inkml:brushProperty name="height" value="0.05" units="cm"/>
    </inkml:brush>
  </inkml:definitions>
  <inkml:trace contextRef="#ctx0" brushRef="#br0">4 35 24575,'-3'-2'0,"2"-5"0,4-1 0,8 2 0,4 1 0,6 1 0,4 2 0,8 1 0,3 1 0,2 0 0,0 1 0,-4-1 0,-1 0 0,-4 0 0,-4 0 0,-3 1 0,-5-1-8191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02.541"/>
    </inkml:context>
    <inkml:brush xml:id="br0">
      <inkml:brushProperty name="width" value="0.05" units="cm"/>
      <inkml:brushProperty name="height" value="0.05" units="cm"/>
    </inkml:brush>
  </inkml:definitions>
  <inkml:trace contextRef="#ctx0" brushRef="#br0">1 1 24575,'0'3'0,"3"0"0,3 1 0,5-1 0,5-1 0,6-1 0,6 0 0,6-1 0,6 0 0,5 0 0,3 0 0,3 0 0,-2-1 0,-3 1 0,-7 0 0,-10 0-8191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03.221"/>
    </inkml:context>
    <inkml:brush xml:id="br0">
      <inkml:brushProperty name="width" value="0.05" units="cm"/>
      <inkml:brushProperty name="height" value="0.05" units="cm"/>
    </inkml:brush>
  </inkml:definitions>
  <inkml:trace contextRef="#ctx0" brushRef="#br0">1 1 24575,'61'-1'0,"0"4"0,0 1 0,0 4 0,69 18 0,-92-18-1365,-23-5-5461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03.738"/>
    </inkml:context>
    <inkml:brush xml:id="br0">
      <inkml:brushProperty name="width" value="0.05" units="cm"/>
      <inkml:brushProperty name="height" value="0.05" units="cm"/>
    </inkml:brush>
  </inkml:definitions>
  <inkml:trace contextRef="#ctx0" brushRef="#br0">1 1 24575,'3'0'0,"3"0"0,5 0 0,5 0 0,3 0 0,5 0 0,3 3 0,6 1 0,3-1 0,2 3 0,3 0 0,-6-1-8191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04.457"/>
    </inkml:context>
    <inkml:brush xml:id="br0">
      <inkml:brushProperty name="width" value="0.05" units="cm"/>
      <inkml:brushProperty name="height" value="0.05" units="cm"/>
    </inkml:brush>
  </inkml:definitions>
  <inkml:trace contextRef="#ctx0" brushRef="#br0">0 0 24575,'3'0'0,"4"0"0,4 0 0,2 0 0,5 0 0,3 0 0,3 0 0,7 0 0,3 0 0,5 0 0,1 0 0,3 0 0,0 0 0,-2 3 0,-4 1 0,-9 0-8191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04.862"/>
    </inkml:context>
    <inkml:brush xml:id="br0">
      <inkml:brushProperty name="width" value="0.05" units="cm"/>
      <inkml:brushProperty name="height" value="0.05" units="cm"/>
    </inkml:brush>
  </inkml:definitions>
  <inkml:trace contextRef="#ctx0" brushRef="#br0">1 36 24575,'3'-3'0,"3"-1"0,8 1 0,6-3 0,9 0 0,5 1 0,5 1 0,6 2 0,3 0 0,2 2 0,-7 0-8191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07.679"/>
    </inkml:context>
    <inkml:brush xml:id="br0">
      <inkml:brushProperty name="width" value="0.05" units="cm"/>
      <inkml:brushProperty name="height" value="0.05" units="cm"/>
    </inkml:brush>
  </inkml:definitions>
  <inkml:trace contextRef="#ctx0" brushRef="#br0">68 49 24575,'17'-19'0,"-13"14"0,-1 1 0,1-1 0,1 1 0,8-8 0,-13 13 0,0-1 0,0 0 0,0 0 0,0 0 0,0 0 0,0 0 0,0 0 0,0 0 0,0 0 0,0 0 0,0 0 0,0 0 0,0 0 0,0 0 0,0 0 0,0 0 0,0 1 0,0-1 0,0 0 0,0 0 0,0 0 0,0 0 0,0 0 0,0 0 0,0 0 0,0 0 0,0 0 0,0 0 0,0 0 0,0 0 0,0 0 0,0 0 0,0 1 0,0-1 0,0 0 0,0 0 0,0 0 0,0 0 0,0 0 0,0 0 0,0 0 0,1 0 0,-1 0 0,0 0 0,0 0 0,0 0 0,0 0 0,0 0 0,0 0 0,0 0 0,0 0 0,0 0 0,0 0 0,0 0 0,0 0 0,0 0 0,0 0 0,1 0 0,-1 0 0,0 0 0,0 0 0,0 0 0,0 0 0,0 0 0,0 0 0,-4 10 0,-6 12 0,-8 9 0,1 1 0,-24 67 0,35-81 0,1 1 0,0 1 0,1-1 0,1 0 0,1 1 0,1 0 0,1 19 0,1-33 0,-1-1 0,1 0 0,0 1 0,0-1 0,0 0 0,1 0 0,0 0 0,0 0 0,0 0 0,1 0 0,0-1 0,-1 1 0,2-1 0,-1 0 0,8 8 0,-6-8 0,0 0 0,1 0 0,0-1 0,0 0 0,0 0 0,0 0 0,1-1 0,-1 0 0,1 0 0,-1 0 0,1-1 0,8 1 0,25 2-227,0-2-1,1-2 1,-1-1-1,1-3 1,51-9-1,-63 5-6598</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08.146"/>
    </inkml:context>
    <inkml:brush xml:id="br0">
      <inkml:brushProperty name="width" value="0.05" units="cm"/>
      <inkml:brushProperty name="height" value="0.05" units="cm"/>
    </inkml:brush>
  </inkml:definitions>
  <inkml:trace contextRef="#ctx0" brushRef="#br0">239 68 24575,'1'-3'0,"-1"0"0,-1 0 0,1-1 0,0 1 0,-1 0 0,0 0 0,0-1 0,0 1 0,0 0 0,0 0 0,-1 0 0,1 1 0,-1-1 0,-3-5 0,3 6 0,0 1 0,0-1 0,0 1 0,0-1 0,0 1 0,0 0 0,0 0 0,-1 0 0,1 0 0,0 0 0,-1 0 0,1 1 0,0-1 0,-1 1 0,1 0 0,-1-1 0,1 1 0,0 0 0,-1 1 0,1-1 0,-4 1 0,-3 1 0,0 1 0,0 0 0,0 1 0,0 0 0,0 0 0,1 1 0,0 0 0,0 0 0,0 1 0,1 0 0,-1 0 0,1 1 0,1 0 0,0 0 0,0 1 0,0 0 0,1 0 0,0 0 0,0 0 0,1 1 0,0 0 0,1 0 0,0 0 0,0 0 0,-2 17 0,5-23 0,-1-1 0,1 1 0,0-1 0,0 1 0,0 0 0,1-1 0,-1 1 0,1-1 0,-1 1 0,1-1 0,0 1 0,0-1 0,0 0 0,0 1 0,0-1 0,1 0 0,-1 0 0,1 0 0,2 3 0,-2-3 0,1 0 0,0 0 0,0 0 0,0-1 0,0 1 0,0-1 0,0 0 0,0 1 0,0-2 0,0 1 0,1 0 0,-1-1 0,4 1 0,4-1 0,0 0 0,0-1 0,0 0 0,0-1 0,-1 0 0,1 0 0,-1-1 0,11-5 0,-1-1 0,28-19 0,-31 18 0,0 0 0,25-10 0,-41 19 0,0 1 0,0-1 0,0 1 0,0-1 0,1 1 0,-1 0 0,0-1 0,0 1 0,1 0 0,-1 0 0,0 0 0,1 0 0,-1 0 0,0 0 0,1 0 0,-1 0 0,0 0 0,0 1 0,1-1 0,-1 1 0,0-1 0,0 1 0,0-1 0,1 1 0,-1 0 0,0-1 0,0 1 0,0 0 0,0 0 0,0 0 0,-1 0 0,1 0 0,0 0 0,0 0 0,0 0 0,0 1 0,2 5 0,-1 0 0,0 0 0,0 0 0,-1 0 0,1 13 0,5 18 0,1-18-1365,2-2-5461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08.521"/>
    </inkml:context>
    <inkml:brush xml:id="br0">
      <inkml:brushProperty name="width" value="0.05" units="cm"/>
      <inkml:brushProperty name="height" value="0.05" units="cm"/>
    </inkml:brush>
  </inkml:definitions>
  <inkml:trace contextRef="#ctx0" brushRef="#br0">21 98 24575,'0'-6'0,"-1"-5"0,1 0 0,1 0 0,0 0 0,0 0 0,1 0 0,4-11 0,-3 19 0,-2 9 0,-1 12 0,-16 34 0,12-40 0,0-1 0,1 1 0,-4 22 0,7-34 0,0 1 0,0-1 0,0 1 0,0-1 0,0 0 0,0 1 0,0-1 0,0 1 0,0-1 0,0 1 0,0-1 0,0 1 0,0-1 0,1 0 0,-1 1 0,0-1 0,0 1 0,0-1 0,1 0 0,-1 1 0,0-1 0,1 1 0,-1-1 0,0 0 0,1 0 0,-1 1 0,0-1 0,1 0 0,-1 1 0,0-1 0,1 0 0,16-2 0,22-18 0,-33 17 0,2-2 0,2 0 0,-1 0 0,0 1 0,1 0 0,0 1 0,0 0 0,11-1 0,-17 4 0,0-1 0,0 1 0,0 0 0,0 0 0,0 1 0,0-1 0,0 1 0,0 0 0,0 0 0,0 0 0,-1 1 0,1-1 0,0 1 0,-1 0 0,1 0 0,-1 0 0,0 0 0,0 1 0,0 0 0,0-1 0,4 5 0,13 21-1365,-12-17-5461</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09.003"/>
    </inkml:context>
    <inkml:brush xml:id="br0">
      <inkml:brushProperty name="width" value="0.05" units="cm"/>
      <inkml:brushProperty name="height" value="0.05" units="cm"/>
    </inkml:brush>
  </inkml:definitions>
  <inkml:trace contextRef="#ctx0" brushRef="#br0">136 351 24575,'6'-30'0,"-4"25"0,-1-1 0,0 1 0,0-1 0,0 1 0,-1-12 0,0 15 0,0 1 0,0 0 0,-1 0 0,1-1 0,0 1 0,-1 0 0,1 0 0,-1 0 0,0 0 0,1-1 0,-1 1 0,0 0 0,0 0 0,1 0 0,-1 0 0,0 1 0,0-1 0,0 0 0,0 0 0,0 0 0,0 1 0,-1-1 0,1 1 0,0-1 0,0 1 0,0-1 0,-1 1 0,1 0 0,0-1 0,0 1 0,-2 0 0,-2 0 0,0 0 0,0 0 0,0 1 0,0-1 0,0 1 0,0 0 0,0 1 0,0-1 0,0 1 0,1 0 0,-1 0 0,-5 4 0,6-4 0,0 0 0,0 1 0,0-1 0,1 1 0,0 0 0,-1 0 0,1 0 0,0 0 0,0 1 0,1-1 0,-1 1 0,1 0 0,-1-1 0,-1 6 0,4-8 0,0 0 0,-1 0 0,1 0 0,0 0 0,0-1 0,0 1 0,0 0 0,-1 0 0,1 0 0,1 0 0,-1 0 0,0 0 0,0 0 0,0 0 0,0 0 0,1 0 0,-1 0 0,0-1 0,1 1 0,-1 0 0,1 0 0,-1 0 0,1-1 0,-1 1 0,1 0 0,0 0 0,1 0 0,0 1 0,0-1 0,0 0 0,0 0 0,0 0 0,0-1 0,1 1 0,-1 0 0,0-1 0,1 0 0,-1 1 0,3-1 0,1 0 0,1 0 0,0 0 0,-1-1 0,1 0 0,-1 0 0,0-1 0,11-3 0,-9 1 0,0-1 0,0 0 0,-1-1 0,0 0 0,0 0 0,-1 0 0,1-1 0,-1 0 0,-1 0 0,1-1 0,-1 0 0,-1 0 0,1 0 0,3-10 0,4-13 0,-2-1 0,10-50 0,-16 62 0,8-48 0,-15 85 0,-9 68 0,9-34 171,5 56 0,0-88-415,0 0 0,2 0 0,0 0 0,1-1 1,0 1-1,10 20 0,-3-17-6582</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09.405"/>
    </inkml:context>
    <inkml:brush xml:id="br0">
      <inkml:brushProperty name="width" value="0.05" units="cm"/>
      <inkml:brushProperty name="height" value="0.05" units="cm"/>
    </inkml:brush>
  </inkml:definitions>
  <inkml:trace contextRef="#ctx0" brushRef="#br0">0 260 24575,'0'-3'0,"3"-1"0,1-3 0,2 0 0,4 1 0,2 5 0,0 5 0,-2 8 0,-1 4 0,-1 3 0,-2 4 0,-2 4 0,-2 3 0,-1-1 0,-1-2 0,0-3 0,0-3 0,-1-4-8191</inkml:trace>
  <inkml:trace contextRef="#ctx0" brushRef="#br0" timeOffset="1">170 72 24575,'0'-6'0,"0"-4"0,0-5 0,0-1 0,3 1 0,1 7 0,0 7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10.120"/>
    </inkml:context>
    <inkml:brush xml:id="br0">
      <inkml:brushProperty name="width" value="0.05" units="cm"/>
      <inkml:brushProperty name="height" value="0.05" units="cm"/>
    </inkml:brush>
  </inkml:definitions>
  <inkml:trace contextRef="#ctx0" brushRef="#br0">0 52 24575,'22'-2'0,"-20"1"0,0 1 0,0-1 0,-1 1 0,1 0 0,0-1 0,0 1 0,0 0 0,0 0 0,0 0 0,0 1 0,-1-1 0,1 0 0,0 1 0,0-1 0,0 1 0,-1 0 0,1 0 0,0-1 0,-1 1 0,1 0 0,-1 0 0,3 2 0,5 6 0,0 0 0,13 16 0,-15-15 0,1-1 0,0 0 0,0 0 0,19 14 0,-24-22 0,-1 1 0,1-1 0,0 1 0,-1-1 0,1 0 0,0 0 0,0 0 0,0 0 0,0-1 0,0 1 0,0-1 0,0 1 0,1-1 0,-1 0 0,0-1 0,0 1 0,0 0 0,0-1 0,0 0 0,0 0 0,0 0 0,0 0 0,5-2 0,4-6 0,1 0 0,-1 0 0,-1-1 0,0 0 0,0-1 0,-1 0 0,0-1 0,-1 0 0,8-14 0,-16 25 0,0 0 0,0 0 0,0 0 0,-1 0 0,1-1 0,0 1 0,-1 0 0,1 0 0,-1 0 0,0 0 0,1-1 0,-1 1 0,0 0 0,0-1 0,1 1 0,-1 0 0,0 0 0,0-1 0,-1 1 0,1 0 0,0 0 0,0-1 0,-1 1 0,1 0 0,0 0 0,-1-1 0,1 1 0,-1 0 0,0 0 0,0-1 0,0 1 0,-1 0 0,1 0 0,-1 0 0,1 1 0,0-1 0,-1 1 0,1-1 0,-1 1 0,0-1 0,1 1 0,-1 0 0,1 0 0,-1 0 0,1 0 0,-1 0 0,0 0 0,1 0 0,-1 0 0,1 1 0,-1-1 0,1 1 0,-1-1 0,1 1 0,-3 1 0,3-2 0,-1 1 0,1-1 0,0 0 0,0 1 0,0 0 0,0-1 0,0 1 0,0 0 0,0 0 0,0-1 0,0 1 0,0 0 0,0 0 0,1 0 0,-1 0 0,0 0 0,1 0 0,-1 0 0,1 0 0,-1 1 0,1-1 0,-1 0 0,1 0 0,0 0 0,-1 2 0,1-2 0,1 0 0,-1 1 0,0-1 0,1 0 0,-1 0 0,1 0 0,-1-1 0,1 1 0,-1 0 0,1 0 0,0 0 0,-1 0 0,1 0 0,0-1 0,0 1 0,0 0 0,-1-1 0,1 1 0,0 0 0,0-1 0,0 1 0,0-1 0,0 0 0,0 1 0,0-1 0,0 0 0,0 1 0,0-1 0,2 0 0,16 3 0,-17-3 0,1 0 0,-1 0 0,1 0 0,-1 0 0,1 1 0,-1-1 0,0 1 0,1 0 0,-1 0 0,0 0 0,1 0 0,-1 0 0,0 0 0,0 0 0,0 1 0,0-1 0,0 1 0,0-1 0,-1 1 0,1 0 0,0 0 0,-1 0 0,1 0 0,1 4 0,2 8 0,-1 0 0,-1 1 0,-1-1 0,0 1 0,0-1 0,-1 1 0,-2 21 0,1-12 0,0-2 0,-2 176 0,-1-154 0,-2 0 0,-15 64 0,18-99 0,-1-1 0,0 0 0,0 0 0,0-1 0,-1 1 0,0-1 0,-1 0 0,-6 9 0,9-14 0,1-1 0,0 0 0,-1 1 0,0-1 0,1 0 0,-1 0 0,1 1 0,-1-1 0,0-1 0,0 1 0,0 0 0,0 0 0,0-1 0,1 1 0,-1-1 0,-3 1 0,2-1 0,1-1 0,0 1 0,0 0 0,-1-1 0,1 0 0,0 0 0,0 1 0,0-1 0,0-1 0,0 1 0,0 0 0,0 0 0,0-1 0,1 1 0,-1-1 0,1 1 0,-1-1 0,-1-2 0,-1-1 0,0-1 0,1 1 0,0-1 0,0 0 0,0 0 0,1 0 0,0 0 0,0 0 0,0-1 0,1 1 0,0-1 0,0 1 0,1-1 0,-1 1 0,2-1 0,-1 1 0,1-1 0,0 1 0,3-14 0,2 0 0,0 0 0,2 0 0,0 1 0,22-37 0,-20 38-91,1 1 0,1 0 0,1 1 0,0 0 0,1 1 0,0 0 0,2 2 0,0-1 0,0 2 0,1 0 0,0 1 0,1 1 0,0 1 0,37-14 0,-17 13-6735</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27.699"/>
    </inkml:context>
    <inkml:brush xml:id="br0">
      <inkml:brushProperty name="width" value="0.05" units="cm"/>
      <inkml:brushProperty name="height" value="0.05" units="cm"/>
    </inkml:brush>
  </inkml:definitions>
  <inkml:trace contextRef="#ctx0" brushRef="#br0">1161 190 24575,'0'-3'0,"0"-1"0,-1 1 0,1 0 0,-1 0 0,1-1 0,-1 1 0,0 0 0,0 0 0,-1 0 0,1 0 0,-1 0 0,1 0 0,-1 0 0,0 0 0,0 1 0,0-1 0,-1 1 0,1-1 0,-1 1 0,1 0 0,-1 0 0,0 0 0,1 0 0,-1 1 0,0-1 0,0 1 0,0 0 0,-6-2 0,-8-2 0,-1 1 0,1 1 0,-1 1 0,-23-1 0,5 1 0,-52-6 0,-172 8 0,252 1 0,0 1 0,-1 0 0,1 0 0,0 1 0,0 0 0,0 0 0,0 1 0,1 0 0,-1 0 0,1 1 0,0 0 0,0 0 0,1 1 0,0 0 0,0 0 0,0 0 0,-9 14 0,-2 5 0,0 2 0,2 0 0,-19 44 0,-29 111 0,27-69 0,-5-15 0,-6 20 0,26-57 0,8-26 0,2 0 0,1 1 0,2 0 0,2 0 0,-3 43 0,8-54 0,0 4 0,1-1 0,6 50 0,-4-70 0,-1 0 0,1-1 0,1 1 0,-1 0 0,1 0 0,1-1 0,-1 0 0,1 0 0,1 0 0,-1 0 0,1 0 0,0-1 0,1 0 0,7 7 0,4 0 0,1 0 0,1-2 0,0 0 0,0-1 0,1-1 0,30 10 0,131 28 0,-160-42 0,25 4 0,1-2 0,58 1 0,94-8 0,-94-2 0,-41 1 0,0-2 0,107-19 0,-149 17 0,0 0 0,0-2 0,-1 0 0,1-1 0,-2-1 0,1-1 0,-1-1 0,-1-1 0,0-1 0,-1 0 0,19-18 0,-28 21 0,-1 0 0,0 0 0,0-1 0,-1 0 0,0-1 0,9-22 0,22-79 0,-26 70 0,1-4 0,-3 0 0,-1 0 0,3-66 0,-8-148 0,-4 223 0,1 20 0,-2 0 0,0 1 0,-1-1 0,-1 0 0,0 1 0,-1-1 0,-1 1 0,-1 0 0,-1 1 0,0-1 0,-1 1 0,-12-17 0,-104-132 0,90 122 0,19 25 0,0 1 0,0 0 0,-2 2 0,0-1 0,-26-17 0,30 25 0,0 1 0,0 0 0,-1 1 0,0 0 0,0 1 0,0 0 0,-1 2 0,0 0 0,-17-2 0,-274 0 0,179 8 0,-25-5 0,-123 4 0,262-1 0,0 1 0,0 0 0,0 1 0,1 1 0,-1 0 0,1 0 0,0 2 0,0-1 0,0 1 0,-16 12 0,9-4 0,1 0 0,1 1 0,0 1 0,1 0 0,-16 23 0,22-25 0,1 0 0,0 1 0,2 0 0,0 0 0,-8 24 0,-18 85 0,21-77 0,1 6 0,1 1 0,-2 72 0,9 108 0,3-190 0,0 0 0,-1-22 0,0 1 0,2 0 0,1 0 0,1 0 0,10 38 0,-2-31 0,1-1 0,1 0 0,2-1 0,1 0 0,33 43 0,-12-23 0,51 52 0,-62-75 0,0-2 0,2 0 0,44 27 0,-44-33 0,0-2 0,0-1 0,1-2 0,1-1 0,0-1 0,44 9 0,39 3 0,1-5 0,150 3 0,359-18 0,-309-4 0,-195-1 0,124-20 0,114-36 0,92-11 0,-97 21 0,-205 27 0,143-38 0,-5-21 0,36-9 0,70-21 0,-321 90 0,272-101 0,-35 11 0,123-18 0,71-22 0,-309 78 0,-121 44 0,293-125 0,-180 81 0,-33 26 339,17-6-2043,-149 45-5122</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28.525"/>
    </inkml:context>
    <inkml:brush xml:id="br0">
      <inkml:brushProperty name="width" value="0.05" units="cm"/>
      <inkml:brushProperty name="height" value="0.05" units="cm"/>
    </inkml:brush>
  </inkml:definitions>
  <inkml:trace contextRef="#ctx0" brushRef="#br0">0 0 24575,'442'0'0,"-435"0"0,0 0 0,0 1 0,0-1 0,0 1 0,12 4 0,-18-5 0,0 1 0,0-1 0,0 1 0,1-1 0,-1 1 0,0 0 0,0-1 0,0 1 0,0 0 0,0 0 0,0 0 0,0 0 0,0 0 0,0 0 0,-1 0 0,1 0 0,0 0 0,-1 0 0,1 0 0,-1 1 0,1-1 0,-1 0 0,1 0 0,-1 1 0,0-1 0,0 0 0,0 1 0,1-1 0,-1 0 0,0 0 0,-1 1 0,1-1 0,0 0 0,0 1 0,-1-1 0,1 0 0,-1 2 0,-2 5 0,0 0 0,-1-1 0,0 1 0,0-1 0,0 0 0,-1 0 0,-7 8 0,-46 44 0,37-40 0,-33 33 282,-39 39-1929,73-69-5179</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30.441"/>
    </inkml:context>
    <inkml:brush xml:id="br0">
      <inkml:brushProperty name="width" value="0.05" units="cm"/>
      <inkml:brushProperty name="height" value="0.05" units="cm"/>
    </inkml:brush>
  </inkml:definitions>
  <inkml:trace contextRef="#ctx0" brushRef="#br0">1109 161 24575,'0'-34'0,"1"14"0,-3-37 0,1 55 0,1 0 0,-1 0 0,0 0 0,0 0 0,1 1 0,-1-1 0,0 0 0,0 0 0,-1 1 0,1-1 0,0 1 0,0-1 0,-1 1 0,1 0 0,-1-1 0,1 1 0,-1 0 0,0 0 0,0 0 0,1 0 0,-1 0 0,0 1 0,0-1 0,-3-1 0,-6 0 0,0 0 0,1 0 0,-16 0 0,21 1 0,-52-2 0,0 1 0,-72 9 0,105-5 0,1 2 0,0 1 0,0 0 0,0 2 0,1 1 0,0 1 0,0 0 0,-26 17 0,-19 18 0,-66 58 0,118-89 0,1 1 0,0 1 0,2 1 0,-22 31 0,-33 72 0,59-103 0,-16 34 0,3 1 0,-24 84 0,-13 109 0,49-192 0,-5 92 0,13 53 0,2-128 0,-1-63 0,0-1 0,1 1 0,0 0 0,0 0 0,0 0 0,1 0 0,-1 0 0,2-1 0,-1 1 0,0-1 0,1 0 0,7 10 0,-3-6 0,0-1 0,1 0 0,1 0 0,-1-1 0,1 0 0,11 6 0,6 3 0,1-1 0,0-2 0,1-1 0,1 0 0,0-3 0,0 0 0,1-2 0,0-1 0,0-1 0,1-2 0,38 0 0,234-4 0,-105-1 0,-180 2 0,0-1 0,1-1 0,-1-1 0,0 0 0,0-2 0,-1 0 0,1-1 0,-1-1 0,0 0 0,-1-1 0,0-1 0,0 0 0,-1-2 0,17-13 0,-10 5 0,-2-2 0,0 0 0,-1-2 0,-1 0 0,-1 0 0,-1-2 0,-1 0 0,14-34 0,6-19 0,26-88 0,-50 127 0,-1 0 0,-2 0 0,-2-1 0,2-63 0,-7 87 0,-1 0 0,-1 0 0,0 1 0,-1-1 0,0 0 0,-1 1 0,-1-1 0,-9-21 0,-6-3 0,-2 0 0,-50-70 0,-68-65 0,132 167 0,-14-15 0,-2 1 0,0 1 0,-2 1 0,0 1 0,-1 1 0,-50-25 0,65 37 0,0 1 0,0 0 0,-1 0 0,1 2 0,-1-1 0,0 1 0,0 1 0,0 0 0,-1 1 0,1 0 0,0 1 0,0 0 0,-1 1 0,1 0 0,0 1 0,0 1 0,0 0 0,-19 7 0,-21 16-1365,4 3-5461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31.513"/>
    </inkml:context>
    <inkml:brush xml:id="br0">
      <inkml:brushProperty name="width" value="0.05" units="cm"/>
      <inkml:brushProperty name="height" value="0.05" units="cm"/>
    </inkml:brush>
  </inkml:definitions>
  <inkml:trace contextRef="#ctx0" brushRef="#br0">143 1 24575,'9'212'0,"-1"2"0,-7-194 0,-1-13 0,0 0 0,0 1 0,0-1 0,-1 0 0,-2 13 0,2-18 0,0 0 0,1-1 0,-1 1 0,0 0 0,0-1 0,0 1 0,0-1 0,-1 1 0,1-1 0,0 1 0,-1-1 0,1 0 0,-1 0 0,1 0 0,-1 1 0,1-2 0,-1 1 0,0 0 0,1 0 0,-1 0 0,0-1 0,0 1 0,0-1 0,0 0 0,1 1 0,-5-1 0,-68 0 0,33-3 0,879 3 0,-822 0 0,10 0 0,0-1 0,31-4 0,-33-3 0,-24 8 0,0 0 0,0 0 0,1 0 0,-1 0 0,0 0 0,0 0 0,0 0 0,0 0 0,1-1 0,-1 1 0,0 0 0,0 0 0,0 0 0,0 0 0,0 0 0,1-1 0,-1 1 0,0 0 0,0 0 0,0 0 0,0 0 0,0-1 0,0 1 0,0 0 0,0 0 0,0 0 0,0 0 0,0-1 0,0 1 0,0 0 0,0 0 0,0 0 0,0-1 0,0 1 0,0 0 0,0 0 0,0 0 0,0-1 0,0 1 0,0 0 0,0 0 0,0 0 0,-1 0 0,1-1 0,0 1 0,0 0 0,0 0 0,0 0 0,0 0 0,0 0 0,-1 0 0,1-1 0,0 1 0,0 0 0,0 0 0,0 0 0,-1 0 0,1 0 0,0 0 0,0 0 0,0 0 0,-1 0 0,-12-5 0,-19 0 58,-1 2-1,0 0 1,-39 4-1,-18-3-1652,38-1-5231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32.098"/>
    </inkml:context>
    <inkml:brush xml:id="br0">
      <inkml:brushProperty name="width" value="0.05" units="cm"/>
      <inkml:brushProperty name="height" value="0.05" units="cm"/>
    </inkml:brush>
  </inkml:definitions>
  <inkml:trace contextRef="#ctx0" brushRef="#br0">0 165 24575,'6'0'0,"10"0"0,15 0 0,24 0 0,13-3 0,5 0 0,3-4 0,-4-2 0,-5-10 0,-8-3 0,-8-2 0,-10 1 0,-9 4 0,-2 0 0,-5 3-8191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33.034"/>
    </inkml:context>
    <inkml:brush xml:id="br0">
      <inkml:brushProperty name="width" value="0.05" units="cm"/>
      <inkml:brushProperty name="height" value="0.05" units="cm"/>
    </inkml:brush>
  </inkml:definitions>
  <inkml:trace contextRef="#ctx0" brushRef="#br0">52 147 24575,'3'54'0,"13"79"0,1-4 0,-7-77 0,-9-50 0,-3-7 0,-3-12 0,-24-82 0,-31-201 0,59 293 0,0 0 0,1 0 0,0 1 0,0-1 0,2-14 0,-1 20 0,-1-1 0,1 0 0,0 0 0,-1 0 0,1 1 0,0-1 0,0 0 0,0 1 0,0-1 0,1 1 0,-1-1 0,0 1 0,1-1 0,-1 1 0,0 0 0,1 0 0,0 0 0,-1 0 0,1 0 0,0 0 0,-1 0 0,1 0 0,0 1 0,0-1 0,2 0 0,18-2 0,1 1 0,-1 0 0,1 2 0,38 4 0,-15-1 0,-38-3 0,0 0 0,0 1 0,-1-1 0,1 1 0,-1 1 0,15 3 0,-20-4 0,-1 0 0,1 0 0,0 0 0,0 0 0,-1 0 0,1 0 0,-1 1 0,1-1 0,-1 1 0,1-1 0,-1 1 0,0-1 0,0 1 0,0 0 0,0-1 0,0 1 0,0 0 0,0 0 0,0 0 0,-1 0 0,1 0 0,-1 0 0,0 0 0,1 0 0,-1 0 0,0 0 0,0 3 0,0 9 0,-1 0 0,0 1 0,-1-1 0,-1 0 0,0 1 0,-1-1 0,0-1 0,-1 1 0,-1-1 0,-7 15 0,9-22 0,-1 1 0,1-1 0,-1 1 0,0-1 0,0-1 0,-1 1 0,1-1 0,-1 0 0,0 0 0,-1 0 0,1-1 0,-1 0 0,0-1 0,0 1 0,0-1 0,-1-1 0,1 1 0,-1-1 0,1-1 0,-11 2 0,6-2-273,0-1 0,-1 0 0,1 0 0,-22-5 0,11 0-6553</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52.861"/>
    </inkml:context>
    <inkml:brush xml:id="br0">
      <inkml:brushProperty name="width" value="0.05" units="cm"/>
      <inkml:brushProperty name="height" value="0.05" units="cm"/>
    </inkml:brush>
  </inkml:definitions>
  <inkml:trace contextRef="#ctx0" brushRef="#br0">0 0 24575,'0'6'0,"3"11"0,4 5 0,1 7 0,-1 2 0,1 2 0,-1-2 0,-2-4 0,-1-3 0,-2 0 0,0 1 0,-2 1 0,0-3 0,0-4-8191</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54.021"/>
    </inkml:context>
    <inkml:brush xml:id="br0">
      <inkml:brushProperty name="width" value="0.05" units="cm"/>
      <inkml:brushProperty name="height" value="0.05" units="cm"/>
    </inkml:brush>
  </inkml:definitions>
  <inkml:trace contextRef="#ctx0" brushRef="#br0">1 8 24575,'3'-3'0,"4"-1"0,0 3 0,0 8 0,-2 8 0,-2 14 0,-1 7 0,-1 6 0,-1 11 0,0 2 0,0-3 0,5-4 0,3-7 0,-1-12-8191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17.576"/>
    </inkml:context>
    <inkml:brush xml:id="br0">
      <inkml:brushProperty name="width" value="0.05" units="cm"/>
      <inkml:brushProperty name="height" value="0.05" units="cm"/>
    </inkml:brush>
  </inkml:definitions>
  <inkml:trace contextRef="#ctx0" brushRef="#br0">802 103 24575,'0'-5'0,"0"-1"0,0 1 0,0-1 0,-1 1 0,0-1 0,0 1 0,-3-8 0,3 11 0,0 0 0,0 0 0,-1 1 0,1-1 0,0 0 0,-1 0 0,0 1 0,1-1 0,-1 1 0,0-1 0,0 1 0,0 0 0,0-1 0,0 1 0,0 0 0,0 0 0,0 1 0,0-1 0,0 0 0,-3 0 0,-25-4 0,0 2 0,0 1 0,0 1 0,-44 4 0,9-1 0,-118 0 0,178-1 0,-1 0 0,1 0 0,-1 0 0,1 1 0,0 0 0,0 0 0,0 1 0,0-1 0,0 1 0,0 0 0,1 0 0,-1 1 0,-5 4 0,-5 8 0,-29 36 0,33-38 0,-7 9 0,1 0 0,1 1 0,2 1 0,0 1 0,2-1 0,0 2 0,-8 30 0,8-12 0,2 0 0,2 1 0,-3 60 0,7 140 0,4-218 0,0 19 0,2 69 0,0-100 0,0-1 0,0 0 0,1-1 0,1 1 0,9 21 0,-9-28 0,0-1 0,1 1 0,0-1 0,0 0 0,0 0 0,1 0 0,1-1 0,-1 0 0,1 0 0,0-1 0,0 1 0,0-2 0,1 1 0,-1-1 0,1 0 0,1-1 0,14 5 0,11 1 0,0-1 0,0-3 0,43 3 0,-53-6 0,103 12 0,-38-3 0,181-1 0,-264-11 0,-1 0 0,0 0 0,0 0 0,0 0 0,0-1 0,0 0 0,0 0 0,-1 0 0,1-1 0,-1 1 0,1-1 0,-1 0 0,0 0 0,0-1 0,5-5 0,4-6 0,-1 0 0,19-33 0,-4 6 0,2 3 0,-2-2 0,21-45 0,-39 67 0,-1 1 0,-1-1 0,0-1 0,-2 1 0,0-1 0,-1 0 0,2-33 0,-8-246 0,0 107 0,2 177 0,-1-1 0,0 0 0,-5-24 0,4 33 0,0 0 0,-1-1 0,0 1 0,0 0 0,-1 0 0,1 1 0,-2-1 0,1 1 0,-7-7 0,-4-5 0,-1 2 0,0 0 0,-1 0 0,-23-15 0,28 24 0,0 0 0,0 1 0,0 0 0,-1 0 0,0 2 0,0-1 0,0 2 0,-20-4 0,-52-2-682,-127 2-1,197 7-6143</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19.108"/>
    </inkml:context>
    <inkml:brush xml:id="br0">
      <inkml:brushProperty name="width" value="0.05" units="cm"/>
      <inkml:brushProperty name="height" value="0.05" units="cm"/>
    </inkml:brush>
  </inkml:definitions>
  <inkml:trace contextRef="#ctx0" brushRef="#br0">380 54 24575,'0'-2'0,"0"1"0,0-1 0,-1 1 0,1 0 0,0-1 0,-1 1 0,1 0 0,0-1 0,-1 1 0,0 0 0,1 0 0,-1 0 0,0-1 0,0 1 0,1 0 0,-1 0 0,0 0 0,-2-1 0,0 0 0,0 0 0,0 0 0,0 0 0,0 1 0,0-1 0,0 1 0,-6-1 0,-6-2 0,0 2 0,-27-2 0,28 4 0,-49-4 0,-81 4 0,141 0 0,0 1 0,0-1 0,1 0 0,-1 1 0,0 0 0,1-1 0,-1 1 0,1 0 0,-1 0 0,-3 3 0,5-4 0,0 1 0,0 0 0,0 0 0,1 0 0,-1 0 0,0 0 0,0 0 0,1 1 0,-1-1 0,1 0 0,-1 0 0,1 0 0,-1 1 0,1-1 0,0 0 0,-1 0 0,1 1 0,0-1 0,0 0 0,0 1 0,0-1 0,0 0 0,0 1 0,1 0 0,6 31 0,1-1 0,1 0 0,2-1 0,19 38 0,15 43 0,-39-88 0,0 1 0,-2 1 0,2 40 0,-3-28 0,-3-29 0,1 3 0,0 0 0,1 0 0,0 0 0,1 0 0,5 12 0,-8-22 0,1 0 0,0 0 0,0 0 0,0-1 0,0 1 0,0 0 0,0-1 0,0 1 0,1-1 0,-1 1 0,0-1 0,1 1 0,-1-1 0,1 0 0,0 0 0,-1 0 0,1 0 0,0 0 0,0 0 0,0 0 0,0-1 0,0 1 0,-1-1 0,1 1 0,0-1 0,0 0 0,0 1 0,0-1 0,0 0 0,0-1 0,0 1 0,0 0 0,0 0 0,0-1 0,0 0 0,0 1 0,0-1 0,3-1 0,10-4 0,1-1 0,-1 0 0,-1-1 0,1-1 0,13-11 0,-26 18-124,1 0 0,-1 0 0,0 0 0,0-1 0,-1 1 0,1-1-1,0 0 1,-1 1 0,0-1 0,2-4 0,2-10-6702</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6:19.585"/>
    </inkml:context>
    <inkml:brush xml:id="br0">
      <inkml:brushProperty name="width" value="0.05" units="cm"/>
      <inkml:brushProperty name="height" value="0.05" units="cm"/>
    </inkml:brush>
  </inkml:definitions>
  <inkml:trace contextRef="#ctx0" brushRef="#br0">1 7 24575,'3'0'0,"3"0"0,8 0 0,3-2 0,-1-2-8191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34.343"/>
    </inkml:context>
    <inkml:brush xml:id="br0">
      <inkml:brushProperty name="width" value="0.05" units="cm"/>
      <inkml:brushProperty name="height" value="0.05" units="cm"/>
    </inkml:brush>
  </inkml:definitions>
  <inkml:trace contextRef="#ctx0" brushRef="#br0">106 23 24575,'0'-1'0,"0"0"0,0 0 0,0 0 0,0 1 0,0-1 0,0 0 0,0 0 0,0 0 0,0 0 0,1 0 0,-1 1 0,0-1 0,0 0 0,1 0 0,-1 1 0,1-1 0,-1 0 0,1 0 0,-1 1 0,1-1 0,-1 0 0,1 1 0,0-1 0,-1 1 0,1-1 0,0 1 0,-1-1 0,1 1 0,0-1 0,1 1 0,-2 0 0,1 0 0,0 0 0,-1 0 0,1 0 0,0 1 0,0-1 0,-1 0 0,1 1 0,0-1 0,-1 0 0,1 1 0,0-1 0,-1 1 0,1-1 0,-1 1 0,1-1 0,-1 1 0,1 0 0,-1-1 0,1 1 0,-1 0 0,0-1 0,1 1 0,-1 0 0,0-1 0,0 1 0,1 0 0,-1-1 0,0 1 0,0 0 0,0 0 0,0 0 0,0-1 0,0 2 0,1 12 0,-2 1 0,1-1 0,-2 1 0,0-1 0,-1 0 0,-4 15 0,2-6 0,5-23 0,-22 98-682,-61 173-1,73-247-6143</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34.774"/>
    </inkml:context>
    <inkml:brush xml:id="br0">
      <inkml:brushProperty name="width" value="0.05" units="cm"/>
      <inkml:brushProperty name="height" value="0.05" units="cm"/>
    </inkml:brush>
  </inkml:definitions>
  <inkml:trace contextRef="#ctx0" brushRef="#br0">581 90 24575,'-3'-1'0,"0"-1"0,-1 0 0,1 1 0,0 0 0,-1 0 0,1 0 0,-1 0 0,1 1 0,-1-1 0,1 1 0,-1 0 0,0 0 0,1 0 0,-1 0 0,-3 2 0,1-2 0,-20 2 0,0 2 0,1 0 0,0 2 0,-1 1 0,2 1 0,-1 1 0,1 1 0,1 1 0,0 1 0,0 1 0,1 1 0,1 1 0,-25 22 0,31-23 0,1 0 0,1 1 0,0 0 0,1 1 0,0 1 0,1 0 0,1 0 0,1 1 0,1 0 0,0 1 0,1 0 0,1 0 0,1 0 0,1 1 0,0 0 0,2 0 0,-1 33 0,4-35 0,0-1 0,1 0 0,1 0 0,1 0 0,0 0 0,1 0 0,1-1 0,1 0 0,0 0 0,1 0 0,1-1 0,0 0 0,1-1 0,1 0 0,11 12 0,-12-16 0,-1-1 0,1-1 0,1 0 0,-1 0 0,2-1 0,-1 0 0,1 0 0,0-2 0,0 1 0,0-2 0,1 0 0,-1 0 0,1-1 0,0 0 0,1-2 0,-1 1 0,0-1 0,0-1 0,0-1 0,17-2 0,-17 1 0,1-1 0,-1 0 0,-1-1 0,1-1 0,0 0 0,-1-1 0,0 0 0,19-14 0,-15 8 0,0-1 0,-1 0 0,-1-2 0,0 1 0,15-22 0,-6 2 0,-2-1 0,-1 0 0,-2-2 0,-2 0 0,16-50 0,-15 32 0,14-83 0,-27 114 0,-1 1 0,-1-1 0,-2 1 0,0-1 0,-1 0 0,-6-30 0,5 47 0,1 0 0,-1 0 0,0 1 0,-1-1 0,1 1 0,-1 0 0,-1 0 0,1 0 0,-1 0 0,0 0 0,0 1 0,-1 0 0,0 0 0,0 0 0,0 0 0,0 1 0,-1 0 0,1 0 0,-1 0 0,0 1 0,-1 0 0,1 0 0,0 0 0,-1 1 0,0 0 0,1 0 0,-1 1 0,0 0 0,0 0 0,0 0 0,-10 1 0,-7 2-136,-1 0-1,1 2 1,0 1-1,0 0 1,1 2-1,-1 1 1,1 1-1,1 0 0,-43 27 1,40-20-6690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35.759"/>
    </inkml:context>
    <inkml:brush xml:id="br0">
      <inkml:brushProperty name="width" value="0.05" units="cm"/>
      <inkml:brushProperty name="height" value="0.05" units="cm"/>
    </inkml:brush>
  </inkml:definitions>
  <inkml:trace contextRef="#ctx0" brushRef="#br0">108 154 24575,'-1'-19'0,"1"9"0,0 0 0,0 0 0,1 0 0,0 0 0,5-19 0,-5 26 0,0 0 0,1 0 0,-1 0 0,1 0 0,0 0 0,0 1 0,0-1 0,0 0 0,1 1 0,-1 0 0,1-1 0,-1 1 0,1 0 0,0 0 0,0 1 0,0-1 0,0 1 0,0-1 0,0 1 0,0 0 0,7-1 0,-3 0 0,1 0 0,-1 1 0,1 0 0,-1 1 0,1 0 0,0 0 0,-1 0 0,1 1 0,9 2 0,-15-2 0,0-1 0,-1 1 0,1-1 0,0 1 0,0 0 0,-1 0 0,1-1 0,0 1 0,-1 0 0,1 1 0,-1-1 0,1 0 0,-1 0 0,0 1 0,1-1 0,-1 1 0,0-1 0,0 1 0,0-1 0,0 1 0,0 0 0,-1-1 0,1 1 0,0 0 0,-1 0 0,1-1 0,-1 1 0,0 0 0,1 0 0,-1 0 0,0 0 0,0 0 0,0 0 0,-1-1 0,1 1 0,0 0 0,-1 0 0,1 0 0,-1 0 0,0-1 0,1 1 0,-2 2 0,-3 5 0,1 1 0,-2-1 0,1-1 0,-1 1 0,0-1 0,-1 0 0,0 0 0,0-1 0,-16 12 0,-7 3 0,-42 25 0,-31 9 0,102-56 0,1 0 0,0 0 0,-1 0 0,1 0 0,0 0 0,-1 1 0,1-1 0,0 0 0,-1 0 0,1 0 0,0 0 0,0 1 0,-1-1 0,1 0 0,0 0 0,0 1 0,-1-1 0,1 0 0,0 0 0,0 1 0,0-1 0,-1 0 0,1 1 0,0-1 0,0 0 0,0 1 0,0-1 0,0 0 0,0 1 0,0-1 0,0 0 0,0 1 0,0-1 0,0 0 0,0 1 0,0-1 0,0 0 0,0 1 0,0-1 0,0 0 0,0 1 0,1-1 0,16 6 0,31-3 0,-45-3 0,69 0-341,0-3 0,0-3-1,74-17 1,-113 15-6485</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36.188"/>
    </inkml:context>
    <inkml:brush xml:id="br0">
      <inkml:brushProperty name="width" value="0.05" units="cm"/>
      <inkml:brushProperty name="height" value="0.05" units="cm"/>
    </inkml:brush>
  </inkml:definitions>
  <inkml:trace contextRef="#ctx0" brushRef="#br0">699 197 24575,'-24'-27'0,"18"20"0,0 0 0,-1 0 0,-9-8 0,4 7 0,-1 0 0,0 1 0,0 1 0,-1-1 0,0 2 0,0 0 0,0 1 0,-1 0 0,1 1 0,-1 1 0,0 0 0,0 1 0,0 1 0,1 0 0,-21 4 0,13-2 0,1 2 0,0 1 0,0 0 0,1 2 0,-1 0 0,1 2 0,1 0 0,0 1 0,0 1 0,-17 13 0,22-13 0,1 0 0,1 0 0,0 2 0,0-1 0,1 2 0,1-1 0,0 1 0,1 1 0,1 0 0,0 0 0,1 1 0,1 0 0,0 0 0,-3 17 0,6-20 0,1 0 0,0 0 0,1 0 0,1 0 0,0 0 0,1-1 0,0 1 0,1 0 0,0 0 0,1 0 0,0-1 0,1 0 0,1 0 0,0 0 0,0 0 0,2 0 0,-1-1 0,1 0 0,10 11 0,-6-10 0,0 0 0,1 0 0,0-1 0,1 0 0,0-2 0,0 1 0,1-1 0,1-1 0,-1-1 0,1 0 0,17 5 0,-13-6 0,1-2 0,-1 1 0,1-2 0,1-1 0,-1-1 0,0 0 0,0-1 0,28-5 0,-23 1 0,-1-1 0,1-1 0,-2-1 0,1-1 0,-1-1 0,0-1 0,-1-1 0,0-1 0,0-1 0,-2-1 0,0-1 0,0-1 0,-1 0 0,-1-1 0,18-23 0,-24 23 0,0 0 0,-1-1 0,0-1 0,-2 1 0,0-2 0,-1 1 0,-1-1 0,-1 0 0,-1-1 0,-1 1 0,4-39 0,-7 47 0,-1 0 0,0-1 0,-1 1 0,0 0 0,-1 0 0,-1 0 0,0 0 0,0 0 0,-1 1 0,0-1 0,-1 1 0,-1 0 0,1 0 0,-2 1 0,0-1 0,0 1 0,-1 1 0,0 0 0,0 0 0,-1 0 0,-15-11 0,10 11 34,0 1 1,-1 0-1,0 1 0,0 1 0,-1 0 0,1 1 0,-1 1 0,-1 0 0,-29-3 1,28 6-225,0 0 0,-1 1 1,1 1-1,0 0 0,0 2 1,0 0-1,0 1 1,-29 10-1,11 3-6636</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53.782"/>
    </inkml:context>
    <inkml:brush xml:id="br0">
      <inkml:brushProperty name="width" value="0.05" units="cm"/>
      <inkml:brushProperty name="height" value="0.05" units="cm"/>
    </inkml:brush>
  </inkml:definitions>
  <inkml:trace contextRef="#ctx0" brushRef="#br0">105 83 24575,'0'3'0,"0"0"0,0 0 0,0 0 0,1 0 0,-1-1 0,1 1 0,0 0 0,0 0 0,0-1 0,0 1 0,1-1 0,-1 1 0,1-1 0,-1 1 0,1-1 0,0 0 0,0 0 0,0 0 0,0 0 0,0 0 0,0 0 0,1 0 0,-1-1 0,1 1 0,-1-1 0,1 0 0,0 0 0,-1 0 0,1 0 0,0 0 0,0 0 0,0-1 0,-1 1 0,1-1 0,5 0 0,-3 0 0,0 0 0,0 0 0,0 0 0,1-1 0,-1 1 0,0-1 0,0-1 0,0 1 0,0-1 0,0 0 0,0 0 0,-1 0 0,1-1 0,-1 1 0,1-1 0,-1 0 0,0-1 0,0 1 0,4-5 0,-6 6 0,0 0 0,-1-1 0,1 1 0,-1-1 0,1 1 0,-1-1 0,0 1 0,0-1 0,0 0 0,0 1 0,0-1 0,-1 0 0,0 0 0,1 0 0,-1 1 0,0-1 0,0 0 0,0 0 0,0 0 0,-1 0 0,1 1 0,-1-1 0,0 0 0,0 0 0,0 1 0,0-1 0,0 1 0,-2-3 0,1 2 0,-1 0 0,1 0 0,-1 1 0,0 0 0,1-1 0,-1 1 0,0 0 0,0 0 0,0 0 0,-1 1 0,1-1 0,0 1 0,-1 0 0,1 0 0,-1 0 0,1 0 0,-1 1 0,1-1 0,-1 1 0,0 0 0,-6 1 0,-1 0 0,1 1 0,-1 1 0,0 0 0,1 1 0,0 0 0,-1 0 0,2 1 0,-1 0 0,0 1 0,1 0 0,0 1 0,1 0 0,-13 12 0,15-13 0,1 0 0,-1 1 0,1 0 0,0 0 0,1 0 0,0 1 0,0-1 0,-3 10 0,5-12 0,1 0 0,0 0 0,0 0 0,0 0 0,0 1 0,1-1 0,0 0 0,0 1 0,0-1 0,1 0 0,0 0 0,0 0 0,3 9 0,-2-9-59,0 0 0,1-1-1,0 1 1,0-1-1,0 1 1,0-1 0,1 0-1,0 0 1,0 0 0,0-1-1,0 0 1,0 1 0,1-1-1,-1-1 1,1 1-1,0-1 1,0 0 0,0 0-1,0 0 1,0 0 0,0-1-1,7 1 1,14 2-6767</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54.168"/>
    </inkml:context>
    <inkml:brush xml:id="br0">
      <inkml:brushProperty name="width" value="0.05" units="cm"/>
      <inkml:brushProperty name="height" value="0.05" units="cm"/>
    </inkml:brush>
  </inkml:definitions>
  <inkml:trace contextRef="#ctx0" brushRef="#br0">43 58 24575,'0'-58'0,"-2"88"0,-2-1 0,0 0 0,-16 49 0,10-38 0,10-40 0,0 0 0,-1 0 0,1 1 0,0-1 0,0 0 0,0 1 0,-1-1 0,1 0 0,0 1 0,0-1 0,0 0 0,0 1 0,0-1 0,0 0 0,0 1 0,0-1 0,0 0 0,0 1 0,0-1 0,0 0 0,0 1 0,0-1 0,0 1 0,0-1 0,1 0 0,-1 1 0,0-1 0,0 0 0,0 0 0,0 1 0,1-1 0,-1 0 0,0 1 0,0-1 0,1 0 0,-1 0 0,0 1 0,0-1 0,1 0 0,-1 0 0,0 0 0,1 0 0,-1 1 0,18-9 0,15-21 0,-18 14 0,-3 2 0,1 1 0,24-18 0,-34 27 0,0 1 0,1 0 0,-1 1 0,0-1 0,0 0 0,1 1 0,-1 0 0,1-1 0,-1 1 0,1 1 0,0-1 0,-1 1 0,1-1 0,0 1 0,-1 0 0,1 0 0,0 1 0,-1-1 0,5 2 0,-6-2 0,-1 1 0,1 0 0,0 0 0,0-1 0,0 1 0,-1 1 0,1-1 0,-1 0 0,1 0 0,-1 1 0,1-1 0,-1 1 0,0-1 0,0 1 0,1-1 0,-1 1 0,1 2 0,8 33 0,-2-5 0,-2-24-1365</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54.505"/>
    </inkml:context>
    <inkml:brush xml:id="br0">
      <inkml:brushProperty name="width" value="0.05" units="cm"/>
      <inkml:brushProperty name="height" value="0.05" units="cm"/>
    </inkml:brush>
  </inkml:definitions>
  <inkml:trace contextRef="#ctx0" brushRef="#br0">0 61 24575,'2'-2'0,"0"-1"0,0 1 0,0-1 0,-1 0 0,1 1 0,-1-1 0,0 0 0,2-5 0,-3 6 0,1-1 0,0 1 0,0-1 0,0 1 0,0 0 0,1-1 0,-1 1 0,1 0 0,-1 0 0,1 0 0,2-2 0,-4 4 0,0-1 0,1 1 0,-1 0 0,0 0 0,1 0 0,-1-1 0,0 1 0,1 0 0,-1 0 0,0 0 0,1 0 0,-1 0 0,0 0 0,1 0 0,-1 0 0,0 0 0,1 0 0,-1 0 0,0 0 0,1 0 0,-1 0 0,0 0 0,1 0 0,-1 0 0,0 1 0,1-1 0,-1 0 0,0 0 0,0 0 0,1 0 0,-1 1 0,0-1 0,1 0 0,-1 0 0,0 1 0,0-1 0,0 0 0,1 0 0,-1 1 0,0-1 0,0 0 0,0 1 0,0-1 0,1 0 0,-1 1 0,0-1 0,0 0 0,0 1 0,0-1 0,0 0 0,0 1 0,4 20 0,-4-21 0,6 118 0,-6-78 0,2-1 0,10 51 0,-7-66-455,2-1 0,12 28 0,-10-30-6371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54.860"/>
    </inkml:context>
    <inkml:brush xml:id="br0">
      <inkml:brushProperty name="width" value="0.05" units="cm"/>
      <inkml:brushProperty name="height" value="0.05" units="cm"/>
    </inkml:brush>
  </inkml:definitions>
  <inkml:trace contextRef="#ctx0" brushRef="#br0">1 131 24575,'0'-9'0,"1"-2"0,16 9 0,21 4 0,81-1 0,-106-1 0,0-2 0,-1 0 0,1 0 0,-1-1 0,0-1 0,0 0 0,14-6 0,-21 7 0,-1 1 0,0-1 0,0 0 0,0 0 0,0-1 0,-1 1 0,5-5 0,-7 7 0,1-1 0,-1 0 0,0 0 0,0 0 0,1 0 0,-1 0 0,0 0 0,-1 0 0,1 0 0,0 0 0,0-1 0,-1 1 0,0 0 0,1 0 0,-1-1 0,0 1 0,0-3 0,0 4 0,0 1 0,0-1 0,0 0 0,0 1 0,0-1 0,-1 1 0,1-1 0,0 0 0,0 1 0,0-1 0,-1 1 0,1-1 0,0 0 0,0 1 0,-1-1 0,1 1 0,-1-1 0,1 1 0,-1-1 0,1 1 0,0 0 0,-1-1 0,1 1 0,-1-1 0,0 1 0,1 0 0,-1 0 0,1-1 0,-2 1 0,1 0 0,0 0 0,-1 0 0,1 0 0,0 1 0,0-1 0,0 0 0,-1 1 0,1-1 0,0 1 0,0-1 0,0 1 0,0 0 0,0 0 0,-1 0 0,-3 3 0,1 0 0,-1 1 0,1-1 0,0 1 0,-4 6 0,3-3 31,1 0 0,0 1 0,0-1 0,1 1 0,0-1 0,0 1 0,1 0 0,0 0 1,1 0-1,-1 13 0,2-18-103,1 1 1,-1-1 0,1 0 0,0 1 0,0-1 0,0 0 0,1 0 0,-1 1 0,1-1-1,0 0 1,0-1 0,1 1 0,-1 0 0,1-1 0,0 1 0,0-1 0,0 0 0,0 0 0,0 0-1,1 0 1,-1 0 0,1-1 0,5 3 0,6 3-6755</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55.212"/>
    </inkml:context>
    <inkml:brush xml:id="br0">
      <inkml:brushProperty name="width" value="0.05" units="cm"/>
      <inkml:brushProperty name="height" value="0.05" units="cm"/>
    </inkml:brush>
  </inkml:definitions>
  <inkml:trace contextRef="#ctx0" brushRef="#br0">0 54 24575,'0'-5'0,"1"0"0,-1 1 0,0-1 0,1 1 0,0-1 0,0 1 0,2-5 0,-3 8 0,1 1 0,-1-1 0,1 0 0,-1 0 0,0 1 0,1-1 0,-1 0 0,1 1 0,-1-1 0,1 1 0,0-1 0,-1 0 0,1 1 0,0 0 0,-1-1 0,1 1 0,0-1 0,-1 1 0,1 0 0,0-1 0,0 1 0,-1 0 0,1 0 0,0 0 0,0-1 0,0 1 0,0 0 0,-1 0 0,1 0 0,0 0 0,0 1 0,0-1 0,-1 0 0,1 0 0,0 0 0,0 1 0,-1-1 0,1 0 0,0 1 0,0-1 0,-1 1 0,1-1 0,0 0 0,-1 1 0,2 1 0,7 5 0,0 1 0,0 1 0,-1-1 0,0 2 0,-1-1 0,0 1 0,-1 0 0,7 13 0,-5-9 0,1 0 0,0-1 0,15 17 0,-24-30 0,0 0 0,0 0 0,1 0 0,-1 1 0,0-1 0,0 0 0,1 0 0,-1 0 0,0 0 0,0 0 0,1 0 0,-1 0 0,0 0 0,0 0 0,0 0 0,1 0 0,-1 0 0,0 0 0,0 0 0,1-1 0,-1 1 0,0 0 0,0 0 0,0 0 0,1 0 0,-1 0 0,0 0 0,0-1 0,0 1 0,1 0 0,-1 0 0,0 0 0,0 0 0,0-1 0,0 1 0,0 0 0,1 0 0,-1-1 0,0 1 0,0 0 0,0 0 0,0 0 0,0-1 0,0 1 0,7-17 0,-4 10 0,3-2 49,-1 0 0,1 1 0,0 0-1,1 0 1,-1 0 0,10-7 0,-12 10-192,1 2 1,0-1 0,0 0 0,0 1-1,0 0 1,0 0 0,1 1 0,-1 0 0,1-1-1,0 2 1,10-3 0,0 3-6684</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55.859"/>
    </inkml:context>
    <inkml:brush xml:id="br0">
      <inkml:brushProperty name="width" value="0.05" units="cm"/>
      <inkml:brushProperty name="height" value="0.05" units="cm"/>
    </inkml:brush>
  </inkml:definitions>
  <inkml:trace contextRef="#ctx0" brushRef="#br0">28 390 24575,'-1'1'0,"0"-1"0,0 0 0,-1 1 0,1-1 0,0 0 0,0 1 0,-1-1 0,1 1 0,0 0 0,0-1 0,0 1 0,0 0 0,0 0 0,0 0 0,0 0 0,0 0 0,0 0 0,0 0 0,1 0 0,-1 0 0,0 0 0,1 0 0,-1 1 0,1-1 0,-1 0 0,1 0 0,-1 1 0,1 1 0,-1-1 0,1-1 0,0 0 0,0 1 0,-1-1 0,1 1 0,0-1 0,0 0 0,0 1 0,0-1 0,1 1 0,-1-1 0,0 0 0,1 1 0,-1-1 0,1 0 0,-1 0 0,1 1 0,-1-1 0,1 0 0,0 0 0,0 0 0,-1 1 0,1-1 0,0 0 0,0 0 0,0-1 0,2 3 0,1-2 0,1 1 0,-1-1 0,1 0 0,-1 0 0,1 0 0,-1-1 0,1 0 0,0 0 0,-1 0 0,1 0 0,0-1 0,-1 1 0,1-1 0,-1 0 0,1-1 0,-1 1 0,0-1 0,5-2 0,1-1 0,0 0 0,0-1 0,0-1 0,-1 1 0,0-1 0,10-10 0,-11 8 0,0 0 0,-1-1 0,0 0 0,-1 0 0,0 0 0,-1-1 0,0 0 0,0 0 0,-1 0 0,-1 0 0,0-1 0,3-18 0,-4 11 0,-1 0 0,0 1 0,-1-1 0,-2 0 0,1 1 0,-2-1 0,-7-24 0,8 36 0,0 0 0,-1 0 0,0 1 0,0-1 0,-1 0 0,-4-5 0,8 11 0,-1 0 0,1 0 0,-1 0 0,1 0 0,-1 1 0,0-1 0,0 0 0,1 0 0,-1 1 0,0-1 0,0 0 0,0 1 0,0-1 0,0 1 0,0-1 0,0 1 0,0 0 0,0-1 0,0 1 0,0 0 0,0 0 0,0 0 0,0-1 0,0 1 0,0 0 0,0 0 0,0 1 0,0-1 0,0 0 0,0 0 0,0 0 0,0 1 0,0-1 0,0 1 0,0-1 0,0 0 0,0 1 0,0 0 0,0-1 0,0 1 0,1 0 0,-1-1 0,0 1 0,0 0 0,1 0 0,-1-1 0,1 1 0,-1 0 0,0 0 0,1 0 0,-1 2 0,-5 6 0,1 1 0,0-1 0,1 1 0,0 0 0,1 1 0,0-1 0,0 0 0,1 1 0,-1 12 0,1 2 0,1-1 0,2 1 0,2 23 0,-1-31 69,1 0-1,1 0 0,0 0 0,8 18 1,-8-27-240,-1 1 0,1-1 1,1 0-1,0-1 0,0 1 1,0-1-1,1 0 0,0 0 1,11 9-1,1-2-6655</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56.633"/>
    </inkml:context>
    <inkml:brush xml:id="br0">
      <inkml:brushProperty name="width" value="0.05" units="cm"/>
      <inkml:brushProperty name="height" value="0.05" units="cm"/>
    </inkml:brush>
  </inkml:definitions>
  <inkml:trace contextRef="#ctx0" brushRef="#br0">34 126 24575,'-12'3'0,"16"1"0,19 4 0,-9-6 0,-1-1 0,1-1 0,0 0 0,15-2 0,-26 1 0,1 1 0,0-1 0,-1 0 0,1 0 0,-1-1 0,0 1 0,1-1 0,-1 0 0,3-2 0,-4 3 0,-1 0 0,1-1 0,-1 1 0,1-1 0,-1 1 0,0-1 0,0 1 0,0-1 0,0 0 0,0 0 0,0 1 0,0-1 0,-1 0 0,1 0 0,-1 0 0,1 0 0,-1-4 0,0 4 0,0 1 0,0-1 0,0 0 0,-1 0 0,1 0 0,0 0 0,-1 0 0,0 1 0,1-1 0,-1 0 0,0 0 0,0 1 0,0-1 0,0 0 0,0 1 0,-1 0 0,1-1 0,0 1 0,-1-1 0,1 1 0,-1 0 0,1 0 0,-1 0 0,1 0 0,-1 0 0,0 0 0,0 1 0,1-1 0,-1 0 0,0 1 0,-3-1 0,1 0 0,-1 0 0,0 0 0,0 0 0,0 1 0,0-1 0,0 1 0,1 1 0,-1-1 0,0 1 0,0 0 0,-6 1 0,4 1 0,1 0 0,-1 1 0,1 0 0,-1 0 0,1 0 0,0 1 0,-10 10 0,14-13 0,0 1 0,-1-1 0,1 0 0,1 1 0,-1-1 0,0 1 0,1 0 0,-1 0 0,1-1 0,0 1 0,0 0 0,0 0 0,0 0 0,0 0 0,1 0 0,-1 0 0,1 1 0,0-1 0,0 0 0,0 0 0,1 6 0,0-6 0,1 0 0,0 0 0,-1 0 0,1-1 0,0 1 0,0 0 0,0-1 0,1 0 0,-1 1 0,0-1 0,1 0 0,0 0 0,-1 0 0,1-1 0,0 1 0,0-1 0,0 1 0,0-1 0,0 0 0,1 0 0,5 1 0,6 1 0,1-1 0,-1 0 0,18-1 0,-20 0 0,-1-1 0,0-1 0,1 0 0,-1-1 0,0 0 0,0 0 0,19-8 0,-25 7 0,-1 1 0,0-1 0,0 0 0,0-1 0,0 1 0,0-1 0,-1 0 0,0 0 0,1-1 0,-2 1 0,1-1 0,0 0 0,-1 0 0,0 0 0,0 0 0,-1-1 0,4-9 0,-2 5 0,10-36 0,-13 42 0,0 0 0,0 0 0,-1 0 0,1 0 0,-1 0 0,0 1 0,0-1 0,-1 0 0,0-6 0,1 9 0,-1 1 0,1-1 0,0 1 0,0-1 0,-1 1 0,1-1 0,0 1 0,-1-1 0,1 1 0,0 0 0,-1-1 0,1 1 0,0-1 0,-1 1 0,1 0 0,-1-1 0,1 1 0,-1 0 0,1 0 0,-1-1 0,1 1 0,-1 0 0,1 0 0,-1 0 0,0 0 0,1-1 0,-1 1 0,1 0 0,-1 0 0,1 0 0,-1 0 0,0 0 0,1 1 0,-1-1 0,1 0 0,-1 0 0,1 0 0,-1 0 0,1 1 0,-1-1 0,1 0 0,-1 0 0,1 1 0,-1-1 0,1 0 0,-1 1 0,1-1 0,0 1 0,-1 0 0,-25 22 0,23-20 0,-2 2 0,0 1 0,1 0 0,-1 0 0,1 0 0,0 0 0,1 1 0,0 0 0,0-1 0,-4 12 0,7-16 0,0 0 0,-1 0 0,1 0 0,0 0 0,0 0 0,0 0 0,0 0 0,0 0 0,0 0 0,1 0 0,-1 0 0,1 0 0,-1 0 0,1 0 0,0 0 0,1 2 0,-1-2 0,1-1 0,-1 1 0,1 0 0,0-1 0,-1 0 0,1 1 0,0-1 0,0 0 0,0 0 0,0 0 0,0 0 0,1 0 0,-1 0 0,0 0 0,0-1 0,0 1 0,4-1 0,-2 1 0,1-1 0,-1 1 0,0-1 0,0 0 0,1-1 0,-1 1 0,0-1 0,0 0 0,1 0 0,-1 0 0,0-1 0,0 1 0,4-3 0,3-2 0,-1-1 0,0 0 0,10-10 0,-2 2 0,-18 15 0,0 0 0,0 0 0,0 0 0,1-1 0,-1 1 0,0 0 0,1 0 0,-1 0 0,0 0 0,0 0 0,1 0 0,-1 0 0,0 0 0,1 0 0,-1 0 0,0 0 0,0 0 0,1 0 0,-1 0 0,0 0 0,1 0 0,-1 0 0,0 0 0,0 0 0,1 0 0,-1 1 0,0-1 0,1 0 0,-1 0 0,0 0 0,0 0 0,0 1 0,1-1 0,-1 0 0,0 0 0,0 0 0,0 1 0,1-1 0,-1 0 0,0 0 0,0 1 0,0-1 0,0 0 0,0 1 0,0-1 0,0 0 0,1 0 0,-1 1 0,0-1 0,0 0 0,0 1 0,0-1 0,0 0 0,0 0 0,0 1 0,-1-1 0,1 0 0,0 1 0,1 25 0,-1-20 0,0-3-59,0 0 0,0 0-1,0 1 1,1-1-1,-1 0 1,1 0 0,-1 1-1,1-1 1,0 0 0,0 0-1,1 0 1,-1 0 0,1 0-1,-1 0 1,1 0-1,0-1 1,0 1 0,0-1-1,1 1 1,-1-1 0,0 0-1,4 3 1,6 0-6767</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57.386"/>
    </inkml:context>
    <inkml:brush xml:id="br0">
      <inkml:brushProperty name="width" value="0.05" units="cm"/>
      <inkml:brushProperty name="height" value="0.05" units="cm"/>
    </inkml:brush>
  </inkml:definitions>
  <inkml:trace contextRef="#ctx0" brushRef="#br0">0 46 24575,'1'6'0,"-1"0"0,1 0 0,0-1 0,1 1 0,0 0 0,-1 0 0,2-1 0,-1 1 0,1-1 0,-1 0 0,2 0 0,-1 0 0,6 7 0,-7-10 0,-1-1 0,0 1 0,1-1 0,0 1 0,-1-1 0,1 1 0,0-1 0,-1 0 0,1 0 0,0 0 0,0 0 0,0 0 0,0-1 0,0 1 0,0-1 0,0 1 0,0-1 0,0 1 0,0-1 0,1 0 0,-1 0 0,0 0 0,0 0 0,0-1 0,0 1 0,0-1 0,0 1 0,0-1 0,0 0 0,0 1 0,0-1 0,0 0 0,0 0 0,0 0 0,-1-1 0,1 1 0,0 0 0,-1-1 0,1 1 0,1-3 0,0 0 0,0 1 0,-1-1 0,1 1 0,-1-1 0,0 0 0,3-8 0,-4 11 0,0-1 0,-1 1 0,1-1 0,0 0 0,-1 0 0,0 1 0,0-1 0,1 0 0,-1 0 0,0 1 0,0-1 0,0 0 0,-1 0 0,1 0 0,0 1 0,-1-1 0,1 0 0,-1 1 0,0-3 0,-1 3 0,2 5 0,3 6 0,-1-7 0,1 1 0,-1-1 0,1 0 0,0 0 0,0-1 0,0 1 0,1-1 0,-1 0 0,1 1 0,-1-1 0,1-1 0,0 1 0,-1-1 0,1 1 0,0-1 0,0 0 0,0 0 0,0-1 0,0 1 0,0-1 0,1 0 0,-1 0 0,0 0 0,5-2 0,10-1 0,0-1 0,0 0 0,32-13 0,-48 15 0,5-1 0,0 0 0,0-1 0,0 0 0,13-10 0,-20 14 0,0-1 0,0 1 0,0-1 0,0 1 0,0-1 0,0 0 0,0 0 0,-1 1 0,1-1 0,0 0 0,-1 0 0,1 0 0,-1 0 0,1 0 0,-1 0 0,1 0 0,-1 0 0,1 0 0,-1 0 0,0 0 0,0 0 0,1 0 0,-1 0 0,0 0 0,0 0 0,0 0 0,0 0 0,0 0 0,-1 0 0,1-1 0,0 1 0,0 0 0,-1 0 0,1 0 0,0 0 0,-1 0 0,1 0 0,-1 0 0,0 1 0,1-1 0,-1 0 0,0 0 0,1 0 0,-1 0 0,0 1 0,0-1 0,0 0 0,0 1 0,0-1 0,-1 0 0,1 0 0,0 0 0,0 0 0,0 1 0,-1-1 0,1 0 0,0 1 0,-1-1 0,1 0 0,0 1 0,-1 0 0,1-1 0,-1 1 0,1 0 0,0 0 0,-1 0 0,1-1 0,-1 2 0,1-1 0,-3 0 0,3 1 0,0-1 0,0 1 0,0-1 0,0 1 0,0 0 0,0-1 0,0 1 0,1 0 0,-1 0 0,0 0 0,0 0 0,0 0 0,1 0 0,-1 0 0,1 0 0,-1 0 0,1 0 0,-1 2 0,-1 1 0,1 0 0,0 0 0,1 0 0,-1 0 0,1 1 0,-1-1 0,1 0 0,1 0 0,-1 0 0,1 1 0,1 7 0,-1-9 0,0 0 0,1 1 0,-1-1 0,1 0 0,0 0 0,-1 0 0,1 0 0,1 0 0,-1-1 0,0 1 0,1-1 0,-1 1 0,1-1 0,0 0 0,-1 0 0,1 0 0,0 0 0,4 1 0,-2-1 0,0-1 0,0 1 0,0-1 0,1 0 0,-1 0 0,0-1 0,1 0 0,-1 0 0,1 0 0,-1 0 0,6-2 0,-3 1 0,0-1 0,0 0 0,0-1 0,0 0 0,0 0 0,0 0 0,-1-1 0,0 0 0,0-1 0,0 0 0,0 0 0,0 0 0,-1-1 0,0 0 0,6-8 0,-11 13 0,0 0 0,0 0 0,-1 0 0,1 0 0,0 0 0,-1 0 0,1-1 0,0 1 0,-1 0 0,1 0 0,-1-1 0,0 1 0,1 0 0,-1-1 0,0 1 0,0-1 0,0 1 0,0 0 0,0-1 0,0 1 0,0 0 0,-1-1 0,1 1 0,0 0 0,-1-1 0,1 1 0,-1 0 0,0 0 0,1-1 0,-1 1 0,0 0 0,0 0 0,-1-2 0,0 2 0,0 0 0,0-1 0,0 1 0,0 0 0,0 1 0,0-1 0,-1 0 0,1 1 0,0-1 0,0 1 0,-1 0 0,1-1 0,0 1 0,0 0 0,-1 1 0,1-1 0,0 0 0,-1 1 0,1-1 0,-2 1 0,2 0 0,0-1 0,1 0 0,-1 1 0,0-1 0,1 1 0,-1 0 0,0-1 0,1 1 0,-1 0 0,1 0 0,-1 0 0,1 0 0,0 0 0,-1 0 0,1 0 0,0 1 0,0-1 0,0 0 0,0 1 0,0-1 0,0 1 0,0-1 0,0 1 0,1 0 0,-1-1 0,1 1 0,-1 0 0,1-1 0,-1 1 0,1 0 0,0-1 0,0 1 0,0 0 0,0 0 0,0-1 0,0 1 0,1 0 0,-1-1 0,0 1 0,1 0 0,0-1 0,0 3 0,2 2 0,0-1 0,0 0 0,0 1 0,0-1 0,1 0 0,0-1 0,0 1 0,0-1 0,1 0 0,-1 0 0,6 4 0,55 27-1365,-33-21-5461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15.919"/>
    </inkml:context>
    <inkml:brush xml:id="br0">
      <inkml:brushProperty name="width" value="0.05" units="cm"/>
      <inkml:brushProperty name="height" value="0.05" units="cm"/>
    </inkml:brush>
  </inkml:definitions>
  <inkml:trace contextRef="#ctx0" brushRef="#br0">2424 380 24575,'0'-2'0,"-1"0"0,0-1 0,1 1 0,-1 0 0,0 0 0,0-1 0,0 1 0,0 0 0,0 0 0,0 0 0,-1 0 0,1 0 0,-4-2 0,-23-23 0,-2 4 0,-1 1 0,-1 2 0,0 1 0,-2 1 0,0 2 0,-1 2 0,-46-13 0,8 7 0,0 4 0,-128-11 0,114 22 0,-1 3 0,0 5 0,1 4 0,0 3 0,-121 30 0,87-7 0,2 5 0,2 5 0,-136 70 0,41 7 0,180-99 0,1 1 0,1 2 0,2 1 0,-36 39 0,56-55 0,0 1 0,1 0 0,0 1 0,1-1 0,0 2 0,0-1 0,2 0 0,-1 1 0,-5 23 0,9-27 0,0 1 0,0-1 0,1 1 0,0-1 0,0 1 0,1-1 0,0 0 0,0 1 0,1-1 0,0 0 0,1 0 0,0 0 0,0 0 0,1-1 0,6 13 0,3-3 0,1 1 0,0-2 0,1 0 0,1 0 0,0-2 0,1 0 0,1-1 0,19 11 0,17 8 0,90 38 0,-42-30-155,175 47-1,117-9-155,-267-60 311,0-6 0,0-5 0,141-12 0,-195 0 0,0-4 0,-1-3 0,0-4 0,-1-2 0,-1-4 0,124-55 0,-164 62-1,0-2 0,-1-1-1,0-1 1,-2-1 0,0-2 0,-2-1 0,38-42-1,-52 52 2,0-1-1,-2 1 1,0-2-1,0 1 1,-2-1-1,1-1 1,-2 1-1,0-1 1,-1 0-1,-1-1 1,0 1-1,-1-1 1,-1 0-1,-1 0 0,0 0 1,-1 1-1,-3-25 1,-1 18 14,-1 0 0,-1 0 1,-1 0-1,-1 1 0,-1 0 1,-1 0-1,-16-26 0,9 21 33,-1 2-1,-1 0 0,-1 1 0,-47-41 1,21 28-25,-2 2 1,-2 2 0,-1 2-1,-1 3 1,-82-33 0,44 28-408,-2 4 1,0 4 0,-2 4-1,-153-15 1,101 24-5726</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42.913"/>
    </inkml:context>
    <inkml:brush xml:id="br0">
      <inkml:brushProperty name="width" value="0.05" units="cm"/>
      <inkml:brushProperty name="height" value="0.05" units="cm"/>
    </inkml:brush>
  </inkml:definitions>
  <inkml:trace contextRef="#ctx0" brushRef="#br0">0 587 24575,'0'4'0,"0"6"0,0 1 0,1-1 0,0 0 0,4 18 0,-4-27 0,-1 0 0,0 1 0,0-1 0,1 0 0,-1 0 0,1 1 0,-1-1 0,1 0 0,0 0 0,-1 0 0,1 0 0,0 0 0,0 0 0,0 0 0,0 0 0,0 0 0,0 0 0,0-1 0,0 1 0,0 0 0,0-1 0,0 1 0,1-1 0,-1 1 0,0-1 0,0 1 0,0-1 0,1 0 0,-1 0 0,0 1 0,1-1 0,-1 0 0,0 0 0,1 0 0,-1-1 0,0 1 0,0 0 0,1 0 0,-1-1 0,0 1 0,0-1 0,1 1 0,-1-1 0,0 1 0,0-1 0,0 0 0,0 1 0,1-2 0,5-3 0,0 0 0,0-1 0,0 0 0,-1 0 0,0 0 0,0-1 0,-1 0 0,1 0 0,6-13 0,4-10 0,13-35 0,-28 63 0,17-42 0,-3-1 0,-1-1 0,-2 0 0,-2-1 0,-2-1 0,-3 1 0,-1-1 0,-3-56 0,-1 103 0,0-1 0,0 1 0,0-1 0,0 1 0,0-1 0,-1 1 0,1 0 0,0-1 0,-1 1 0,1-1 0,-1 1 0,1 0 0,-1-1 0,0 1 0,1 0 0,-1 0 0,0-1 0,0 1 0,0 0 0,0 0 0,-2-2 0,2 3 0,-1 0 0,1 0 0,0 0 0,0 1 0,-1-1 0,1 0 0,0 1 0,0-1 0,-1 0 0,1 1 0,0-1 0,0 1 0,0 0 0,0-1 0,0 1 0,0 0 0,0 0 0,0 0 0,0 0 0,0 0 0,0 0 0,1 0 0,-1 0 0,0 0 0,0 1 0,-8 10 0,2 0 0,-1 1 0,1 0 0,1 1 0,0-1 0,-7 27 0,6-11 0,1 1 0,-4 40 0,9-51 0,1 1 0,1-1 0,0 1 0,2-1 0,0 0 0,9 31 0,-7-35 0,0-1 0,1 0 0,0 0 0,1-1 0,0 1 0,1-1 0,1-1 0,0 0 0,12 12 0,-19-21 0,1-1 0,0 1 0,0-1 0,0 1 0,0-1 0,1 0 0,-1 0 0,1-1 0,-1 1 0,1-1 0,-1 1 0,1-1 0,5 1 0,-7-2 0,0 0 0,0 0 0,0-1 0,1 1 0,-1 0 0,0-1 0,0 1 0,0-1 0,0 0 0,0 0 0,0 1 0,-1-1 0,1 0 0,0-1 0,0 1 0,-1 0 0,1 0 0,0-1 0,-1 1 0,0-1 0,1 0 0,-1 1 0,0-1 0,0 0 0,2-3 0,14-31 0,-2 0 0,-2 0 0,17-75 0,-29 109 0,-1 1 0,1 0 0,-1 0 0,0 0 0,1 0 0,-1-1 0,0 1 0,0 0 0,0 0 0,0-1 0,0 1 0,0 0 0,0 0 0,0-1 0,0 1 0,-1 0 0,1 0 0,0 0 0,-1 0 0,1-1 0,-1 1 0,0 0 0,1 0 0,-1 0 0,0 0 0,0 0 0,1 0 0,-1 0 0,0 1 0,0-1 0,0 0 0,0 0 0,0 1 0,0-1 0,-2 0 0,1 0 0,0 1 0,0 0 0,1 0 0,-1 0 0,0 0 0,0 0 0,0 1 0,0-1 0,0 0 0,1 1 0,-1 0 0,0-1 0,0 1 0,1 0 0,-1 0 0,0 0 0,1 0 0,-1 0 0,1 0 0,0 0 0,-1 1 0,1-1 0,-2 2 0,-1 3 0,-1 1 0,1 0 0,0 0 0,1 0 0,0 0 0,0 0 0,0 1 0,1-1 0,0 1 0,1 0 0,-2 12 0,3-14 0,-1-1 0,1 1 0,0 0 0,0-1 0,1 1 0,-1 0 0,1-1 0,1 1 0,-1-1 0,1 1 0,0-1 0,0 0 0,0 1 0,1-1 0,0 0 0,6 8 0,-8-12 0,0 1 0,1-1 0,-1 0 0,1 1 0,-1-1 0,1 0 0,0 0 0,-1 0 0,1 0 0,0 0 0,0 0 0,0-1 0,-1 1 0,1-1 0,0 1 0,0-1 0,0 0 0,0 1 0,0-1 0,0 0 0,0 0 0,0-1 0,0 1 0,0 0 0,0-1 0,0 1 0,0-1 0,0 1 0,0-1 0,-1 0 0,1 0 0,0 0 0,0 0 0,-1 0 0,1 0 0,-1 0 0,1-1 0,-1 1 0,1-1 0,0-1 0,3-3 0,0 1 0,-1-1 0,0 0 0,-1 0 0,1 0 0,-1 0 0,0 0 0,-1-1 0,1 0 0,1-9 0,0-30 0,-6 78 193,1-17-453,0 0 1,1 0-1,1 0 0,1 0 1,3 18-1,-2-21-6566</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43.294"/>
    </inkml:context>
    <inkml:brush xml:id="br0">
      <inkml:brushProperty name="width" value="0.05" units="cm"/>
      <inkml:brushProperty name="height" value="0.05" units="cm"/>
    </inkml:brush>
  </inkml:definitions>
  <inkml:trace contextRef="#ctx0" brushRef="#br0">0 101 24575,'0'-11'0,"1"15"0,1 18 0,5 9 0,-5-18 0,1 0 0,0 0 0,1 0 0,8 20 0,-11-32 0,-1 0 0,1 0 0,0 0 0,-1 0 0,1 0 0,0 0 0,-1 0 0,1 0 0,0 0 0,0 0 0,0-1 0,0 1 0,0 0 0,0 0 0,0-1 0,0 1 0,0-1 0,0 1 0,0-1 0,0 1 0,1-1 0,-1 0 0,2 1 0,-2-2 0,1 1 0,0 0 0,-1-1 0,1 1 0,0-1 0,-1 1 0,1-1 0,-1 0 0,1 1 0,-1-1 0,1 0 0,-1 0 0,0 0 0,3-3 0,0 0 0,0 0 0,-1 0 0,1-1 0,-1 0 0,0 1 0,-1-1 0,1 0 0,-1 0 0,3-8 0,-3 1 0,0 0 0,0-1 0,-1 1 0,-1-1 0,-1-20 0,0 26 0,0-1 0,0 0 0,-1 0 0,0 1 0,-1-1 0,1 1 0,-1 0 0,-1-1 0,1 1 0,-6-6 0,10 13-21,-1 1 0,0-1 0,0 1 0,0-1 0,0 1 0,0-1 0,0 1 0,0-1 0,0 1 0,-1-1 0,1 0 0,0 1 0,0-1 0,0 1 0,0-1 0,-1 1 0,1-1 0,0 0 0,0 1 0,-1-1 0,1 0 0,0 1 0,0-1 0,-1 0 0,1 1 0,0-1 0,-1 0 0,1 0 0,-1 1 0,1-1 0,0 0 0,-1 0 0,1 0 0,-1 0 0,1 1 0,-1-1 0,1 0 0,-1 0 0,1 0 0,0 0 0,-1 0 0,1 0 0,-1 0 0,1 0 0,-1 0 0,1 0 0,-1-1 0,1 1 0,0 0 0,-1 0 0,1 0 0,-1 0 0,1-1 0,0 1 0,-1 0 0,1 0 0,-1-1 0,1 1 0,0 0 0,0-1 0,-1 1 0,1 0 0,0-1 0,-1 0 0,3 10-6805</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43.719"/>
    </inkml:context>
    <inkml:brush xml:id="br0">
      <inkml:brushProperty name="width" value="0.05" units="cm"/>
      <inkml:brushProperty name="height" value="0.05" units="cm"/>
    </inkml:brush>
  </inkml:definitions>
  <inkml:trace contextRef="#ctx0" brushRef="#br0">1 1 24575,'2'27'0,"1"-1"0,8 30 0,4 31 0,-11-33 0,18-111 0,-14 37 0,-3 2 0,1 0 0,1 1 0,1 0 0,1 1 0,0 0 0,11-16 0,-19 32 0,-1-1 0,1 0 0,-1 0 0,1 0 0,-1 1 0,1-1 0,0 0 0,-1 1 0,1-1 0,0 0 0,0 1 0,-1-1 0,1 1 0,0-1 0,0 1 0,0 0 0,0-1 0,-1 1 0,1 0 0,0 0 0,0-1 0,0 1 0,0 0 0,0 0 0,0 0 0,0 0 0,0 0 0,0 0 0,0 0 0,-1 1 0,1-1 0,0 0 0,0 0 0,0 1 0,0-1 0,0 1 0,0-1 0,-1 0 0,1 1 0,0 0 0,0-1 0,-1 1 0,1-1 0,0 1 0,-1 0 0,1 0 0,-1-1 0,1 1 0,-1 0 0,1 0 0,-1-1 0,1 1 0,-1 2 0,4 6 0,0 0 0,0 0 0,-2 0 0,3 10 0,-4-13 0,8 32 244,-5-19-781,0 1 1,9 19 0,-6-22-6290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44.445"/>
    </inkml:context>
    <inkml:brush xml:id="br0">
      <inkml:brushProperty name="width" value="0.05" units="cm"/>
      <inkml:brushProperty name="height" value="0.05" units="cm"/>
    </inkml:brush>
  </inkml:definitions>
  <inkml:trace contextRef="#ctx0" brushRef="#br0">105 239 24575,'0'0'0,"-1"-1"0,1 0 0,0 0 0,-1 1 0,1-1 0,-1 0 0,1 0 0,-1 1 0,1-1 0,-1 1 0,0-1 0,1 0 0,-1 1 0,1-1 0,-1 1 0,0-1 0,0 1 0,1 0 0,-1-1 0,0 1 0,0 0 0,1 0 0,-1-1 0,0 1 0,0 0 0,0 0 0,0 0 0,1 0 0,-3 0 0,-24 1 0,23-1 0,1 1 0,0 0 0,1 1 0,-1-1 0,0 0 0,0 1 0,0 0 0,1-1 0,-1 1 0,1 0 0,-1 0 0,1 1 0,0-1 0,0 0 0,0 1 0,0-1 0,0 1 0,1 0 0,-1 0 0,1-1 0,0 1 0,0 0 0,0 0 0,0 0 0,0 0 0,0 1 0,1-1 0,0 0 0,-1 0 0,1 0 0,1 0 0,-1 0 0,0 1 0,1-1 0,1 5 0,-1-2 0,0-1 0,1 1 0,0 0 0,0-1 0,0 0 0,1 1 0,-1-1 0,1 0 0,1 0 0,-1 0 0,1-1 0,0 1 0,0-1 0,0 0 0,0 0 0,1 0 0,-1-1 0,10 6 0,-9-7 0,0 0 0,-1-1 0,1 1 0,0-1 0,0 0 0,0 0 0,0 0 0,0-1 0,0 0 0,0 0 0,0 0 0,0 0 0,0-1 0,0 0 0,0 0 0,-1 0 0,1-1 0,0 0 0,0 1 0,-1-2 0,1 1 0,-1 0 0,0-1 0,0 0 0,0 0 0,0 0 0,0-1 0,5-6 0,0-1 0,-1 0 0,0-1 0,0 0 0,-1-1 0,-1 0 0,0 0 0,-1 0 0,7-27 0,12-74 0,-21 96 0,-1 0 0,-1 0 0,-1 0 0,-3-24 0,-2 25 0,5 17 0,0 0 0,0 0 0,-1-1 0,1 1 0,0 0 0,0 0 0,0 0 0,0 0 0,-1 0 0,1 0 0,0 0 0,0 0 0,0 0 0,-1 0 0,1 1 0,0-1 0,0 0 0,0 0 0,-1 0 0,1 0 0,0 0 0,0 0 0,0 0 0,0 0 0,-1 0 0,1 1 0,0-1 0,0 0 0,0 0 0,0 0 0,0 0 0,0 1 0,-1-1 0,1 0 0,0 0 0,0 0 0,0 0 0,0 1 0,0-1 0,0 0 0,-10 32 0,4 5 0,3 0 0,0 0 0,3 0 0,1 0 0,12 71 0,-13-102 0,1-1 0,0 0 0,1 0 0,-1 0 0,1 0 0,0 0 0,6 9 0,-8-13 0,1 0 0,0 0 0,0 0 0,0 0 0,0-1 0,0 1 0,0 0 0,0 0 0,0-1 0,0 1 0,0-1 0,0 1 0,0-1 0,1 1 0,-1-1 0,0 1 0,0-1 0,1 0 0,-1 0 0,0 0 0,0 0 0,1 0 0,-1 0 0,0 0 0,0 0 0,1 0 0,-1-1 0,0 1 0,0 0 0,0-1 0,1 1 0,-1-1 0,0 1 0,0-1 0,0 0 0,0 0 0,1-1 0,11-6 0,1-1 0,1 0 0,1 0 0,23-9 0,-33 16 0,1 1 0,-1-1 0,0 1 0,0 0 0,1 0 0,-1 1 0,1 0 0,-1 0 0,1 1 0,-1 0 0,0 0 0,0 0 0,9 3 0,-10-2 0,0 0 0,-1-1 0,2 0 0,-1 0 0,0 0 0,0-1 0,0 1 0,0-1 0,0 0 0,8-2 0,-9 1 0,0 0 0,0-1 0,-1 0 0,1 1 0,-1-2 0,1 1 0,-1 0 0,0-1 0,0 1 0,0-1 0,0 0 0,0 0 0,4-6 0,7-3 0,-14 12 0,0 0 0,1 0 0,-1 0 0,1 0 0,-1 0 0,0 0 0,1 0 0,-1 0 0,0 0 0,1 0 0,-1 0 0,0 0 0,1 0 0,-1 1 0,0-1 0,1 0 0,-1 0 0,0 0 0,1 0 0,-1 1 0,0-1 0,0 0 0,1 0 0,-1 0 0,0 1 0,0-1 0,1 1 0,1 2 0,-1 0 0,1 1 0,-1-1 0,0 1 0,0-1 0,1 7 0,2 5 0,8 21-1365,-7-20-5461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48.737"/>
    </inkml:context>
    <inkml:brush xml:id="br0">
      <inkml:brushProperty name="width" value="0.05" units="cm"/>
      <inkml:brushProperty name="height" value="0.05" units="cm"/>
    </inkml:brush>
  </inkml:definitions>
  <inkml:trace contextRef="#ctx0" brushRef="#br0">357 87 24575,'2'0'0,"0"-1"0,0 1 0,0-1 0,0 1 0,0-1 0,0 0 0,0 0 0,0 0 0,-1 0 0,1-1 0,0 1 0,-1 0 0,1-1 0,-1 1 0,0-1 0,1 1 0,-1-1 0,2-3 0,-1 3 0,-1 0 0,0 0 0,1-1 0,-1 1 0,0-1 0,0 1 0,0-1 0,0 1 0,-1-1 0,1 0 0,-1 1 0,1-1 0,-1-4 0,-1 6 0,1 0 0,-1 0 0,1 0 0,-1 0 0,1-1 0,-1 1 0,0 0 0,0 0 0,1 0 0,-1 0 0,0 1 0,0-1 0,0 0 0,0 0 0,0 0 0,0 1 0,0-1 0,-1 1 0,1-1 0,0 1 0,0-1 0,0 1 0,-1-1 0,1 1 0,-2 0 0,-35-3 0,11 5 0,-1 2 0,1 0 0,0 2 0,0 1 0,-32 13 0,41-13 0,-1 1 0,-22 12 0,35-16 0,0-1 0,1 1 0,-1 0 0,1 0 0,0 1 0,0-1 0,0 1 0,1 0 0,0 1 0,-6 8 0,9-13 0,0 1 0,0 0 0,1 0 0,-1 0 0,1 0 0,-1-1 0,1 1 0,0 0 0,-1 0 0,1 0 0,0 0 0,0 0 0,1 0 0,-1 0 0,0 0 0,1 0 0,-1 0 0,1 2 0,1-1 0,0 1 0,0-1 0,0 0 0,0 0 0,0 0 0,0 0 0,1 0 0,0 0 0,2 2 0,8 4 0,0 1 0,1-2 0,23 11 0,-27-14 0,38 18 0,-24-12 0,-1 0 0,33 22 0,-55-32 0,1 0 0,-1 0 0,0 0 0,1-1 0,-1 1 0,0 1 0,0-1 0,0 0 0,0 0 0,1 0 0,-2 0 0,1 1 0,0-1 0,0 1 0,0-1 0,-1 1 0,1-1 0,0 1 0,-1-1 0,0 1 0,1-1 0,-1 1 0,0-1 0,0 1 0,0 0 0,0-1 0,0 1 0,0 2 0,-1-2 0,-1 1 0,1-1 0,-1 0 0,1 0 0,-1 0 0,0 0 0,0 0 0,0-1 0,0 1 0,0 0 0,0-1 0,0 0 0,-1 1 0,1-1 0,0 0 0,-5 1 0,-6 3-273,-1-1 0,1-1 0,-1 0 0,-17 1 0,4-2-6553</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49.151"/>
    </inkml:context>
    <inkml:brush xml:id="br0">
      <inkml:brushProperty name="width" value="0.05" units="cm"/>
      <inkml:brushProperty name="height" value="0.05" units="cm"/>
    </inkml:brush>
  </inkml:definitions>
  <inkml:trace contextRef="#ctx0" brushRef="#br0">0 13 24575,'1'-1'0,"0"0"0,0 0 0,1 0 0,-1 0 0,0 0 0,0 0 0,1 0 0,-1 0 0,1 1 0,-1-1 0,1 0 0,-1 1 0,1-1 0,-1 1 0,1 0 0,-1 0 0,1-1 0,0 1 0,-1 0 0,1 0 0,-1 0 0,1 1 0,0-1 0,-1 0 0,1 0 0,-1 1 0,1-1 0,-1 1 0,1 0 0,-1-1 0,0 1 0,1 0 0,-1 0 0,0 0 0,1 0 0,-1 0 0,2 2 0,0 0 0,0 1 0,0-1 0,0 1 0,-1-1 0,1 1 0,-1 0 0,0 0 0,0 1 0,0-1 0,-1 0 0,3 9 0,-3-2 0,0 0 0,0 1 0,-1-1 0,-1 0 0,0 0 0,0 1 0,-1-1 0,-4 12 0,-4 7 0,-22 45 0,32-74 0,-1 0 0,0 0 0,1 0 0,-1 0 0,1 0 0,-1 0 0,1 0 0,0 0 0,0 0 0,-1 1 0,1-1 0,0 0 0,0 0 0,0 0 0,0 0 0,0 1 0,0-1 0,1 0 0,-1 0 0,0 0 0,0 0 0,1 2 0,0-3 0,0 1 0,0 0 0,0-1 0,-1 1 0,1-1 0,0 0 0,0 1 0,0-1 0,0 0 0,0 1 0,0-1 0,0 0 0,0 0 0,0 0 0,0 0 0,0 0 0,0 0 0,0 0 0,0 0 0,1-1 0,8-1 0,-1 0 0,1-1 0,15-6 0,-24 8 0,20-8 0,59-21 0,-73 27 0,1 1 0,-1 1 0,1 0 0,0 0 0,-1 0 0,1 1 0,0 0 0,12 2 0,-17-2 15,0 1 0,0 0-1,0 0 1,0 1 0,0-1-1,0 0 1,-1 1 0,1 0-1,0 0 1,-1 0 0,1 0-1,-1 0 1,0 0 0,0 0-1,0 1 1,0-1-1,0 1 1,0 0 0,-1 0-1,1-1 1,1 5 0,1 6-204,0 0 0,0 0 0,2 23 1,-2-13-745,0-5-5893</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49.865"/>
    </inkml:context>
    <inkml:brush xml:id="br0">
      <inkml:brushProperty name="width" value="0.05" units="cm"/>
      <inkml:brushProperty name="height" value="0.05" units="cm"/>
    </inkml:brush>
  </inkml:definitions>
  <inkml:trace contextRef="#ctx0" brushRef="#br0">1 71 24575,'1'-11'0,"2"19"0,7 12 0,-6-16 0,0 0 0,0-1 0,1 1 0,-1-1 0,1-1 0,0 1 0,0 0 0,0-1 0,0 0 0,0 0 0,0-1 0,1 0 0,-1 0 0,10 1 0,-9-1 0,0-1 0,0 1 0,0-1 0,0 0 0,0-1 0,0 0 0,0 0 0,0 0 0,-1-1 0,1 1 0,0-2 0,-1 1 0,8-4 0,-12 5 0,1 0 0,-1 1 0,0-1 0,0 0 0,0 0 0,1 0 0,-1 0 0,0-1 0,0 1 0,0 0 0,-1 0 0,1-1 0,0 1 0,0 0 0,-1-1 0,1 1 0,-1-1 0,1 1 0,-1-2 0,0 1 0,0 1 0,0 0 0,0-1 0,0 1 0,-1 0 0,1 0 0,-1-1 0,1 1 0,-1 0 0,1 0 0,-1 0 0,1 0 0,-1 0 0,0-1 0,0 1 0,0 1 0,-2-3 0,0 0 0,-1 0 0,0 1 0,0-1 0,0 1 0,0 0 0,0 0 0,0 0 0,-1 0 0,1 1 0,-1 0 0,-4-1 0,-3 0 0,24 2 0,10-1 0,177-23 0,-196 23 0,0 1 0,1-1 0,-1 1 0,1 0 0,-1 0 0,0 0 0,1 1 0,3 0 0,-7-1 0,1 0 0,0 1 0,-1-1 0,1 1 0,0-1 0,-1 0 0,1 1 0,0-1 0,-1 1 0,1-1 0,-1 1 0,1 0 0,-1-1 0,1 1 0,-1-1 0,1 1 0,-1 0 0,0 0 0,1-1 0,-1 1 0,0 0 0,0-1 0,0 1 0,1 0 0,-1 0 0,0-1 0,0 1 0,0 0 0,0 0 0,0 0 0,0-1 0,-1 1 0,1 0 0,0 0 0,0-1 0,0 1 0,-1 0 0,1 0 0,0-1 0,-1 2 0,-3 8 0,0-1 0,1 0 0,1 0 0,-1 0 0,1 0 0,-1 18 0,3-25 0,0 1 0,0-1 0,1 0 0,-1 0 0,0 1 0,1-1 0,0 0 0,0 0 0,-1 0 0,1 0 0,1 1 0,-1-1 0,0-1 0,0 1 0,1 0 0,-1 0 0,1 0 0,-1-1 0,1 1 0,0-1 0,0 1 0,0-1 0,-1 0 0,1 0 0,1 0 0,-1 0 0,0 0 0,0 0 0,4 1 0,-1-1 0,0 1 0,0-1 0,0 0 0,0 0 0,0-1 0,0 1 0,0-1 0,1 0 0,-1-1 0,0 1 0,0-1 0,0 0 0,0 0 0,8-4 0,-9 4 0,-1-1 0,1 0 0,-1-1 0,0 1 0,0 0 0,0-1 0,0 0 0,0 0 0,-1 0 0,1 0 0,-1 0 0,0 0 0,0-1 0,0 1 0,0-1 0,-1 1 0,1-1 0,-1 0 0,1-6 0,-1 7-42,0 0-1,0-1 0,0 1 1,-1-1-1,1 1 0,-1-1 1,0 1-1,0-1 0,-1 1 1,1-1-1,-1 1 0,1 0 1,-1-1-1,0 1 0,0 0 1,-1-1-1,1 1 0,-1 0 1,1 0-1,-1 0 0,0 0 1,0 0-1,0 1 0,-1-1 1,1 1-1,-1-1 0,1 1 1,-1 0-1,0 0 0,0 0 1,-6-3-1,-6 0-6783</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50.217"/>
    </inkml:context>
    <inkml:brush xml:id="br0">
      <inkml:brushProperty name="width" value="0.05" units="cm"/>
      <inkml:brushProperty name="height" value="0.05" units="cm"/>
    </inkml:brush>
  </inkml:definitions>
  <inkml:trace contextRef="#ctx0" brushRef="#br0">19 0 24575,'0'3'0,"0"7"0,0 4 0,0 6 0,-3 5 0,-1 5 0,0 2 0,1 2 0,1 1 0,0 0 0,2-3 0,2-1 0,5-3 0,4-3 0,2-3 0,3-3 0,-2-4-8191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7:50.572"/>
    </inkml:context>
    <inkml:brush xml:id="br0">
      <inkml:brushProperty name="width" value="0.05" units="cm"/>
      <inkml:brushProperty name="height" value="0.05" units="cm"/>
    </inkml:brush>
  </inkml:definitions>
  <inkml:trace contextRef="#ctx0" brushRef="#br0">21 35 24575,'-3'0'0,"-4"-2"0,0-5 0,3-1 0,9 2 0,6 1 0,7 1 0,6 2 0,5 1 0,-2 1-8191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17.207"/>
    </inkml:context>
    <inkml:brush xml:id="br0">
      <inkml:brushProperty name="width" value="0.05" units="cm"/>
      <inkml:brushProperty name="height" value="0.05" units="cm"/>
    </inkml:brush>
  </inkml:definitions>
  <inkml:trace contextRef="#ctx0" brushRef="#br0">3445 187 24575,'-7'-12'0,"0"1"0,-1 1 0,0-1 0,0 1 0,-1 1 0,0 0 0,-1 0 0,0 1 0,0 0 0,-1 0 0,0 1 0,-1 1 0,1 0 0,-1 1 0,-16-6 0,-7 0 0,0 2 0,-1 1 0,-1 1 0,-43-1 0,4 4 0,-150 12 0,-76 34 0,112-4-267,1 7 0,-290 112 0,328-94 267,3 7 0,3 7 0,3 6 0,4 5 0,-218 186 0,123-54 0,185-168 0,3 1 0,-59 91 0,91-124 0,2 0 0,0 1 0,1 0 0,1 1 0,-8 28 0,15-44 0,0 1 0,1-1 0,0 1 0,0 0 0,1-1 0,0 1 0,0 0 0,1 0 0,-1-1 0,1 1 0,1 0 0,-1-1 0,1 0 0,0 1 0,1-1 0,0 0 0,0 0 0,0 0 0,0 0 0,1-1 0,0 1 0,8 8 0,1-3 43,0-1 0,1 0 0,0-1 0,0 0 0,1-1 0,0 0 0,0-2 0,25 8 0,139 29 370,-172-42-412,409 50-606,7-34-13,-418-17 618,690-3-1634,-489-10 1604,276-53 0,-384 44-53,143-50 0,-174 47-39,-1-4 1,120-71-1,-145 73 62,-1-1-1,-2-2 0,-1-2 0,-1-2 1,34-42-1,-46 47 40,-1-2 0,-1-1 1,-3-1-1,0-1 0,-2 0 1,-2-1-1,14-45 0,-21 52 58,-1-1-1,-1 1 1,-2-1-1,-1 0 1,-1 0-1,-1 0 1,-2-1-1,-8-50 1,5 57 23,-2 0 0,0 1 0,-1-1 0,-2 2-1,0-1 1,-1 1 0,-1 1 0,-1 0 0,-1 0 0,-1 1 0,-23-24 0,16 21-72,-2 1 0,-1 2 0,0 0 0,-1 1 0,-1 2 0,-35-17 0,18 14 65,1 2-1,-2 2 1,-70-15 0,3 12-62,-1 5-1,-172 1 1,154 12-5351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18.616"/>
    </inkml:context>
    <inkml:brush xml:id="br0">
      <inkml:brushProperty name="width" value="0.05" units="cm"/>
      <inkml:brushProperty name="height" value="0.05" units="cm"/>
    </inkml:brush>
  </inkml:definitions>
  <inkml:trace contextRef="#ctx0" brushRef="#br0">2344 581 24575,'-7'-1'0,"1"0"0,-1 0 0,1-1 0,-1 0 0,1 0 0,0-1 0,0 1 0,-6-5 0,-15-5 0,-323-118 0,235 94 0,-136-23 0,180 47 0,-2 3 0,0 3 0,-81 5 0,101 4 0,-1 2 0,1 3 0,0 2 0,1 3 0,-51 19 0,49-11 0,1 2 0,2 3 0,0 2 0,2 2 0,1 2 0,2 2 0,-62 59 0,71-56 0,1 1 0,2 2 0,2 1 0,2 1 0,2 2 0,2 0 0,1 2 0,-26 73 0,42-95 0,1 1 0,2 0 0,0 1 0,2 0 0,0 0 0,2 0 0,1 0 0,1 0 0,2 0 0,0 0 0,2 0 0,0-1 0,2 1 0,1-1 0,1 0 0,1-1 0,1 0 0,1 0 0,1-1 0,1 0 0,2-1 0,0-1 0,31 34 0,-20-29-23,0-1 0,2-2 0,0-1 0,61 36 0,-42-33-61,1-2-1,89 29 1,-12-19-100,248 34 0,301-14-438,-475-54 312,278-36-1,-340 16 315,183-52 0,-223 43-36,-1-4 1,143-72-1,-185 77-39,-1-2 0,-1-3 1,78-65-1,-107 78 44,-2-1 0,0 0-1,29-44 1,-39 49 21,0 0 0,-2-1-1,0 0 1,-1-1 0,-1 0 0,6-28 0,-9 30 19,-2 0 0,0 0 1,0 0-1,-2 0 1,0-1-1,-1 1 0,-1 0 1,-7-28-1,3 22 32,-2-1 0,-1 1 0,0 1 0,-2 0 0,-19-31 0,-1 10 28,-1 2 0,-2 1 0,-2 1 0,-1 2 0,-46-34 0,-4 4-200,-3 3 1,-3 5-1,-3 4 1,-147-63-1,60 46-213,-312-79 0,272 101-94,-378-35 0,434 72-3903</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35.486"/>
    </inkml:context>
    <inkml:brush xml:id="br0">
      <inkml:brushProperty name="width" value="0.05" units="cm"/>
      <inkml:brushProperty name="height" value="0.05" units="cm"/>
    </inkml:brush>
  </inkml:definitions>
  <inkml:trace contextRef="#ctx0" brushRef="#br0">45 1 24575,'-1'0'0,"0"1"0,0-1 0,1 1 0,-1 0 0,0-1 0,0 1 0,0 0 0,1 0 0,-1 0 0,0-1 0,1 1 0,-1 0 0,1 0 0,-1 0 0,1 0 0,-1 0 0,1 0 0,0 0 0,-1 1 0,1-1 0,0 0 0,0 0 0,0 0 0,0 0 0,0 0 0,0 2 0,-1 2 0,-14 116 0,1 137 0,12-210 0,18 1245-563,-4-598 1126,-21-578-563,4-69 0,1 68 0,5-113 0,-1-1 0,0 0 0,1 1 0,-1-1 0,1 0 0,-1 1 0,1-1 0,0 0 0,0 0 0,0 0 0,1 0 0,-1 0 0,0 0 0,1 0 0,-1 0 0,1 0 0,-1-1 0,1 1 0,0-1 0,0 1 0,0-1 0,0 0 0,0 1 0,0-1 0,0 0 0,0 0 0,1-1 0,-1 1 0,0 0 0,1-1 0,-1 1 0,5-1 0,8 1 0,-1 0 0,1-1 0,0-1 0,18-3 0,-10 1 0,86-4 0,164 10 0,108 32 0,159 6 0,-493-43 0,79-14 0,15 0 0,-124 16 0,0 0 0,0 1 0,0 1 0,31 9 0,64 26 0,4 1 0,-100-34 0,0 0 0,1-2 0,-1 0 0,0-1 0,26-2 0,166-12 0,248 17 0,-307 6 0,93 5 0,-183-14 0,0-3 0,63-10 0,-55-1 0,0-3 0,71-28 0,-137 44-57,0 0 0,-1 0 1,1 0-1,0-1 0,0 1 0,-1 0 0,1-1 0,0 1 0,-1 0 0,1-1 0,-1 1 1,1-1-1,0 1 0,-1-1 0,1 1 0,-1-1 0,1 1 0,-1-1 0,1 0 1,-1 1-1,0-1 0,1 0 0,-1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36.458"/>
    </inkml:context>
    <inkml:brush xml:id="br0">
      <inkml:brushProperty name="width" value="0.05" units="cm"/>
      <inkml:brushProperty name="height" value="0.05" units="cm"/>
    </inkml:brush>
  </inkml:definitions>
  <inkml:trace contextRef="#ctx0" brushRef="#br0">38 120 24575,'-5'-6'0,"1"0"0,-1 1 0,1-1 0,1-1 0,-5-8 0,7 13 0,0 0 0,0 0 0,0 0 0,0 0 0,0-1 0,0 1 0,1 0 0,-1-1 0,1 1 0,0 0 0,0-1 0,0 1 0,0 0 0,0-1 0,0 1 0,1 0 0,-1-1 0,1 1 0,1-3 0,0 2 0,0 1 0,0 0 0,1 0 0,-1 0 0,1 0 0,0 0 0,-1 1 0,1-1 0,0 1 0,0 0 0,0 0 0,0 0 0,0 0 0,0 0 0,0 1 0,6-1 0,8-1 0,33 3 0,-36-1 0,337 24 33,-152-7-243,706 28-1865,3-21 1168,-708-20 1147,542 22-630,-6 47 0,-718-70 404,6 0 230,0 1-1,-1 1 1,0 1 0,44 17-1,-65-22-194,1 0 0,-1 0 1,1 1-1,-1-1 0,0 1 0,0-1 0,0 1 0,0 0 0,0 0 0,0 0 0,0 0 0,-1 0 1,1 0-1,-1 1 0,1-1 0,-1 0 0,0 1 0,0-1 0,0 1 0,0 0 0,-1-1 1,1 1-1,-1-1 0,1 1 0,-1 3 0,0 4 138,-1 0-1,-1 0 1,0 0 0,0 0 0,-5 13-1,1-4-116,-23 95-70,6 1 0,5 1 0,-4 129 0,16 359 0,9-378 0,43 720 0,-43-914 0,3 45 0,-6-68 0,0 0 0,0 0 0,-1 0 0,-1 0 0,0 0 0,-3 9 0,4-15 0,-1 0 0,1-1 0,-1 1 0,0-1 0,0 1 0,0-1 0,0 1 0,0-1 0,0 0 0,-1 0 0,1 0 0,-1 0 0,0-1 0,1 1 0,-1-1 0,0 1 0,0-1 0,-6 1 0,-5 2 0,0 0 0,-26 1 0,31-4 0,-63 5 0,-138-6 0,-72-25 0,-69-30-1365,283 40-5461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38.369"/>
    </inkml:context>
    <inkml:brush xml:id="br0">
      <inkml:brushProperty name="width" value="0.05" units="cm"/>
      <inkml:brushProperty name="height" value="0.05" units="cm"/>
    </inkml:brush>
  </inkml:definitions>
  <inkml:trace contextRef="#ctx0" brushRef="#br0">86 82 24575,'-7'-10'0,"-5"-5"0,6 15 0,2 10 0,2 2 0,1 0 0,0 0 0,1-1 0,1 1 0,0 0 0,3 18 0,2 14 0,-3-6 0,-3 40 0,-1-65 0,0-1 0,-1 0 0,0 0 0,-1 1 0,0-2 0,-1 1 0,-7 16 0,10-26 0,0-1 0,0 1 0,1-1 0,-1 1 0,-1-1 0,1 1 0,0-1 0,0 0 0,0 1 0,-1-1 0,1 0 0,0 0 0,-1 0 0,1 0 0,-4 1 0,4-2 0,1 0 0,0 0 0,-1 1 0,1-1 0,-1 0 0,1 0 0,-1 0 0,1-1 0,0 1 0,-1 0 0,1 0 0,-1 0 0,1 0 0,-1 0 0,1 0 0,0-1 0,-1 1 0,1 0 0,0 0 0,-1-1 0,1 1 0,-1 0 0,1-1 0,-7-16 0,6 7 0,1 1 0,0 0 0,0-1 0,1 1 0,0 0 0,1-1 0,4-14 0,26-63 0,-25 70 0,-5 13 0,52-117 0,-47 106 0,2 1 0,-1 0 0,2 1 0,0-1 0,22-21 0,-30 33 0,0 1 0,0-1 0,0 0 0,0 1 0,0 0 0,0-1 0,0 1 0,0 0 0,0 0 0,1 0 0,-1 0 0,0 1 0,1-1 0,-1 1 0,1-1 0,-1 1 0,4 0 0,-5 0 0,1 1 0,-1-1 0,1 1 0,-1-1 0,1 1 0,-1 0 0,1 0 0,-1 0 0,0 0 0,1 0 0,-1 0 0,0 0 0,0 1 0,0-1 0,0 0 0,0 0 0,0 1 0,0-1 0,-1 1 0,1-1 0,0 1 0,-1-1 0,1 1 0,-1-1 0,1 1 0,-1 2 0,4 16 0,-1 0 0,-1 0 0,-1 0 0,0 0 0,-3 23 0,-2-8 0,-1-1 0,-11 38 0,-18 24 0,61-120 0,128-131 0,-123 126 0,2 2 0,0 1 0,41-22 0,-70 44 0,1 1 0,0 1 0,-1-1 0,1 1 0,0 0 0,7-2 0,-11 4 0,-1 0 0,0 0 0,0 0 0,0 0 0,0 0 0,0 0 0,0 0 0,1 0 0,-1 0 0,0 1 0,0-1 0,0 0 0,0 1 0,0-1 0,0 1 0,0-1 0,0 1 0,0 0 0,0-1 0,0 1 0,-1 0 0,1 0 0,0-1 0,0 1 0,-1 0 0,1 0 0,0 0 0,-1 0 0,1 0 0,-1 0 0,1 0 0,-1 0 0,0 0 0,1 0 0,-1 0 0,0 1 0,0-1 0,0 0 0,0 0 0,1 0 0,-2 1 0,2 20 0,-2-1 0,-1 1 0,0-1 0,-2 1 0,-7 25 0,-1 9 0,3-14 0,4-19 0,0 1 0,-1 39 0,5-62 0,1 1 0,0 0 0,0-1 0,0 1 0,1 0 0,-1 0 0,0-1 0,0 1 0,1 0 0,-1-1 0,1 1 0,0-1 0,-1 1 0,1 0 0,0-1 0,0 1 0,0-1 0,0 0 0,0 1 0,3 1 0,-3-3 0,0 1 0,0-1 0,1 0 0,-1 1 0,0-1 0,1 0 0,-1 0 0,0 0 0,1 0 0,-1 0 0,0 0 0,1-1 0,-1 1 0,0 0 0,1-1 0,-1 1 0,0-1 0,0 1 0,0-1 0,1 0 0,-1 1 0,0-1 0,0 0 0,0 0 0,0 0 0,0 0 0,1-1 0,16-15 0,-1-1 0,0 0 0,22-32 0,37-70 0,-36 55 0,-14 24 0,-26 41 0,0-1 0,1 1 0,-1 0 0,0 0 0,0 0 0,0-1 0,0 1 0,0 0 0,0 0 0,0 0 0,0-1 0,1 1 0,-1 0 0,0 0 0,0 0 0,0 0 0,0 0 0,1-1 0,-1 1 0,0 0 0,0 0 0,0 0 0,1 0 0,-1 0 0,0 0 0,0 0 0,0 0 0,1 0 0,-1 0 0,0 0 0,0 0 0,1 0 0,-1 0 0,0 0 0,0 0 0,0 0 0,1 0 0,-1 0 0,0 0 0,0 0 0,0 0 0,1 0 0,0 11 0,-5 18 0,-1-10 0,-18 91 0,21-94 0,0 0 0,2 0 0,-1 0 0,5 30 0,-4-42 23,1-1 0,0 1 0,0-1-1,0 1 1,0-1 0,1 0 0,-1 1-1,1-1 1,0 0 0,0 0 0,0 0-1,0 0 1,1 0 0,2 2 0,-3-3-92,0-1 1,0 0 0,-1 0 0,1 0-1,0 0 1,0 0 0,0 0-1,0 0 1,0-1 0,0 1 0,1-1-1,-1 0 1,0 1 0,0-1 0,0 0-1,0 0 1,1-1 0,-1 1 0,0 0-1,0-1 1,0 1 0,0-1-1,0 1 1,3-3 0,11-5-6758</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38.720"/>
    </inkml:context>
    <inkml:brush xml:id="br0">
      <inkml:brushProperty name="width" value="0.05" units="cm"/>
      <inkml:brushProperty name="height" value="0.05" units="cm"/>
    </inkml:brush>
  </inkml:definitions>
  <inkml:trace contextRef="#ctx0" brushRef="#br0">70 148 24575,'0'-8'0,"0"-10"0,0-6 0,0-3 0,0 0 0,-3 6 0,-3 5 0,-5 9 0,-2 8 0,0 8 0,0 7 0,2 1-8191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39.093"/>
    </inkml:context>
    <inkml:brush xml:id="br0">
      <inkml:brushProperty name="width" value="0.05" units="cm"/>
      <inkml:brushProperty name="height" value="0.05" units="cm"/>
    </inkml:brush>
  </inkml:definitions>
  <inkml:trace contextRef="#ctx0" brushRef="#br0">63 89 24575,'7'0'0,"0"0"0,0-1 0,0 0 0,0 0 0,0-1 0,0 0 0,9-3 0,-14 4 0,0 0 0,0 0 0,0 0 0,-1 0 0,1 0 0,0-1 0,0 1 0,-1 0 0,1-1 0,-1 1 0,1-1 0,-1 0 0,1 0 0,-1 1 0,0-1 0,0 0 0,0 0 0,0 0 0,0 0 0,-1 0 0,1 0 0,-1 0 0,1-1 0,-1 1 0,0 0 0,1 0 0,-1-4 0,-1 5 0,1-1 0,-1 1 0,1 0 0,-1 0 0,1-1 0,-1 1 0,1 0 0,-1 0 0,0 0 0,0 0 0,0 0 0,0 0 0,0 0 0,0 0 0,0 0 0,0 0 0,0 0 0,0 0 0,0 1 0,-1-1 0,1 1 0,0-1 0,0 1 0,-1-1 0,1 1 0,0-1 0,-1 1 0,1 0 0,0 0 0,-3 0 0,-3-1 0,1 1 0,0 0 0,0 1 0,-1-1 0,-8 3 0,10-2 0,1 0 0,0 0 0,0 0 0,0 1 0,0 0 0,0 0 0,0 0 0,1 0 0,-1 0 0,1 1 0,-1 0 0,1 0 0,0 0 0,0 0 0,0 0 0,1 0 0,-1 1 0,-3 5 0,4-4 0,0 1 0,1-1 0,-1 1 0,1-1 0,0 1 0,0-1 0,1 1 0,0 0 0,0-1 0,0 1 0,0-1 0,1 1 0,2 9 0,2 0 0,0-1 0,1-1 0,0 1 0,1-1 0,0 0 0,1 0 0,1-1 0,17 19 0,0 3 0,-24-32 0,-1-1 0,0 0 0,0 1 0,0-1 0,0 1 0,0-1 0,-1 1 0,1 0 0,0-1 0,-1 1 0,1 0 0,-1-1 0,1 1 0,-1 0 0,0 0 0,0-1 0,0 1 0,0 0 0,0 0 0,-1 3 0,0-4 0,1 0 0,-1 0 0,0 0 0,0 0 0,0 0 0,0 0 0,0 0 0,-1 0 0,1-1 0,0 1 0,0 0 0,-1-1 0,1 1 0,0-1 0,0 1 0,-1-1 0,1 1 0,-1-1 0,1 0 0,0 0 0,-1 0 0,1 0 0,-1 0 0,1 0 0,0 0 0,-3-1 0,3 1 15,-1 0 0,1 0 0,0 0 0,0 0-1,-1 0 1,1-1 0,0 1 0,0 0 0,-1-1 0,1 1-1,0-1 1,0 1 0,0-1 0,0 0 0,-1 0 0,1 1 0,0-1-1,1 0 1,-1 0 0,0 0 0,0 0 0,-1-1 0,2 1-76,0 0 0,-1 0 0,1 0 0,0 0 0,0 0 0,0 0 0,0 0 0,0 0 0,0 0 0,0 0 0,0-1 0,1 1 0,-1 0 0,0 1 0,0-1 0,1 0 0,-1 0 0,1 0 1,-1 0-1,1 0 0,-1 0 0,1 0 0,0 1 0,-1-1 0,1 0 0,0 0 0,1 0 0,11-11-6765</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39.437"/>
    </inkml:context>
    <inkml:brush xml:id="br0">
      <inkml:brushProperty name="width" value="0.05" units="cm"/>
      <inkml:brushProperty name="height" value="0.05" units="cm"/>
    </inkml:brush>
  </inkml:definitions>
  <inkml:trace contextRef="#ctx0" brushRef="#br0">72 103 24575,'34'-28'0,"-29"24"0,1 0 0,-1 0 0,0 0 0,0-1 0,0 0 0,-1 0 0,0 0 0,7-10 0,-11 14 0,0 1 0,1-1 0,-1 1 0,0-1 0,1 1 0,-1-1 0,0 1 0,0-1 0,0 1 0,0-1 0,1 1 0,-1-1 0,0 0 0,0 1 0,0-1 0,0 1 0,0-1 0,0 1 0,0-1 0,0 0 0,-1 1 0,1-1 0,0 1 0,0-1 0,0 1 0,-1-1 0,1 1 0,0-1 0,0 1 0,-1-1 0,1 1 0,0 0 0,-1-1 0,1 1 0,-1-1 0,1 1 0,-1 0 0,1-1 0,0 1 0,-1 0 0,1-1 0,-1 1 0,1 0 0,-1 0 0,0 0 0,1 0 0,-1-1 0,1 1 0,-1 0 0,1 0 0,-1 0 0,1 0 0,-1 0 0,0 0 0,1 0 0,-1 0 0,1 1 0,-1-1 0,0 0 0,-5 1 0,1-1 0,-1 1 0,1 1 0,-9 2 0,8-2 0,0 0 0,0 0 0,0 1 0,0 0 0,1 1 0,0-1 0,-1 1 0,1 0 0,0 0 0,1 0 0,-1 1 0,1 0 0,0 0 0,0 0 0,0 0 0,1 0 0,0 1 0,0 0 0,0 0 0,1-1 0,0 2 0,0-1 0,0 0 0,1 0 0,0 0 0,0 1 0,1-1 0,0 1 0,0-1 0,0 0 0,1 1 0,0-1 0,0 0 0,2 8 0,36 83 0,-39-96-38,1 1 0,-1-1 0,0 1 1,0-1-1,0 1 0,0-1 0,0 1 0,0-1 0,0 1 0,0-1 0,0 1 0,-1-1 0,1 1 0,-1-1 0,1 1 0,-1-1 1,0 1-1,1-1 0,-1 0 0,0 0 0,0 1 0,0-1 0,0 0 0,0 0 0,0 0 0,0 0 0,-1 0 0,1 0 0,0 0 1,0 0-1,-1 0 0,1-1 0,-1 1 0,1-1 0,-3 2 0,-12 2-6788</inkml:trace>
  <inkml:trace contextRef="#ctx0" brushRef="#br0" timeOffset="1">260 1 24575,'2'0'0,"5"0"0,0 2 0,0 5 0,-2 6 0,-1 7 0,-5 6 0,-2 5 0,-1 1 0,1 3 0,1 0 0,0 1 0,1-4 0,0-3 0,1-5 0,0-3 0,0-5-8191</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39.786"/>
    </inkml:context>
    <inkml:brush xml:id="br0">
      <inkml:brushProperty name="width" value="0.05" units="cm"/>
      <inkml:brushProperty name="height" value="0.05" units="cm"/>
    </inkml:brush>
  </inkml:definitions>
  <inkml:trace contextRef="#ctx0" brushRef="#br0">95 45 24575,'-3'-6'0,"-4"-2"0,-4-2 0,-2 0 0,-2 2 0,1 6 0,0 5 0,3 5 0,6 8 0,3 3 0,6 2 0,2-3-8191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0.231"/>
    </inkml:context>
    <inkml:brush xml:id="br0">
      <inkml:brushProperty name="width" value="0.05" units="cm"/>
      <inkml:brushProperty name="height" value="0.05" units="cm"/>
    </inkml:brush>
  </inkml:definitions>
  <inkml:trace contextRef="#ctx0" brushRef="#br0">14 38 24575,'1'0'0,"0"0"0,0 0 0,0 0 0,0 0 0,0 0 0,0 0 0,0 1 0,0-1 0,0 0 0,0 1 0,0-1 0,0 0 0,0 1 0,0-1 0,0 1 0,0 0 0,0-1 0,-1 1 0,1 0 0,0-1 0,0 1 0,-1 0 0,2 1 0,-2-1 0,1 1 0,0 0 0,-1-1 0,1 1 0,-1 0 0,0 0 0,0-1 0,1 1 0,-1 0 0,0 0 0,0-1 0,-1 4 0,-1 6 0,-1-1 0,0 0 0,-8 17 0,8-19 0,-1 0 0,1 0 0,1 0 0,-1 1 0,1-1 0,1 1 0,0-1 0,0 1 0,0-1 0,2 14 0,-1-18 0,1-1 0,0 0 0,0 1 0,0-1 0,0 1 0,0-1 0,1 0 0,0 0 0,-1 0 0,1 0 0,0 0 0,0 0 0,1 0 0,-1-1 0,1 1 0,-1-1 0,1 0 0,0 0 0,0 0 0,0 0 0,0 0 0,0 0 0,0-1 0,0 1 0,1-1 0,3 1 0,-1-1 0,0 0 0,0 0 0,0 0 0,0-1 0,0 1 0,0-2 0,0 1 0,0-1 0,0 0 0,0 0 0,0 0 0,0-1 0,0 0 0,-1 0 0,10-5 0,-10 5 0,-1-1 0,1 0 0,0 0 0,-1-1 0,0 1 0,0-1 0,0 0 0,0 0 0,0 0 0,-1 0 0,0-1 0,0 1 0,0-1 0,0 0 0,-1 0 0,0 0 0,2-8 0,-2 2 0,0 0 0,-1 0 0,-1 0 0,0 0 0,0 0 0,-1 0 0,-1 0 0,0 0 0,-6-20 0,6 25 0,-1 0 0,1 0 0,-1 0 0,0 0 0,-1 1 0,1 0 0,-1-1 0,-6-5 0,8 9 0,-1-1 0,0 1 0,0-1 0,0 1 0,0 0 0,-1 0 0,1 1 0,0-1 0,-1 1 0,0-1 0,1 1 0,-1 0 0,0 0 0,-6 0 0,8 1 0,0 0 0,0 0 0,0 0 0,0 0 0,0 0 0,0 0 0,0 1 0,0-1 0,0 1 0,0-1 0,0 1 0,0 0 0,1 0 0,-1 0 0,0 0 0,1 0 0,-1 0 0,0 0 0,1 1 0,-1-1 0,1 0 0,-3 4 0,3-2 0,-1 0 0,1 0 0,-1 0 0,1 0 0,0 0 0,0 0 0,1 1 0,-1-1 0,1 0 0,-1 1 0,1-1 0,0 7 0,1-5 0,-1 0 0,1 1 0,1-1 0,-1 0 0,0 0 0,1 0 0,0 0 0,4 6 0,-5-8 0,1-1 0,-1 1 0,1-1 0,0 0 0,0 0 0,0 1 0,0-1 0,0-1 0,0 1 0,0 0 0,1 0 0,-1-1 0,1 1 0,-1-1 0,4 1 0,-2-1 0,0 0 0,0-1 0,0 1 0,0-1 0,0 0 0,0 0 0,0 0 0,0-1 0,0 0 0,7-1 0,40-18 0,-20 8 0,-17 6 0,1 1 0,0 1 0,0 1 0,0 0 0,18-1 0,-28 4 0,1 0 0,-1 1 0,0-1 0,0 1 0,0 0 0,1 1 0,-1-1 0,0 1 0,-1 0 0,1 0 0,0 0 0,0 1 0,-1 0 0,0 0 0,1 0 0,-1 0 0,0 1 0,5 6 0,-2-1 0,0 0 0,-1 0 0,0 1 0,8 19 0,3 5 0,-17-34 0,0 0 0,0 0 0,0 1 0,1-1 0,-1 0 0,0 0 0,0 0 0,1 0 0,-1 1 0,0-1 0,0 0 0,1 0 0,-1 0 0,0 0 0,0 0 0,1 0 0,-1 0 0,0 0 0,0 1 0,1-1 0,-1 0 0,0 0 0,1 0 0,-1-1 0,0 1 0,1 0 0,-1 0 0,0 0 0,0 0 0,1 0 0,-1 0 0,0 0 0,0 0 0,1 0 0,-1-1 0,0 1 0,0 0 0,1 0 0,-1 0 0,0-1 0,0 1 0,0 0 0,1 0 0,-1 0 0,0-1 0,0 1 0,0 0 0,0 0 0,1-1 0,10-17 0,-8 15 0,8-16 0,2 2 0,17-19 0,-26 30 0,1 1 0,0 1 0,0-1 0,1 1 0,0-1 0,0 2 0,0-1 0,0 1 0,0-1 0,12-3 0,-16 7 0,0 0 0,0-1 0,0 1 0,0 0 0,0 0 0,0 0 0,0 0 0,0 1 0,0-1 0,0 0 0,0 1 0,-1 0 0,1-1 0,0 1 0,0 0 0,-1 0 0,1 0 0,0 0 0,-1 0 0,1 0 0,-1 0 0,1 1 0,-1-1 0,1 1 0,-1-1 0,0 1 0,0-1 0,0 1 0,0 0 0,1 3 0,3 6 0,0 0 0,-1 0 0,5 24 0,-6-22 0,14 77-1365,-11-48-5461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1.195"/>
    </inkml:context>
    <inkml:brush xml:id="br0">
      <inkml:brushProperty name="width" value="0.05" units="cm"/>
      <inkml:brushProperty name="height" value="0.05" units="cm"/>
    </inkml:brush>
  </inkml:definitions>
  <inkml:trace contextRef="#ctx0" brushRef="#br0">270 141 24575,'14'-51'0,"-14"47"0,0 1 0,0-1 0,0 1 0,0-1 0,-1 1 0,0-1 0,0 1 0,0-1 0,0 1 0,0 0 0,-1 0 0,1 0 0,-1-1 0,0 1 0,0 1 0,0-1 0,0 0 0,-4-3 0,2 3 0,1 1 0,-1-1 0,0 1 0,0 0 0,0 0 0,0 0 0,-1 0 0,1 1 0,-1 0 0,1 0 0,-1 0 0,-7-1 0,3 2 0,0 0 0,0 0 0,0 1 0,0 0 0,0 1 0,0 0 0,0 0 0,0 1 0,0 0 0,1 0 0,-1 1 0,1 0 0,-13 9 0,16-9 0,0 1 0,0 0 0,0 0 0,0 0 0,1 0 0,-1 1 0,2 0 0,-1 0 0,1 0 0,-1 0 0,2 1 0,-1-1 0,-3 12 0,6-14 0,-1 1 0,1-1 0,-1 0 0,1 0 0,0 0 0,0 0 0,1 0 0,-1 0 0,1 0 0,0 0 0,0 0 0,1 0 0,-1 0 0,1 0 0,-1 0 0,1-1 0,1 1 0,-1-1 0,0 1 0,1-1 0,-1 0 0,1 0 0,0 0 0,4 3 0,1 0 34,1 0 1,-1-1-1,1 0 0,0-1 0,1 1 0,-1-2 0,1 1 0,0-1 0,11 2 1,-3-2-377,1-1 1,-1-1 0,1 0-1,20-3 1,-2-1-6485</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1.667"/>
    </inkml:context>
    <inkml:brush xml:id="br0">
      <inkml:brushProperty name="width" value="0.05" units="cm"/>
      <inkml:brushProperty name="height" value="0.05" units="cm"/>
    </inkml:brush>
  </inkml:definitions>
  <inkml:trace contextRef="#ctx0" brushRef="#br0">1 183 24575,'1'0'0,"1"1"0,-1-1 0,1 1 0,-1-1 0,1 1 0,-1 0 0,1 0 0,-1 0 0,1 0 0,-1 0 0,0 0 0,0 0 0,0 0 0,1 0 0,-1 1 0,0-1 0,0 0 0,-1 1 0,1-1 0,0 1 0,1 2 0,13 36 0,-14-38 0,27 109 0,-1-4 0,-27-151 0,-4 17 0,-8-42 0,4-1 0,-1-115 0,10 180 0,-1-1 0,1 1 0,-1 0 0,1 0 0,1 0 0,-1 0 0,1 0 0,3-6 0,-4 9 0,-1 1 0,1 0 0,0-1 0,0 1 0,0 0 0,1 0 0,-1 0 0,0-1 0,0 1 0,1 0 0,-1 1 0,0-1 0,1 0 0,-1 0 0,1 1 0,-1-1 0,1 1 0,-1-1 0,1 1 0,-1-1 0,1 1 0,0 0 0,-1 0 0,1 0 0,0 0 0,-1 0 0,1 0 0,-1 0 0,1 1 0,1 0 0,7 2 0,-1 0 0,0 1 0,0 0 0,0 0 0,0 1 0,-1 0 0,0 1 0,0 0 0,10 10 0,-5-3 0,0 0 0,-1 1 0,0 0 0,10 19 0,-18-26 0,0-1 0,-1 0 0,1 1 0,-2 0 0,1 0 0,-1-1 0,0 2 0,1 6 0,-3-12 0,0 0 0,0 0 0,0 0 0,0 0 0,0 0 0,0 0 0,-1 0 0,1 0 0,-1-1 0,1 1 0,-1 0 0,0 0 0,0 0 0,1-1 0,-1 1 0,-1 0 0,1-1 0,0 1 0,0-1 0,-1 0 0,1 1 0,0-1 0,-1 0 0,1 0 0,-1 1 0,0-1 0,1 0 0,-1-1 0,0 1 0,0 0 0,1-1 0,-1 1 0,0 0 0,-3-1 0,-10 3-455,1-1 0,-24 1 0,3-3-6371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2.117"/>
    </inkml:context>
    <inkml:brush xml:id="br0">
      <inkml:brushProperty name="width" value="0.05" units="cm"/>
      <inkml:brushProperty name="height" value="0.05" units="cm"/>
    </inkml:brush>
  </inkml:definitions>
  <inkml:trace contextRef="#ctx0" brushRef="#br0">1218 136 24575,'-5'-3'0,"0"-1"0,1 1 0,-1 0 0,0 1 0,0-1 0,-1 1 0,1 0 0,0 1 0,-1-1 0,-6 0 0,-2-2 0,-30-6 0,0 2 0,0 2 0,-1 1 0,0 3 0,0 1 0,0 3 0,0 2 0,1 1 0,-49 13 0,50-8 0,0 3 0,1 1 0,1 2 0,1 2 0,0 2 0,1 1 0,1 2 0,2 1 0,-44 39 0,58-44 0,1 1 0,1 2 0,1 0 0,1 0 0,1 2 0,1 0 0,1 1 0,-18 41 0,28-55 0,1 0 0,1 0 0,-1 1 0,2 0 0,0-1 0,0 1 0,1 0 0,0 0 0,1 0 0,1 0 0,0 0 0,0 0 0,1 0 0,1 0 0,0-1 0,0 1 0,1-1 0,1 0 0,0 0 0,0-1 0,1 1 0,1-1 0,8 11 0,0-4 0,2 0 0,0 0 0,1-2 0,0 0 0,1-1 0,1-1 0,41 21 0,-13-13 0,1-1 0,77 20 0,-72-27 0,0-2 0,1-2 0,0-3 0,0-2 0,0-2 0,1-3 0,69-10 0,-88 4 0,-1 0 0,0-3 0,0-1 0,64-28 0,-76 26 0,0 0 0,0-2 0,-1 0 0,-1-2 0,-1 0 0,0-1 0,21-26 0,-27 27 0,-2 0 0,-1-1 0,0 0 0,-1-1 0,-1 0 0,0-1 0,-2 0 0,0 0 0,-2-1 0,0 0 0,4-27 0,-8 30 0,-1-1 0,0 1 0,-1-1 0,-1 0 0,-1 1 0,0-1 0,-2 1 0,0 0 0,-1 0 0,-1 0 0,0 1 0,-2 0 0,-13-25 0,7 20 38,-1 1 0,-2 0 0,0 1 0,0 1 0,-2 0 0,-1 2 0,0 0 0,-38-24 0,17 16-465,-1 3 0,-1 1 1,-83-28-1,24 18-6399</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3.167"/>
    </inkml:context>
    <inkml:brush xml:id="br0">
      <inkml:brushProperty name="width" value="0.05" units="cm"/>
      <inkml:brushProperty name="height" value="0.05" units="cm"/>
    </inkml:brush>
  </inkml:definitions>
  <inkml:trace contextRef="#ctx0" brushRef="#br0">1 89 24575,'0'-3'0,"3"-4"0,3-1 0,7-2 0,7-1 0,6 0 0,8-1 0,5 2 0,6 3 0,7 2 0,3 2 0,3 2 0,2 0 0,-5 1 0,-5 1 0,-6 2 0,-10 5 0,-11 0-8191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3.731"/>
    </inkml:context>
    <inkml:brush xml:id="br0">
      <inkml:brushProperty name="width" value="0.05" units="cm"/>
      <inkml:brushProperty name="height" value="0.05" units="cm"/>
    </inkml:brush>
  </inkml:definitions>
  <inkml:trace contextRef="#ctx0" brushRef="#br0">0 40 24575,'6'-1'0,"-1"0"0,1 0 0,-1 0 0,1-1 0,-1 1 0,0-2 0,5-1 0,24-8 0,-2 6 0,1 2 0,-1 1 0,50 2 0,97 19 0,-134-11-682,85 24-1,-111-24-6143</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4.158"/>
    </inkml:context>
    <inkml:brush xml:id="br0">
      <inkml:brushProperty name="width" value="0.05" units="cm"/>
      <inkml:brushProperty name="height" value="0.05" units="cm"/>
    </inkml:brush>
  </inkml:definitions>
  <inkml:trace contextRef="#ctx0" brushRef="#br0">0 1 24575,'15'0'0,"132"-1"0,165 22 0,-253-15 300,30 6-1965,-70-8-5161</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4.482"/>
    </inkml:context>
    <inkml:brush xml:id="br0">
      <inkml:brushProperty name="width" value="0.05" units="cm"/>
      <inkml:brushProperty name="height" value="0.05" units="cm"/>
    </inkml:brush>
  </inkml:definitions>
  <inkml:trace contextRef="#ctx0" brushRef="#br0">0 1 24575,'3'0'0,"7"3"0,7 0 0,7 1 0,5-1 0,6-1 0,6-1 0,8 0 0,4 2 0,1 1 0,1 0 0,-9-2-8191</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5.006"/>
    </inkml:context>
    <inkml:brush xml:id="br0">
      <inkml:brushProperty name="width" value="0.05" units="cm"/>
      <inkml:brushProperty name="height" value="0.05" units="cm"/>
    </inkml:brush>
  </inkml:definitions>
  <inkml:trace contextRef="#ctx0" brushRef="#br0">1 19 24575,'0'-3'0,"3"-1"0,4 0 0,3 1 0,6 1 0,4 1 0,0 0 0,4 1 0,-1 3 0,3 1 0,-3 0-8191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5.343"/>
    </inkml:context>
    <inkml:brush xml:id="br0">
      <inkml:brushProperty name="width" value="0.05" units="cm"/>
      <inkml:brushProperty name="height" value="0.05" units="cm"/>
    </inkml:brush>
  </inkml:definitions>
  <inkml:trace contextRef="#ctx0" brushRef="#br0">0 0 24575,'3'0'0,"4"0"0,3 0 0,6 0 0,4 0 0,3 0 0,-1 0-8191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5.698"/>
    </inkml:context>
    <inkml:brush xml:id="br0">
      <inkml:brushProperty name="width" value="0.05" units="cm"/>
      <inkml:brushProperty name="height" value="0.05" units="cm"/>
    </inkml:brush>
  </inkml:definitions>
  <inkml:trace contextRef="#ctx0" brushRef="#br0">0 1 24575,'3'0'0,"4"0"0,3 0 0,4 0 0,1 0 0,2 0 0,1 0 0,-1 0 0,1 3 0,0 1 0,-4-1-8191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6.037"/>
    </inkml:context>
    <inkml:brush xml:id="br0">
      <inkml:brushProperty name="width" value="0.05" units="cm"/>
      <inkml:brushProperty name="height" value="0.05" units="cm"/>
    </inkml:brush>
  </inkml:definitions>
  <inkml:trace contextRef="#ctx0" brushRef="#br0">1 1 24575,'3'0'0,"4"0"0,3 0 0,3 0 0,3 3 0,1 1 0,-3-1-8191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6.377"/>
    </inkml:context>
    <inkml:brush xml:id="br0">
      <inkml:brushProperty name="width" value="0.05" units="cm"/>
      <inkml:brushProperty name="height" value="0.05" units="cm"/>
    </inkml:brush>
  </inkml:definitions>
  <inkml:trace contextRef="#ctx0" brushRef="#br0">0 1 24575,'3'0'0,"3"0"0,5 0 0,2 0 0,3 3 0,1 1 0,0-1 0,1 1 0,-3-2-8191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4:48:46.729"/>
    </inkml:context>
    <inkml:brush xml:id="br0">
      <inkml:brushProperty name="width" value="0.05" units="cm"/>
      <inkml:brushProperty name="height" value="0.05" units="cm"/>
    </inkml:brush>
  </inkml:definitions>
  <inkml:trace contextRef="#ctx0" brushRef="#br0">0 1 24575,'3'0'0,"4"2"0,7 2 0,6 0 0,6-1 0,-2-1-8191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6:18:51.238"/>
    </inkml:context>
    <inkml:brush xml:id="br0">
      <inkml:brushProperty name="width" value="0.05" units="cm"/>
      <inkml:brushProperty name="height" value="0.05" units="cm"/>
    </inkml:brush>
  </inkml:definitions>
  <inkml:trace contextRef="#ctx0" brushRef="#br0">2784 19 24575,'-57'-7'0,"12"1"0,-360 0 0,250 8 0,-415-2 0,519 1 0,1 2 0,-1 2 0,1 2 0,0 2 0,1 3 0,1 2 0,-61 25 0,-315 176 0,391-196 0,-165 97 0,158-88 0,0 1 0,-60 58 0,75-59 0,1 1 0,1 1 0,2 1 0,0 1 0,3 0 0,0 2 0,3 0 0,0 1 0,-15 62 0,15-35 0,2 1 0,4 0 0,2 1 0,3 123 0,7-137 0,3 0 0,2 0 0,2 0 0,2-1 0,35 90 0,-19-76 0,2 0 0,3-2 0,70 97 0,-69-115 0,2-2 0,2-1 0,2-2 0,1-2 0,2-2 0,1-2 0,77 43 0,-13-18 0,2-6 0,155 50 0,-187-77 0,1-3 0,154 20 0,-124-31 0,185-7 0,-212-10 0,127-26 0,78-35 0,-266 62 0,278-81 0,-214 56 0,117-60 0,-169 73 0,0-1 0,-2-1 0,-1-2 0,0-2 0,28-28 0,-39 32 0,-2 0 0,0 0 0,-1-2 0,-1 0 0,-1-1 0,-1 0 0,18-49 0,-14 21 0,-3-1 0,11-68 0,3-110 0,-22 174 0,50-460 0,-53 480 0,-1 1 0,-5-62 0,0 74 0,0 0 0,-2 0 0,-1 1 0,-1-1 0,-11-24 0,-7-8 0,-2 1 0,-3 2 0,-41-57 0,50 81 0,0 1 0,-2 1 0,-1 2 0,-2 0 0,0 1 0,-58-37 0,28 30-455,-2 3 0,-91-30 0,103 41-6371</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6:18:52.089"/>
    </inkml:context>
    <inkml:brush xml:id="br0">
      <inkml:brushProperty name="width" value="0.05" units="cm"/>
      <inkml:brushProperty name="height" value="0.05" units="cm"/>
    </inkml:brush>
  </inkml:definitions>
  <inkml:trace contextRef="#ctx0" brushRef="#br0">1 0 24575,'0'1'0,"0"-1"0,0 0 0,0 1 0,0-1 0,0 0 0,0 1 0,0-1 0,0 0 0,0 1 0,0-1 0,0 1 0,0-1 0,0 0 0,0 1 0,0-1 0,0 0 0,0 1 0,0-1 0,0 0 0,1 0 0,-1 1 0,0-1 0,0 0 0,0 1 0,1-1 0,-1 0 0,0 0 0,0 1 0,1-1 0,-1 0 0,0 0 0,0 0 0,1 1 0,-1-1 0,0 0 0,1 0 0,-1 0 0,0 0 0,1 0 0,-1 0 0,0 0 0,1 0 0,-1 1 0,0-1 0,1 0 0,-1 0 0,1-1 0,21 7 0,26 1 0,-1-2 0,59-2 0,-55-3 0,1427 5-1184,-841-8 855,643 3 1842,-1193 4-1513,28-1 0,-113-3-47,-1 1 0,0-1 0,0 0 0,0 0 0,0 0 0,0-1 0,0 1 0,0 0 0,0 0-1,0 0 1,0-1 0,0 1 0,0-1 0,0 1 0,0-1 0,0 1 0,0-1 0,0 1 0,0-1 0,0 0 0,0 0 0,-1 1-1,1-1 1,0 0 0,0 0 0,-1 0 0,1 0 0,0-1 0,0-11-6779</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6:18:52.600"/>
    </inkml:context>
    <inkml:brush xml:id="br0">
      <inkml:brushProperty name="width" value="0.05" units="cm"/>
      <inkml:brushProperty name="height" value="0.05" units="cm"/>
    </inkml:brush>
  </inkml:definitions>
  <inkml:trace contextRef="#ctx0" brushRef="#br0">0 0 24575,'1'2'0,"0"0"0,0-1 0,0 1 0,0-1 0,0 1 0,0-1 0,0 1 0,0-1 0,1 0 0,-1 1 0,0-1 0,1 0 0,-1 0 0,1 0 0,2 1 0,1 2 0,29 17 0,1-1 0,1-1 0,57 19 0,-56-22 0,44 12 0,12 5 0,-90-32 0,0 1 0,0-1 0,0 1 0,-1-1 0,1 1 0,-1 0 0,1 0 0,-1 0 0,0 1 0,0-1 0,0 0 0,0 1 0,0-1 0,0 1 0,-1 0 0,1-1 0,-1 1 0,0 0 0,0 0 0,0 0 0,0 0 0,-1 0 0,1 0 0,-1 0 0,1 1 0,-1-1 0,0 0 0,0 0 0,-1 0 0,1 0 0,-2 5 0,0 1 0,-1-1 0,0 1 0,0-1 0,-1 0 0,0 0 0,0 0 0,-1 0 0,0-1 0,-12 14 0,-25 21 0,-1-3 0,-2-1 0,-1-2 0,-66 38 0,84-60 0,20-14 0,10-5 0,17-12 0,37-15-1365,15-4-5461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6:18:54.286"/>
    </inkml:context>
    <inkml:brush xml:id="br0">
      <inkml:brushProperty name="width" value="0.05" units="cm"/>
      <inkml:brushProperty name="height" value="0.05" units="cm"/>
    </inkml:brush>
  </inkml:definitions>
  <inkml:trace contextRef="#ctx0" brushRef="#br0">5222 281 24575,'0'-2'0,"0"1"0,0-1 0,0 1 0,-1-1 0,1 1 0,0-1 0,-1 1 0,1-1 0,-1 1 0,1 0 0,-1-1 0,0 1 0,0 0 0,1-1 0,-1 1 0,0 0 0,0 0 0,0 0 0,0 0 0,0 0 0,-1 0 0,1 0 0,0 0 0,-2-1 0,-3-1 0,-1 1 0,1 0 0,0 0 0,-12-2 0,-3-1 0,-229-60-351,-2 10 0,-344-29 0,3 59 351,0 27 0,347 0 0,238-2 0,-644 21-34,529-9 18,2 4 0,0 6 1,-155 49-1,4 31-21,217-76 101,1 2 0,-89 62 0,65-32 185,3 5 0,3 2-1,-88 104 1,103-97-249,4 2 0,4 3 0,-52 106 0,77-137 0,3 2 0,2 0 0,2 1 0,2 1 0,2 0 0,3 1 0,1 0 0,-2 87 0,11-117 0,5 151 0,-3-158 0,1 0 0,1 0 0,-1-1 0,2 1 0,0-1 0,1 0 0,0 0 0,1-1 0,0 0 0,1 0 0,1-1 0,-1 0 0,19 18 0,0-5 0,0 0 0,1-2 0,1-1 0,41 22 0,-11-12-45,2-2 1,1-3-1,0-3 0,85 19 0,268 36-393,-357-69 380,780 79-895,4-66 215,-671-22 594,692-10-276,-751 5 420,-1-5 0,144-30 0,-95-2 0,242-97 0,138-104 0,-250 85-11,-236 123 46,-2-2-1,-2-3 1,52-51 0,-88 76 148,0-1 0,-1 0-1,0-1 1,-1 0 0,-1-1 0,-1 0-1,-1-1 1,0 0 0,-2 0-1,0-1 1,-1 0 0,-1 0-1,-1-1 1,3-37 0,11-120-87,5-156-62,-24 296-38,-1 0 1,-2 0 0,-2 1-1,-1-1 1,-2 2 0,-25-66-1,20 69 4,-2 0 0,-1 1 0,-1 0 0,-2 2 0,-1 0 0,-2 1 0,0 1 0,-2 2 0,-1 0 0,-1 2 0,-2 1 0,0 1 0,-1 1 0,-48-24 0,36 23 0,25 12 0,0 2 0,-1 0 0,1 1 0,-1 0 0,-27-5 0,-114-9-1365,138 21-5461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6:18:56.324"/>
    </inkml:context>
    <inkml:brush xml:id="br0">
      <inkml:brushProperty name="width" value="0.05" units="cm"/>
      <inkml:brushProperty name="height" value="0.05" units="cm"/>
    </inkml:brush>
  </inkml:definitions>
  <inkml:trace contextRef="#ctx0" brushRef="#br0">2633 51 24575,'-39'-11'0,"0"1"0,0 2 0,-46-3 0,-121 1 0,178 10 0,-717-1 0,671 6 0,1 2 0,0 4 0,0 2 0,1 4 0,1 3 0,-81 35 0,78-24 0,2 3 0,1 3 0,2 4 0,-96 73 0,138-90 0,1 1 0,1 1 0,1 1 0,2 1 0,0 2 0,-23 42 0,6 2 0,-49 126 0,23-1 0,56-160 0,1 0 0,3 0 0,-2 53 0,6-50 0,3 0 0,1 1 0,10 46 0,-7-64 0,0-1 0,2-1 0,0 1 0,2-2 0,0 1 0,24 36 0,-13-30-19,0-1-1,2 0 1,2-2-1,0 0 0,1-2 1,51 36-1,-36-33-40,1-2 0,1-2 0,1-2-1,64 21 1,-34-19-40,2-3-1,82 11 1,152-2-37,367-29 137,-593-2 0,58-3-53,217-34 0,-287 25 32,0-3 0,-2-3-1,0-3 1,120-59 0,-98 34 239,-4-4-1,-1-4 1,-3-4 0,117-108-1,-169 138-217,-2-2 0,-1-1 0,-1-2 0,-2 0 0,-2-2 0,-1-1 0,-2 0 0,-2-2 0,-1 0 0,-2-1 0,-2-1 0,16-82 0,-21 68 0,-3 0 0,-2 0 0,-5-83 0,-1 105 0,-3 0 0,0 0 0,-2 1 0,-2 0 0,-1 0 0,-1 1 0,-16-31 0,18 46 0,-1 1 0,-1 0 0,0 1 0,-1 0 0,-1 1 0,0 0 0,0 1 0,-2 0 0,0 1 0,-20-12 0,-17-7 0,-106-44 0,12 6 0,124 57 150,8 4-655,-1 0 0,-27-10 0,22 13-6321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6:18:56.817"/>
    </inkml:context>
    <inkml:brush xml:id="br0">
      <inkml:brushProperty name="width" value="0.05" units="cm"/>
      <inkml:brushProperty name="height" value="0.05" units="cm"/>
    </inkml:brush>
  </inkml:definitions>
  <inkml:trace contextRef="#ctx0" brushRef="#br0">0 1 24575,'72'6'0,"-4"1"0,485-1-703,-355-7 339,3023 0 1431,-3143-2-2432,-53-1-5461</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6:18:57.297"/>
    </inkml:context>
    <inkml:brush xml:id="br0">
      <inkml:brushProperty name="width" value="0.05" units="cm"/>
      <inkml:brushProperty name="height" value="0.05" units="cm"/>
    </inkml:brush>
  </inkml:definitions>
  <inkml:trace contextRef="#ctx0" brushRef="#br0">0 1 24575,'29'20'0,"128"39"0,-110-44 0,-1 2 0,73 38 0,-113-51 0,-1 0 0,0 0 0,0 0 0,0 0 0,0 1 0,-1 0 0,1 0 0,-1 0 0,-1 1 0,1 0 0,-1-1 0,0 1 0,0 0 0,-1 0 0,1 1 0,-1-1 0,-1 0 0,1 1 0,0 9 0,-1 0 0,0-1 0,-1 1 0,-1 0 0,0-1 0,-1 1 0,-1-1 0,-6 19 0,7-25 0,-1 0 0,0-1 0,0 1 0,-1-1 0,0 0 0,-1 0 0,0 0 0,0-1 0,-1 0 0,0 0 0,0 0 0,-9 8 0,14-15 10,1 1 0,0-1 0,-1 0-1,1 1 1,-1-1 0,1 0 0,0 0-1,-1 1 1,1-1 0,-1 0 0,1 0-1,-1 0 1,1 0 0,0 1 0,-1-1-1,1 0 1,-1 0 0,1 0 0,-1 0-1,1 0 1,-1 0 0,1 0 0,-1 0-1,1 0 1,-1-1 0,1 1 0,0 0-1,-1 0 1,1 0 0,-1 0 0,1-1-1,-1 1 1,1 0 0,-1-1 0,-5-15-1717,3-12-5119</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6:18:58.739"/>
    </inkml:context>
    <inkml:brush xml:id="br0">
      <inkml:brushProperty name="width" value="0.05" units="cm"/>
      <inkml:brushProperty name="height" value="0.05" units="cm"/>
    </inkml:brush>
  </inkml:definitions>
  <inkml:trace contextRef="#ctx0" brushRef="#br0">4503 278 24575,'1'-46'0,"1"28"0,-2-1 0,0 0 0,-1 0 0,-5-24 0,5 39 0,-1 0 0,1 0 0,-1 1 0,0-1 0,0 0 0,0 1 0,0-1 0,-1 1 0,0 0 0,1 0 0,-1 0 0,0 0 0,-1 0 0,1 0 0,0 1 0,-1 0 0,0 0 0,-5-3 0,-4-1 0,-1 1 0,0 0 0,-1 1 0,-16-2 0,-34-4 0,-87-3 0,-72 11 0,136 2 0,-291 10-553,-453 71 0,4 47 167,653-95 346,-192 64 1,248-57 366,3 5 1,-163 88-1,36 10 103,195-110-377,0 2 0,-74 72 0,99-83-53,1 1 0,2 1 0,1 1 0,0 1 0,2 1 0,-24 57 0,23-39 0,2 1 0,3 0 0,-14 92 0,9-15 0,0 142 0,18-262 0,4 126 0,-2-114 0,1-1 0,0 1 0,1-1 0,1 0 0,13 29 0,-7-25 0,1 0 0,1-2 0,0 0 0,2 0 0,0-1 0,0-1 0,2 0 0,0-1 0,1-1 0,0-1 0,34 19 0,-6-9 0,0-1 0,2-2 0,0-3 0,59 14 0,40 1-91,1-7 0,216 10 0,304-27-263,-516-9 335,471 0 257,264-3 170,-577-17-408,-242 10 0,-1-2 0,99-34 0,-140 38 0,-1-2 0,0-1 0,0 0 0,35-25 0,-44 25 0,-1-1 0,0 0 0,-1-1 0,0-1 0,-1 0 0,-1 0 0,11-19 0,285-476 0,-259 434 0,-2 3 0,-3-1 0,34-81 0,-67 125 0,-1 0 0,-2 0 0,-1-1 0,-1 0 0,2-44 0,-6 23 0,-2 1 0,-10-79 0,5 97 0,-1 0 0,-2 1 0,-1 0 0,-1 0 0,-2 0 0,-31-58 0,31 71 0,0 0 0,-1 0 0,-1 1 0,-1 1 0,0 0 0,-1 1 0,-1 1 0,-1 1 0,0 0 0,-1 1 0,-23-12 0,-12 1 37,-1 2-1,-83-22 0,36 13-1510,71 21-5352</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6-21T05:57:29.702"/>
    </inkml:context>
    <inkml:brush xml:id="br0">
      <inkml:brushProperty name="width" value="0.1" units="cm"/>
      <inkml:brushProperty name="height" value="0.1" units="cm"/>
    </inkml:brush>
  </inkml:definitions>
  <inkml:trace contextRef="#ctx0" brushRef="#br0">1 0 24575,'0'0'-8191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6-21T06:04:36.903"/>
    </inkml:context>
    <inkml:brush xml:id="br0">
      <inkml:brushProperty name="width" value="0.1" units="cm"/>
      <inkml:brushProperty name="height" value="0.1" units="cm"/>
    </inkml:brush>
  </inkml:definitions>
  <inkml:trace contextRef="#ctx0" brushRef="#br0">0 1 24575,'0'0'-8191</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9T06:54:39.619"/>
    </inkml:context>
    <inkml:brush xml:id="br0">
      <inkml:brushProperty name="width" value="0.05" units="cm"/>
      <inkml:brushProperty name="height" value="0.05" units="cm"/>
    </inkml:brush>
  </inkml:definitions>
  <inkml:trace contextRef="#ctx0" brushRef="#br0">206 874 24575,'160'-8'0,"-13"-1"0,1169 8 0,-639 3 0,1914-2 0,-2555-2 0,0-2 0,36-7 0,5-2 0,31 1 0,122 2 0,-181 11 0,78-2 0,-124 1 0,0 0 0,0 0 0,0 0 0,0-1 0,0 0 0,0 1 0,-1-1 0,1 0 0,0 0 0,0 0 0,0-1 0,-1 1 0,1-1 0,-1 1 0,1-1 0,-1 0 0,0 0 0,1 0 0,-1 0 0,3-4 0,-3 1 0,0 0 0,0 0 0,0 1 0,0-1 0,-1 0 0,0-1 0,0 1 0,0 0 0,0 0 0,-1 0 0,0-6 0,-1-40 0,-1 1 0,-3-1 0,-2 1 0,-22-80 0,-64-170 0,92 295 0,-1-1 0,0 0 0,0 1 0,0-1 0,-1 1 0,0 0 0,0 0 0,-4-6 0,5 9 0,-1 0 0,0-1 0,1 1 0,-1 0 0,0 1 0,0-1 0,0 0 0,0 1 0,0 0 0,0-1 0,0 1 0,-1 1 0,1-1 0,0 0 0,-7 0 0,-194-1 0,121 4 0,-2515 3 0,1483-7 0,-315 2 0,1422 0 0,-1 1 0,1 0 0,-1 0 0,1 0 0,0 1 0,0 0 0,0 1 0,0 0 0,0 0 0,0 1 0,1 0 0,-1 0 0,1 0 0,0 1 0,1 1 0,-1-1 0,1 1 0,0 0 0,0 0 0,1 1 0,0-1 0,0 1 0,0 0 0,1 1 0,0-1 0,1 1 0,0 0 0,0 0 0,0 0 0,-1 9 0,-3 26 0,-3 75 0,8-81 0,-1 0 0,-1 0 0,-14 49 0,13-67 86,0-1-1,1 1 0,-3 27 1,6-41-176,1 0 0,0 0 0,0 0 0,1 0 0,0 0 1,-1-1-1,1 1 0,1 0 0,-1 0 0,1-1 1,0 1-1,0-1 0,0 0 0,0 1 0,1-1 0,0 0 1,0 0-1,6 6 0,4 1-6736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pixabay.com/photos/san-francisco-transamerica-pyramid-1633203/"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hlinkClick r:id="rId3"/>
              </a:rPr>
              <a:t>https://pixabay.com/photos/san-francisco-transamerica-pyramid-1633203/</a:t>
            </a:r>
            <a:endParaRPr lang="en-IN" dirty="0"/>
          </a:p>
        </p:txBody>
      </p:sp>
      <p:sp>
        <p:nvSpPr>
          <p:cNvPr id="4" name="Slide Number Placeholder 3"/>
          <p:cNvSpPr>
            <a:spLocks noGrp="1"/>
          </p:cNvSpPr>
          <p:nvPr>
            <p:ph type="sldNum" sz="quarter" idx="5"/>
          </p:nvPr>
        </p:nvSpPr>
        <p:spPr/>
        <p:txBody>
          <a:bodyPr/>
          <a:lstStyle/>
          <a:p>
            <a:fld id="{CA2D21D1-52E2-420B-B491-CFF6D7BB79FB}" type="slidenum">
              <a:rPr lang="en-US" smtClean="0"/>
              <a:pPr/>
              <a:t>3</a:t>
            </a:fld>
            <a:endParaRPr lang="en-US"/>
          </a:p>
        </p:txBody>
      </p:sp>
    </p:spTree>
    <p:extLst>
      <p:ext uri="{BB962C8B-B14F-4D97-AF65-F5344CB8AC3E}">
        <p14:creationId xmlns:p14="http://schemas.microsoft.com/office/powerpoint/2010/main" val="1245662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8"/>
        <p:cNvGrpSpPr/>
        <p:nvPr/>
      </p:nvGrpSpPr>
      <p:grpSpPr>
        <a:xfrm>
          <a:off x="0" y="0"/>
          <a:ext cx="0" cy="0"/>
          <a:chOff x="0" y="0"/>
          <a:chExt cx="0" cy="0"/>
        </a:xfrm>
      </p:grpSpPr>
      <p:sp>
        <p:nvSpPr>
          <p:cNvPr id="1309" name="Google Shape;1309;p5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10" name="Google Shape;1310;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6"/>
        <p:cNvGrpSpPr/>
        <p:nvPr/>
      </p:nvGrpSpPr>
      <p:grpSpPr>
        <a:xfrm>
          <a:off x="0" y="0"/>
          <a:ext cx="0" cy="0"/>
          <a:chOff x="0" y="0"/>
          <a:chExt cx="0" cy="0"/>
        </a:xfrm>
      </p:grpSpPr>
      <p:sp>
        <p:nvSpPr>
          <p:cNvPr id="1517" name="Google Shape;1517;p7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18" name="Google Shape;1518;p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298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5"/>
        <p:cNvGrpSpPr/>
        <p:nvPr/>
      </p:nvGrpSpPr>
      <p:grpSpPr>
        <a:xfrm>
          <a:off x="0" y="0"/>
          <a:ext cx="0" cy="0"/>
          <a:chOff x="0" y="0"/>
          <a:chExt cx="0" cy="0"/>
        </a:xfrm>
      </p:grpSpPr>
      <p:sp>
        <p:nvSpPr>
          <p:cNvPr id="1526" name="Google Shape;1526;p7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7" name="Google Shape;1527;p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879508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4"/>
        <p:cNvGrpSpPr/>
        <p:nvPr/>
      </p:nvGrpSpPr>
      <p:grpSpPr>
        <a:xfrm>
          <a:off x="0" y="0"/>
          <a:ext cx="0" cy="0"/>
          <a:chOff x="0" y="0"/>
          <a:chExt cx="0" cy="0"/>
        </a:xfrm>
      </p:grpSpPr>
      <p:sp>
        <p:nvSpPr>
          <p:cNvPr id="1535" name="Google Shape;1535;p7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36" name="Google Shape;1536;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77587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558037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4"/>
        <p:cNvGrpSpPr/>
        <p:nvPr/>
      </p:nvGrpSpPr>
      <p:grpSpPr>
        <a:xfrm>
          <a:off x="0" y="0"/>
          <a:ext cx="0" cy="0"/>
          <a:chOff x="0" y="0"/>
          <a:chExt cx="0" cy="0"/>
        </a:xfrm>
      </p:grpSpPr>
      <p:sp>
        <p:nvSpPr>
          <p:cNvPr id="1655" name="Google Shape;1655;p8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6" name="Google Shape;1656;p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691677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D28A985-8481-49D1-9FA1-9B83E1B5FD5E}"/>
              </a:ext>
            </a:extLst>
          </p:cNvPr>
          <p:cNvSpPr>
            <a:spLocks noGrp="1"/>
          </p:cNvSpPr>
          <p:nvPr>
            <p:ph type="pic" sz="quarter" idx="13"/>
          </p:nvPr>
        </p:nvSpPr>
        <p:spPr>
          <a:xfrm>
            <a:off x="-1" y="-1"/>
            <a:ext cx="5662364" cy="6858000"/>
          </a:xfrm>
          <a:custGeom>
            <a:avLst/>
            <a:gdLst>
              <a:gd name="connsiteX0" fmla="*/ 0 w 5662364"/>
              <a:gd name="connsiteY0" fmla="*/ 0 h 6858000"/>
              <a:gd name="connsiteX1" fmla="*/ 2591729 w 5662364"/>
              <a:gd name="connsiteY1" fmla="*/ 0 h 6858000"/>
              <a:gd name="connsiteX2" fmla="*/ 2813304 w 5662364"/>
              <a:gd name="connsiteY2" fmla="*/ 157566 h 6858000"/>
              <a:gd name="connsiteX3" fmla="*/ 5662364 w 5662364"/>
              <a:gd name="connsiteY3" fmla="*/ 5841268 h 6858000"/>
              <a:gd name="connsiteX4" fmla="*/ 5625745 w 5662364"/>
              <a:gd name="connsiteY4" fmla="*/ 6566465 h 6858000"/>
              <a:gd name="connsiteX5" fmla="*/ 5588699 w 5662364"/>
              <a:gd name="connsiteY5" fmla="*/ 6858000 h 6858000"/>
              <a:gd name="connsiteX6" fmla="*/ 0 w 5662364"/>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62364" h="6858000">
                <a:moveTo>
                  <a:pt x="0" y="0"/>
                </a:moveTo>
                <a:lnTo>
                  <a:pt x="2591729" y="0"/>
                </a:lnTo>
                <a:lnTo>
                  <a:pt x="2813304" y="157566"/>
                </a:lnTo>
                <a:cubicBezTo>
                  <a:pt x="4542859" y="1451022"/>
                  <a:pt x="5662364" y="3515408"/>
                  <a:pt x="5662364" y="5841268"/>
                </a:cubicBezTo>
                <a:cubicBezTo>
                  <a:pt x="5662364" y="6086096"/>
                  <a:pt x="5649960" y="6328026"/>
                  <a:pt x="5625745" y="6566465"/>
                </a:cubicBezTo>
                <a:lnTo>
                  <a:pt x="5588699" y="6858000"/>
                </a:lnTo>
                <a:lnTo>
                  <a:pt x="0" y="6858000"/>
                </a:lnTo>
                <a:close/>
              </a:path>
            </a:pathLst>
          </a:custGeom>
          <a:solidFill>
            <a:schemeClr val="bg1">
              <a:lumMod val="95000"/>
            </a:schemeClr>
          </a:solidFill>
        </p:spPr>
        <p:txBody>
          <a:bodyPr wrap="square" anchor="ctr">
            <a:noAutofit/>
          </a:bodyPr>
          <a:lstStyle>
            <a:lvl1pPr marL="0" indent="0" algn="ctr">
              <a:buFontTx/>
              <a:buNone/>
              <a:defRPr/>
            </a:lvl1pPr>
          </a:lstStyle>
          <a:p>
            <a:endParaRPr lang="en-IN"/>
          </a:p>
        </p:txBody>
      </p:sp>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20596840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2/17/2026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369"/>
        <p:cNvGrpSpPr/>
        <p:nvPr/>
      </p:nvGrpSpPr>
      <p:grpSpPr>
        <a:xfrm>
          <a:off x="0" y="0"/>
          <a:ext cx="0" cy="0"/>
          <a:chOff x="0" y="0"/>
          <a:chExt cx="0" cy="0"/>
        </a:xfrm>
      </p:grpSpPr>
      <p:sp>
        <p:nvSpPr>
          <p:cNvPr id="370" name="Google Shape;370;p158"/>
          <p:cNvSpPr txBox="1">
            <a:spLocks noGrp="1"/>
          </p:cNvSpPr>
          <p:nvPr>
            <p:ph type="ctrTitle"/>
          </p:nvPr>
        </p:nvSpPr>
        <p:spPr>
          <a:xfrm>
            <a:off x="1523603" y="1122363"/>
            <a:ext cx="9141619"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5999"/>
              <a:buFont typeface="Calibri"/>
              <a:buNone/>
              <a:defRPr sz="599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1" name="Google Shape;371;p158"/>
          <p:cNvSpPr txBox="1">
            <a:spLocks noGrp="1"/>
          </p:cNvSpPr>
          <p:nvPr>
            <p:ph type="subTitle" idx="1"/>
          </p:nvPr>
        </p:nvSpPr>
        <p:spPr>
          <a:xfrm>
            <a:off x="1523603" y="3602037"/>
            <a:ext cx="9141619" cy="165576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399"/>
              <a:buNone/>
              <a:defRPr sz="2399"/>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72" name="Google Shape;372;p158"/>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3" name="Google Shape;373;p158"/>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4" name="Google Shape;374;p158"/>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243934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470"/>
        <p:cNvGrpSpPr/>
        <p:nvPr/>
      </p:nvGrpSpPr>
      <p:grpSpPr>
        <a:xfrm>
          <a:off x="0" y="0"/>
          <a:ext cx="0" cy="0"/>
          <a:chOff x="0" y="0"/>
          <a:chExt cx="0" cy="0"/>
        </a:xfrm>
      </p:grpSpPr>
      <p:sp>
        <p:nvSpPr>
          <p:cNvPr id="471" name="Google Shape;471;p180"/>
          <p:cNvSpPr txBox="1">
            <a:spLocks noGrp="1"/>
          </p:cNvSpPr>
          <p:nvPr>
            <p:ph type="title"/>
          </p:nvPr>
        </p:nvSpPr>
        <p:spPr>
          <a:xfrm>
            <a:off x="837982" y="365125"/>
            <a:ext cx="10512862"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2" name="Google Shape;472;p180"/>
          <p:cNvSpPr txBox="1">
            <a:spLocks noGrp="1"/>
          </p:cNvSpPr>
          <p:nvPr>
            <p:ph type="body" idx="1"/>
          </p:nvPr>
        </p:nvSpPr>
        <p:spPr>
          <a:xfrm rot="5400000">
            <a:off x="3918744" y="-1255136"/>
            <a:ext cx="4351339" cy="1051286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3" name="Google Shape;473;p180"/>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4" name="Google Shape;474;p180"/>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5" name="Google Shape;475;p180"/>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54039460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476"/>
        <p:cNvGrpSpPr/>
        <p:nvPr/>
      </p:nvGrpSpPr>
      <p:grpSpPr>
        <a:xfrm>
          <a:off x="0" y="0"/>
          <a:ext cx="0" cy="0"/>
          <a:chOff x="0" y="0"/>
          <a:chExt cx="0" cy="0"/>
        </a:xfrm>
      </p:grpSpPr>
      <p:sp>
        <p:nvSpPr>
          <p:cNvPr id="477" name="Google Shape;477;p181"/>
          <p:cNvSpPr txBox="1">
            <a:spLocks noGrp="1"/>
          </p:cNvSpPr>
          <p:nvPr>
            <p:ph type="title"/>
          </p:nvPr>
        </p:nvSpPr>
        <p:spPr>
          <a:xfrm rot="5400000">
            <a:off x="7130817" y="1956938"/>
            <a:ext cx="5811839" cy="262821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8" name="Google Shape;478;p181"/>
          <p:cNvSpPr txBox="1">
            <a:spLocks noGrp="1"/>
          </p:cNvSpPr>
          <p:nvPr>
            <p:ph type="body" idx="1"/>
          </p:nvPr>
        </p:nvSpPr>
        <p:spPr>
          <a:xfrm rot="5400000">
            <a:off x="1798205" y="-595097"/>
            <a:ext cx="5811839" cy="773228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9" name="Google Shape;479;p181"/>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0" name="Google Shape;480;p181"/>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1" name="Google Shape;481;p181"/>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4407260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p:cSld name="Title">
    <p:bg>
      <p:bgPr>
        <a:gradFill>
          <a:gsLst>
            <a:gs pos="0">
              <a:schemeClr val="accent2"/>
            </a:gs>
            <a:gs pos="100000">
              <a:schemeClr val="dk1"/>
            </a:gs>
          </a:gsLst>
          <a:lin ang="8100019" scaled="0"/>
        </a:gradFill>
        <a:effectLst/>
      </p:bgPr>
    </p:bg>
    <p:spTree>
      <p:nvGrpSpPr>
        <p:cNvPr id="1" name="Shape 482"/>
        <p:cNvGrpSpPr/>
        <p:nvPr/>
      </p:nvGrpSpPr>
      <p:grpSpPr>
        <a:xfrm>
          <a:off x="0" y="0"/>
          <a:ext cx="0" cy="0"/>
          <a:chOff x="0" y="0"/>
          <a:chExt cx="0" cy="0"/>
        </a:xfrm>
      </p:grpSpPr>
      <p:sp>
        <p:nvSpPr>
          <p:cNvPr id="483" name="Google Shape;483;p182"/>
          <p:cNvSpPr txBox="1">
            <a:spLocks noGrp="1"/>
          </p:cNvSpPr>
          <p:nvPr>
            <p:ph type="ctrTitle"/>
          </p:nvPr>
        </p:nvSpPr>
        <p:spPr>
          <a:xfrm>
            <a:off x="1383473" y="2216600"/>
            <a:ext cx="9421946" cy="242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800"/>
              <a:buFont typeface="Calibri"/>
              <a:buNone/>
              <a:defRPr sz="9064">
                <a:solidFill>
                  <a:schemeClr val="lt1"/>
                </a:solidFill>
              </a:defRPr>
            </a:lvl1pPr>
            <a:lvl2pPr lvl="1">
              <a:lnSpc>
                <a:spcPct val="100000"/>
              </a:lnSpc>
              <a:spcBef>
                <a:spcPts val="0"/>
              </a:spcBef>
              <a:spcAft>
                <a:spcPts val="0"/>
              </a:spcAft>
              <a:buClr>
                <a:schemeClr val="lt1"/>
              </a:buClr>
              <a:buSzPts val="6800"/>
              <a:buNone/>
              <a:defRPr sz="9064">
                <a:solidFill>
                  <a:schemeClr val="lt1"/>
                </a:solidFill>
              </a:defRPr>
            </a:lvl2pPr>
            <a:lvl3pPr lvl="2">
              <a:lnSpc>
                <a:spcPct val="100000"/>
              </a:lnSpc>
              <a:spcBef>
                <a:spcPts val="0"/>
              </a:spcBef>
              <a:spcAft>
                <a:spcPts val="0"/>
              </a:spcAft>
              <a:buClr>
                <a:schemeClr val="lt1"/>
              </a:buClr>
              <a:buSzPts val="6800"/>
              <a:buNone/>
              <a:defRPr sz="9064">
                <a:solidFill>
                  <a:schemeClr val="lt1"/>
                </a:solidFill>
              </a:defRPr>
            </a:lvl3pPr>
            <a:lvl4pPr lvl="3">
              <a:lnSpc>
                <a:spcPct val="100000"/>
              </a:lnSpc>
              <a:spcBef>
                <a:spcPts val="0"/>
              </a:spcBef>
              <a:spcAft>
                <a:spcPts val="0"/>
              </a:spcAft>
              <a:buClr>
                <a:schemeClr val="lt1"/>
              </a:buClr>
              <a:buSzPts val="6800"/>
              <a:buNone/>
              <a:defRPr sz="9064">
                <a:solidFill>
                  <a:schemeClr val="lt1"/>
                </a:solidFill>
              </a:defRPr>
            </a:lvl4pPr>
            <a:lvl5pPr lvl="4">
              <a:lnSpc>
                <a:spcPct val="100000"/>
              </a:lnSpc>
              <a:spcBef>
                <a:spcPts val="0"/>
              </a:spcBef>
              <a:spcAft>
                <a:spcPts val="0"/>
              </a:spcAft>
              <a:buClr>
                <a:schemeClr val="lt1"/>
              </a:buClr>
              <a:buSzPts val="6800"/>
              <a:buNone/>
              <a:defRPr sz="9064">
                <a:solidFill>
                  <a:schemeClr val="lt1"/>
                </a:solidFill>
              </a:defRPr>
            </a:lvl5pPr>
            <a:lvl6pPr lvl="5">
              <a:lnSpc>
                <a:spcPct val="100000"/>
              </a:lnSpc>
              <a:spcBef>
                <a:spcPts val="0"/>
              </a:spcBef>
              <a:spcAft>
                <a:spcPts val="0"/>
              </a:spcAft>
              <a:buClr>
                <a:schemeClr val="lt1"/>
              </a:buClr>
              <a:buSzPts val="6800"/>
              <a:buNone/>
              <a:defRPr sz="9064">
                <a:solidFill>
                  <a:schemeClr val="lt1"/>
                </a:solidFill>
              </a:defRPr>
            </a:lvl6pPr>
            <a:lvl7pPr lvl="6">
              <a:lnSpc>
                <a:spcPct val="100000"/>
              </a:lnSpc>
              <a:spcBef>
                <a:spcPts val="0"/>
              </a:spcBef>
              <a:spcAft>
                <a:spcPts val="0"/>
              </a:spcAft>
              <a:buClr>
                <a:schemeClr val="lt1"/>
              </a:buClr>
              <a:buSzPts val="6800"/>
              <a:buNone/>
              <a:defRPr sz="9064">
                <a:solidFill>
                  <a:schemeClr val="lt1"/>
                </a:solidFill>
              </a:defRPr>
            </a:lvl7pPr>
            <a:lvl8pPr lvl="7">
              <a:lnSpc>
                <a:spcPct val="100000"/>
              </a:lnSpc>
              <a:spcBef>
                <a:spcPts val="0"/>
              </a:spcBef>
              <a:spcAft>
                <a:spcPts val="0"/>
              </a:spcAft>
              <a:buClr>
                <a:schemeClr val="lt1"/>
              </a:buClr>
              <a:buSzPts val="6800"/>
              <a:buNone/>
              <a:defRPr sz="9064">
                <a:solidFill>
                  <a:schemeClr val="lt1"/>
                </a:solidFill>
              </a:defRPr>
            </a:lvl8pPr>
            <a:lvl9pPr lvl="8">
              <a:lnSpc>
                <a:spcPct val="100000"/>
              </a:lnSpc>
              <a:spcBef>
                <a:spcPts val="0"/>
              </a:spcBef>
              <a:spcAft>
                <a:spcPts val="0"/>
              </a:spcAft>
              <a:buClr>
                <a:schemeClr val="lt1"/>
              </a:buClr>
              <a:buSzPts val="6800"/>
              <a:buNone/>
              <a:defRPr sz="9064">
                <a:solidFill>
                  <a:schemeClr val="lt1"/>
                </a:solidFill>
              </a:defRPr>
            </a:lvl9pPr>
          </a:lstStyle>
          <a:p>
            <a:endParaRPr/>
          </a:p>
        </p:txBody>
      </p:sp>
    </p:spTree>
    <p:extLst>
      <p:ext uri="{BB962C8B-B14F-4D97-AF65-F5344CB8AC3E}">
        <p14:creationId xmlns:p14="http://schemas.microsoft.com/office/powerpoint/2010/main" val="403058067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Blank - Dark">
  <p:cSld name="Blank - Dark">
    <p:bg>
      <p:bgPr>
        <a:gradFill>
          <a:gsLst>
            <a:gs pos="0">
              <a:schemeClr val="accent1"/>
            </a:gs>
            <a:gs pos="100000">
              <a:schemeClr val="accent2"/>
            </a:gs>
          </a:gsLst>
          <a:lin ang="8099331" scaled="0"/>
        </a:gradFill>
        <a:effectLst/>
      </p:bgPr>
    </p:bg>
    <p:spTree>
      <p:nvGrpSpPr>
        <p:cNvPr id="1" name="Shape 484"/>
        <p:cNvGrpSpPr/>
        <p:nvPr/>
      </p:nvGrpSpPr>
      <p:grpSpPr>
        <a:xfrm>
          <a:off x="0" y="0"/>
          <a:ext cx="0" cy="0"/>
          <a:chOff x="0" y="0"/>
          <a:chExt cx="0" cy="0"/>
        </a:xfrm>
      </p:grpSpPr>
      <p:sp>
        <p:nvSpPr>
          <p:cNvPr id="485" name="Google Shape;485;p183"/>
          <p:cNvSpPr txBox="1">
            <a:spLocks noGrp="1"/>
          </p:cNvSpPr>
          <p:nvPr>
            <p:ph type="sldNum" idx="12"/>
          </p:nvPr>
        </p:nvSpPr>
        <p:spPr>
          <a:xfrm>
            <a:off x="11101354" y="6129935"/>
            <a:ext cx="731409" cy="524800"/>
          </a:xfrm>
          <a:prstGeom prst="rect">
            <a:avLst/>
          </a:prstGeom>
          <a:noFill/>
          <a:ln>
            <a:noFill/>
          </a:ln>
        </p:spPr>
        <p:txBody>
          <a:bodyPr spcFirstLastPara="1" wrap="square" lIns="0" tIns="0" rIns="0" bIns="0" anchor="ctr" anchorCtr="0">
            <a:noAutofit/>
          </a:bodyPr>
          <a:lstStyle>
            <a:lvl1pPr marL="0" lvl="0" indent="0" algn="r">
              <a:buClr>
                <a:schemeClr val="lt1"/>
              </a:buClr>
              <a:buSzPts val="1200"/>
              <a:buFont typeface="Calibri"/>
              <a:buNone/>
              <a:defRPr sz="1200">
                <a:solidFill>
                  <a:schemeClr val="lt1"/>
                </a:solidFill>
                <a:latin typeface="Calibri"/>
                <a:ea typeface="Calibri"/>
                <a:cs typeface="Calibri"/>
                <a:sym typeface="Calibri"/>
              </a:defRPr>
            </a:lvl1pPr>
            <a:lvl2pPr marL="0" lvl="1" indent="0" algn="r">
              <a:buClr>
                <a:schemeClr val="lt1"/>
              </a:buClr>
              <a:buSzPts val="1200"/>
              <a:buFont typeface="Calibri"/>
              <a:buNone/>
              <a:defRPr sz="1200">
                <a:solidFill>
                  <a:schemeClr val="lt1"/>
                </a:solidFill>
                <a:latin typeface="Calibri"/>
                <a:ea typeface="Calibri"/>
                <a:cs typeface="Calibri"/>
                <a:sym typeface="Calibri"/>
              </a:defRPr>
            </a:lvl2pPr>
            <a:lvl3pPr marL="0" lvl="2" indent="0" algn="r">
              <a:buClr>
                <a:schemeClr val="lt1"/>
              </a:buClr>
              <a:buSzPts val="1200"/>
              <a:buFont typeface="Calibri"/>
              <a:buNone/>
              <a:defRPr sz="1200">
                <a:solidFill>
                  <a:schemeClr val="lt1"/>
                </a:solidFill>
                <a:latin typeface="Calibri"/>
                <a:ea typeface="Calibri"/>
                <a:cs typeface="Calibri"/>
                <a:sym typeface="Calibri"/>
              </a:defRPr>
            </a:lvl3pPr>
            <a:lvl4pPr marL="0" lvl="3" indent="0" algn="r">
              <a:buClr>
                <a:schemeClr val="lt1"/>
              </a:buClr>
              <a:buSzPts val="1200"/>
              <a:buFont typeface="Calibri"/>
              <a:buNone/>
              <a:defRPr sz="1200">
                <a:solidFill>
                  <a:schemeClr val="lt1"/>
                </a:solidFill>
                <a:latin typeface="Calibri"/>
                <a:ea typeface="Calibri"/>
                <a:cs typeface="Calibri"/>
                <a:sym typeface="Calibri"/>
              </a:defRPr>
            </a:lvl4pPr>
            <a:lvl5pPr marL="0" lvl="4" indent="0" algn="r">
              <a:buClr>
                <a:schemeClr val="lt1"/>
              </a:buClr>
              <a:buSzPts val="1200"/>
              <a:buFont typeface="Calibri"/>
              <a:buNone/>
              <a:defRPr sz="1200">
                <a:solidFill>
                  <a:schemeClr val="lt1"/>
                </a:solidFill>
                <a:latin typeface="Calibri"/>
                <a:ea typeface="Calibri"/>
                <a:cs typeface="Calibri"/>
                <a:sym typeface="Calibri"/>
              </a:defRPr>
            </a:lvl5pPr>
            <a:lvl6pPr marL="0" lvl="5" indent="0" algn="r">
              <a:buClr>
                <a:schemeClr val="lt1"/>
              </a:buClr>
              <a:buSzPts val="1200"/>
              <a:buFont typeface="Calibri"/>
              <a:buNone/>
              <a:defRPr sz="1200">
                <a:solidFill>
                  <a:schemeClr val="lt1"/>
                </a:solidFill>
                <a:latin typeface="Calibri"/>
                <a:ea typeface="Calibri"/>
                <a:cs typeface="Calibri"/>
                <a:sym typeface="Calibri"/>
              </a:defRPr>
            </a:lvl6pPr>
            <a:lvl7pPr marL="0" lvl="6" indent="0" algn="r">
              <a:buClr>
                <a:schemeClr val="lt1"/>
              </a:buClr>
              <a:buSzPts val="1200"/>
              <a:buFont typeface="Calibri"/>
              <a:buNone/>
              <a:defRPr sz="1200">
                <a:solidFill>
                  <a:schemeClr val="lt1"/>
                </a:solidFill>
                <a:latin typeface="Calibri"/>
                <a:ea typeface="Calibri"/>
                <a:cs typeface="Calibri"/>
                <a:sym typeface="Calibri"/>
              </a:defRPr>
            </a:lvl7pPr>
            <a:lvl8pPr marL="0" lvl="7" indent="0" algn="r">
              <a:buClr>
                <a:schemeClr val="lt1"/>
              </a:buClr>
              <a:buSzPts val="1200"/>
              <a:buFont typeface="Calibri"/>
              <a:buNone/>
              <a:defRPr sz="1200">
                <a:solidFill>
                  <a:schemeClr val="lt1"/>
                </a:solidFill>
                <a:latin typeface="Calibri"/>
                <a:ea typeface="Calibri"/>
                <a:cs typeface="Calibri"/>
                <a:sym typeface="Calibri"/>
              </a:defRPr>
            </a:lvl8pPr>
            <a:lvl9pPr marL="0" lvl="8" indent="0" algn="r">
              <a:buClr>
                <a:schemeClr val="lt1"/>
              </a:buClr>
              <a:buSzPts val="1200"/>
              <a:buFont typeface="Calibri"/>
              <a:buNone/>
              <a:defRPr sz="1200">
                <a:solidFill>
                  <a:schemeClr val="lt1"/>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27675277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 2 columns" type="twoColTx">
  <p:cSld name="Title + 2 columns">
    <p:spTree>
      <p:nvGrpSpPr>
        <p:cNvPr id="1" name="Shape 486"/>
        <p:cNvGrpSpPr/>
        <p:nvPr/>
      </p:nvGrpSpPr>
      <p:grpSpPr>
        <a:xfrm>
          <a:off x="0" y="0"/>
          <a:ext cx="0" cy="0"/>
          <a:chOff x="0" y="0"/>
          <a:chExt cx="0" cy="0"/>
        </a:xfrm>
      </p:grpSpPr>
      <p:sp>
        <p:nvSpPr>
          <p:cNvPr id="487" name="Google Shape;487;p184"/>
          <p:cNvSpPr txBox="1">
            <a:spLocks noGrp="1"/>
          </p:cNvSpPr>
          <p:nvPr>
            <p:ph type="title"/>
          </p:nvPr>
        </p:nvSpPr>
        <p:spPr>
          <a:xfrm>
            <a:off x="1383473" y="1114667"/>
            <a:ext cx="9421946" cy="5284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dk1"/>
              </a:buClr>
              <a:buSzPts val="3200"/>
              <a:buFont typeface="Calibri"/>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488" name="Google Shape;488;p184"/>
          <p:cNvSpPr txBox="1">
            <a:spLocks noGrp="1"/>
          </p:cNvSpPr>
          <p:nvPr>
            <p:ph type="body" idx="1"/>
          </p:nvPr>
        </p:nvSpPr>
        <p:spPr>
          <a:xfrm>
            <a:off x="1383406" y="1805267"/>
            <a:ext cx="4402053" cy="4207200"/>
          </a:xfrm>
          <a:prstGeom prst="rect">
            <a:avLst/>
          </a:prstGeom>
          <a:noFill/>
          <a:ln>
            <a:noFill/>
          </a:ln>
        </p:spPr>
        <p:txBody>
          <a:bodyPr spcFirstLastPara="1" wrap="square" lIns="0" tIns="0" rIns="0" bIns="0" anchor="t" anchorCtr="0">
            <a:noAutofit/>
          </a:bodyPr>
          <a:lstStyle>
            <a:lvl1pPr marL="457200" lvl="0" indent="-355600" algn="l">
              <a:lnSpc>
                <a:spcPct val="90000"/>
              </a:lnSpc>
              <a:spcBef>
                <a:spcPts val="800"/>
              </a:spcBef>
              <a:spcAft>
                <a:spcPts val="0"/>
              </a:spcAft>
              <a:buClr>
                <a:schemeClr val="dk1"/>
              </a:buClr>
              <a:buSzPts val="2000"/>
              <a:buChar char="●"/>
              <a:defRPr sz="2666"/>
            </a:lvl1pPr>
            <a:lvl2pPr marL="914400" lvl="1" indent="-355600" algn="l">
              <a:lnSpc>
                <a:spcPct val="90000"/>
              </a:lnSpc>
              <a:spcBef>
                <a:spcPts val="0"/>
              </a:spcBef>
              <a:spcAft>
                <a:spcPts val="0"/>
              </a:spcAft>
              <a:buClr>
                <a:schemeClr val="dk1"/>
              </a:buClr>
              <a:buSzPts val="2000"/>
              <a:buChar char="○"/>
              <a:defRPr sz="2666"/>
            </a:lvl2pPr>
            <a:lvl3pPr marL="1371600" lvl="2" indent="-355600" algn="l">
              <a:lnSpc>
                <a:spcPct val="90000"/>
              </a:lnSpc>
              <a:spcBef>
                <a:spcPts val="0"/>
              </a:spcBef>
              <a:spcAft>
                <a:spcPts val="0"/>
              </a:spcAft>
              <a:buClr>
                <a:schemeClr val="dk1"/>
              </a:buClr>
              <a:buSzPts val="2000"/>
              <a:buChar char="■"/>
              <a:defRPr sz="2666"/>
            </a:lvl3pPr>
            <a:lvl4pPr marL="1828800" lvl="3" indent="-355600" algn="l">
              <a:lnSpc>
                <a:spcPct val="90000"/>
              </a:lnSpc>
              <a:spcBef>
                <a:spcPts val="0"/>
              </a:spcBef>
              <a:spcAft>
                <a:spcPts val="0"/>
              </a:spcAft>
              <a:buClr>
                <a:schemeClr val="dk1"/>
              </a:buClr>
              <a:buSzPts val="2000"/>
              <a:buChar char="●"/>
              <a:defRPr sz="2666"/>
            </a:lvl4pPr>
            <a:lvl5pPr marL="2286000" lvl="4" indent="-355600" algn="l">
              <a:lnSpc>
                <a:spcPct val="90000"/>
              </a:lnSpc>
              <a:spcBef>
                <a:spcPts val="0"/>
              </a:spcBef>
              <a:spcAft>
                <a:spcPts val="0"/>
              </a:spcAft>
              <a:buClr>
                <a:schemeClr val="dk1"/>
              </a:buClr>
              <a:buSzPts val="2000"/>
              <a:buChar char="○"/>
              <a:defRPr sz="2666"/>
            </a:lvl5pPr>
            <a:lvl6pPr marL="2743200" lvl="5" indent="-355600" algn="l">
              <a:lnSpc>
                <a:spcPct val="90000"/>
              </a:lnSpc>
              <a:spcBef>
                <a:spcPts val="0"/>
              </a:spcBef>
              <a:spcAft>
                <a:spcPts val="0"/>
              </a:spcAft>
              <a:buClr>
                <a:schemeClr val="dk1"/>
              </a:buClr>
              <a:buSzPts val="2000"/>
              <a:buChar char="■"/>
              <a:defRPr sz="2666"/>
            </a:lvl6pPr>
            <a:lvl7pPr marL="3200400" lvl="6" indent="-355600" algn="l">
              <a:lnSpc>
                <a:spcPct val="90000"/>
              </a:lnSpc>
              <a:spcBef>
                <a:spcPts val="0"/>
              </a:spcBef>
              <a:spcAft>
                <a:spcPts val="0"/>
              </a:spcAft>
              <a:buClr>
                <a:schemeClr val="dk1"/>
              </a:buClr>
              <a:buSzPts val="2000"/>
              <a:buChar char="●"/>
              <a:defRPr sz="2666"/>
            </a:lvl7pPr>
            <a:lvl8pPr marL="3657600" lvl="7" indent="-355600" algn="l">
              <a:lnSpc>
                <a:spcPct val="90000"/>
              </a:lnSpc>
              <a:spcBef>
                <a:spcPts val="0"/>
              </a:spcBef>
              <a:spcAft>
                <a:spcPts val="0"/>
              </a:spcAft>
              <a:buClr>
                <a:schemeClr val="dk1"/>
              </a:buClr>
              <a:buSzPts val="2000"/>
              <a:buChar char="○"/>
              <a:defRPr sz="2666"/>
            </a:lvl8pPr>
            <a:lvl9pPr marL="4114800" lvl="8" indent="-355600" algn="l">
              <a:lnSpc>
                <a:spcPct val="90000"/>
              </a:lnSpc>
              <a:spcBef>
                <a:spcPts val="0"/>
              </a:spcBef>
              <a:spcAft>
                <a:spcPts val="0"/>
              </a:spcAft>
              <a:buClr>
                <a:schemeClr val="dk1"/>
              </a:buClr>
              <a:buSzPts val="2000"/>
              <a:buChar char="■"/>
              <a:defRPr sz="2666"/>
            </a:lvl9pPr>
          </a:lstStyle>
          <a:p>
            <a:endParaRPr/>
          </a:p>
        </p:txBody>
      </p:sp>
      <p:sp>
        <p:nvSpPr>
          <p:cNvPr id="489" name="Google Shape;489;p184"/>
          <p:cNvSpPr txBox="1">
            <a:spLocks noGrp="1"/>
          </p:cNvSpPr>
          <p:nvPr>
            <p:ph type="body" idx="2"/>
          </p:nvPr>
        </p:nvSpPr>
        <p:spPr>
          <a:xfrm>
            <a:off x="6403163" y="1805267"/>
            <a:ext cx="4402053" cy="4207200"/>
          </a:xfrm>
          <a:prstGeom prst="rect">
            <a:avLst/>
          </a:prstGeom>
          <a:noFill/>
          <a:ln>
            <a:noFill/>
          </a:ln>
        </p:spPr>
        <p:txBody>
          <a:bodyPr spcFirstLastPara="1" wrap="square" lIns="0" tIns="0" rIns="0" bIns="0" anchor="t" anchorCtr="0">
            <a:noAutofit/>
          </a:bodyPr>
          <a:lstStyle>
            <a:lvl1pPr marL="457200" lvl="0" indent="-355600" algn="l">
              <a:lnSpc>
                <a:spcPct val="90000"/>
              </a:lnSpc>
              <a:spcBef>
                <a:spcPts val="800"/>
              </a:spcBef>
              <a:spcAft>
                <a:spcPts val="0"/>
              </a:spcAft>
              <a:buClr>
                <a:schemeClr val="dk1"/>
              </a:buClr>
              <a:buSzPts val="2000"/>
              <a:buChar char="●"/>
              <a:defRPr sz="2666"/>
            </a:lvl1pPr>
            <a:lvl2pPr marL="914400" lvl="1" indent="-355600" algn="l">
              <a:lnSpc>
                <a:spcPct val="90000"/>
              </a:lnSpc>
              <a:spcBef>
                <a:spcPts val="0"/>
              </a:spcBef>
              <a:spcAft>
                <a:spcPts val="0"/>
              </a:spcAft>
              <a:buClr>
                <a:schemeClr val="dk1"/>
              </a:buClr>
              <a:buSzPts val="2000"/>
              <a:buChar char="○"/>
              <a:defRPr sz="2666"/>
            </a:lvl2pPr>
            <a:lvl3pPr marL="1371600" lvl="2" indent="-355600" algn="l">
              <a:lnSpc>
                <a:spcPct val="90000"/>
              </a:lnSpc>
              <a:spcBef>
                <a:spcPts val="0"/>
              </a:spcBef>
              <a:spcAft>
                <a:spcPts val="0"/>
              </a:spcAft>
              <a:buClr>
                <a:schemeClr val="dk1"/>
              </a:buClr>
              <a:buSzPts val="2000"/>
              <a:buChar char="■"/>
              <a:defRPr sz="2666"/>
            </a:lvl3pPr>
            <a:lvl4pPr marL="1828800" lvl="3" indent="-355600" algn="l">
              <a:lnSpc>
                <a:spcPct val="90000"/>
              </a:lnSpc>
              <a:spcBef>
                <a:spcPts val="0"/>
              </a:spcBef>
              <a:spcAft>
                <a:spcPts val="0"/>
              </a:spcAft>
              <a:buClr>
                <a:schemeClr val="dk1"/>
              </a:buClr>
              <a:buSzPts val="2000"/>
              <a:buChar char="●"/>
              <a:defRPr sz="2666"/>
            </a:lvl4pPr>
            <a:lvl5pPr marL="2286000" lvl="4" indent="-355600" algn="l">
              <a:lnSpc>
                <a:spcPct val="90000"/>
              </a:lnSpc>
              <a:spcBef>
                <a:spcPts val="0"/>
              </a:spcBef>
              <a:spcAft>
                <a:spcPts val="0"/>
              </a:spcAft>
              <a:buClr>
                <a:schemeClr val="dk1"/>
              </a:buClr>
              <a:buSzPts val="2000"/>
              <a:buChar char="○"/>
              <a:defRPr sz="2666"/>
            </a:lvl5pPr>
            <a:lvl6pPr marL="2743200" lvl="5" indent="-355600" algn="l">
              <a:lnSpc>
                <a:spcPct val="90000"/>
              </a:lnSpc>
              <a:spcBef>
                <a:spcPts val="0"/>
              </a:spcBef>
              <a:spcAft>
                <a:spcPts val="0"/>
              </a:spcAft>
              <a:buClr>
                <a:schemeClr val="dk1"/>
              </a:buClr>
              <a:buSzPts val="2000"/>
              <a:buChar char="■"/>
              <a:defRPr sz="2666"/>
            </a:lvl6pPr>
            <a:lvl7pPr marL="3200400" lvl="6" indent="-355600" algn="l">
              <a:lnSpc>
                <a:spcPct val="90000"/>
              </a:lnSpc>
              <a:spcBef>
                <a:spcPts val="0"/>
              </a:spcBef>
              <a:spcAft>
                <a:spcPts val="0"/>
              </a:spcAft>
              <a:buClr>
                <a:schemeClr val="dk1"/>
              </a:buClr>
              <a:buSzPts val="2000"/>
              <a:buChar char="●"/>
              <a:defRPr sz="2666"/>
            </a:lvl7pPr>
            <a:lvl8pPr marL="3657600" lvl="7" indent="-355600" algn="l">
              <a:lnSpc>
                <a:spcPct val="90000"/>
              </a:lnSpc>
              <a:spcBef>
                <a:spcPts val="0"/>
              </a:spcBef>
              <a:spcAft>
                <a:spcPts val="0"/>
              </a:spcAft>
              <a:buClr>
                <a:schemeClr val="dk1"/>
              </a:buClr>
              <a:buSzPts val="2000"/>
              <a:buChar char="○"/>
              <a:defRPr sz="2666"/>
            </a:lvl8pPr>
            <a:lvl9pPr marL="4114800" lvl="8" indent="-355600" algn="l">
              <a:lnSpc>
                <a:spcPct val="90000"/>
              </a:lnSpc>
              <a:spcBef>
                <a:spcPts val="0"/>
              </a:spcBef>
              <a:spcAft>
                <a:spcPts val="0"/>
              </a:spcAft>
              <a:buClr>
                <a:schemeClr val="dk1"/>
              </a:buClr>
              <a:buSzPts val="2000"/>
              <a:buChar char="■"/>
              <a:defRPr sz="2666"/>
            </a:lvl9pPr>
          </a:lstStyle>
          <a:p>
            <a:endParaRPr/>
          </a:p>
        </p:txBody>
      </p:sp>
      <p:sp>
        <p:nvSpPr>
          <p:cNvPr id="490" name="Google Shape;490;p184"/>
          <p:cNvSpPr txBox="1">
            <a:spLocks noGrp="1"/>
          </p:cNvSpPr>
          <p:nvPr>
            <p:ph type="sldNum" idx="12"/>
          </p:nvPr>
        </p:nvSpPr>
        <p:spPr>
          <a:xfrm>
            <a:off x="11101354" y="6129935"/>
            <a:ext cx="731409" cy="524800"/>
          </a:xfrm>
          <a:prstGeom prst="rect">
            <a:avLst/>
          </a:prstGeom>
          <a:noFill/>
          <a:ln>
            <a:noFill/>
          </a:ln>
        </p:spPr>
        <p:txBody>
          <a:bodyPr spcFirstLastPara="1" wrap="square" lIns="0" tIns="0" rIns="0" bIns="0" anchor="ctr" anchorCtr="0">
            <a:noAutofit/>
          </a:bodyPr>
          <a:lstStyle>
            <a:lvl1pPr marL="0" lvl="0" indent="0" algn="r">
              <a:buClr>
                <a:srgbClr val="888888"/>
              </a:buClr>
              <a:buSzPts val="1200"/>
              <a:buFont typeface="Calibri"/>
              <a:buNone/>
              <a:defRPr sz="1200">
                <a:solidFill>
                  <a:srgbClr val="888888"/>
                </a:solidFill>
                <a:latin typeface="Calibri"/>
                <a:ea typeface="Calibri"/>
                <a:cs typeface="Calibri"/>
                <a:sym typeface="Calibri"/>
              </a:defRPr>
            </a:lvl1pPr>
            <a:lvl2pPr marL="0" lvl="1" indent="0" algn="r">
              <a:buClr>
                <a:srgbClr val="888888"/>
              </a:buClr>
              <a:buSzPts val="1200"/>
              <a:buFont typeface="Calibri"/>
              <a:buNone/>
              <a:defRPr sz="1200">
                <a:solidFill>
                  <a:srgbClr val="888888"/>
                </a:solidFill>
                <a:latin typeface="Calibri"/>
                <a:ea typeface="Calibri"/>
                <a:cs typeface="Calibri"/>
                <a:sym typeface="Calibri"/>
              </a:defRPr>
            </a:lvl2pPr>
            <a:lvl3pPr marL="0" lvl="2" indent="0" algn="r">
              <a:buClr>
                <a:srgbClr val="888888"/>
              </a:buClr>
              <a:buSzPts val="1200"/>
              <a:buFont typeface="Calibri"/>
              <a:buNone/>
              <a:defRPr sz="1200">
                <a:solidFill>
                  <a:srgbClr val="888888"/>
                </a:solidFill>
                <a:latin typeface="Calibri"/>
                <a:ea typeface="Calibri"/>
                <a:cs typeface="Calibri"/>
                <a:sym typeface="Calibri"/>
              </a:defRPr>
            </a:lvl3pPr>
            <a:lvl4pPr marL="0" lvl="3" indent="0" algn="r">
              <a:buClr>
                <a:srgbClr val="888888"/>
              </a:buClr>
              <a:buSzPts val="1200"/>
              <a:buFont typeface="Calibri"/>
              <a:buNone/>
              <a:defRPr sz="1200">
                <a:solidFill>
                  <a:srgbClr val="888888"/>
                </a:solidFill>
                <a:latin typeface="Calibri"/>
                <a:ea typeface="Calibri"/>
                <a:cs typeface="Calibri"/>
                <a:sym typeface="Calibri"/>
              </a:defRPr>
            </a:lvl4pPr>
            <a:lvl5pPr marL="0" lvl="4" indent="0" algn="r">
              <a:buClr>
                <a:srgbClr val="888888"/>
              </a:buClr>
              <a:buSzPts val="1200"/>
              <a:buFont typeface="Calibri"/>
              <a:buNone/>
              <a:defRPr sz="1200">
                <a:solidFill>
                  <a:srgbClr val="888888"/>
                </a:solidFill>
                <a:latin typeface="Calibri"/>
                <a:ea typeface="Calibri"/>
                <a:cs typeface="Calibri"/>
                <a:sym typeface="Calibri"/>
              </a:defRPr>
            </a:lvl5pPr>
            <a:lvl6pPr marL="0" lvl="5" indent="0" algn="r">
              <a:buClr>
                <a:srgbClr val="888888"/>
              </a:buClr>
              <a:buSzPts val="1200"/>
              <a:buFont typeface="Calibri"/>
              <a:buNone/>
              <a:defRPr sz="1200">
                <a:solidFill>
                  <a:srgbClr val="888888"/>
                </a:solidFill>
                <a:latin typeface="Calibri"/>
                <a:ea typeface="Calibri"/>
                <a:cs typeface="Calibri"/>
                <a:sym typeface="Calibri"/>
              </a:defRPr>
            </a:lvl6pPr>
            <a:lvl7pPr marL="0" lvl="6" indent="0" algn="r">
              <a:buClr>
                <a:srgbClr val="888888"/>
              </a:buClr>
              <a:buSzPts val="1200"/>
              <a:buFont typeface="Calibri"/>
              <a:buNone/>
              <a:defRPr sz="1200">
                <a:solidFill>
                  <a:srgbClr val="888888"/>
                </a:solidFill>
                <a:latin typeface="Calibri"/>
                <a:ea typeface="Calibri"/>
                <a:cs typeface="Calibri"/>
                <a:sym typeface="Calibri"/>
              </a:defRPr>
            </a:lvl7pPr>
            <a:lvl8pPr marL="0" lvl="7" indent="0" algn="r">
              <a:buClr>
                <a:srgbClr val="888888"/>
              </a:buClr>
              <a:buSzPts val="1200"/>
              <a:buFont typeface="Calibri"/>
              <a:buNone/>
              <a:defRPr sz="1200">
                <a:solidFill>
                  <a:srgbClr val="888888"/>
                </a:solidFill>
                <a:latin typeface="Calibri"/>
                <a:ea typeface="Calibri"/>
                <a:cs typeface="Calibri"/>
                <a:sym typeface="Calibri"/>
              </a:defRPr>
            </a:lvl8pPr>
            <a:lvl9pPr marL="0" lvl="8" indent="0" algn="r">
              <a:buClr>
                <a:srgbClr val="888888"/>
              </a:buClr>
              <a:buSzPts val="1200"/>
              <a:buFont typeface="Calibri"/>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7463977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slideLayout" Target="../slideLayouts/slideLayout2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slideLayout" Target="../slideLayouts/slideLayout24.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theme" Target="../theme/theme2.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slideLayout" Target="../slideLayouts/slideLayout26.xml"/><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image" Target="../media/image1.png"/><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theme" Target="../theme/theme3.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40.xml"/><Relationship Id="rId7" Type="http://schemas.openxmlformats.org/officeDocument/2006/relationships/theme" Target="../theme/theme4.xml"/><Relationship Id="rId2" Type="http://schemas.openxmlformats.org/officeDocument/2006/relationships/slideLayout" Target="../slideLayouts/slideLayout39.xml"/><Relationship Id="rId1" Type="http://schemas.openxmlformats.org/officeDocument/2006/relationships/slideLayout" Target="../slideLayouts/slideLayout38.xml"/><Relationship Id="rId6" Type="http://schemas.openxmlformats.org/officeDocument/2006/relationships/slideLayout" Target="../slideLayouts/slideLayout43.xml"/><Relationship Id="rId5" Type="http://schemas.openxmlformats.org/officeDocument/2006/relationships/slideLayout" Target="../slideLayouts/slideLayout42.xml"/><Relationship Id="rId4"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7" r:id="rId2"/>
    <p:sldLayoutId id="2147483658" r:id="rId3"/>
    <p:sldLayoutId id="2147483659" r:id="rId4"/>
    <p:sldLayoutId id="2147483660" r:id="rId5"/>
    <p:sldLayoutId id="2147483707" r:id="rId6"/>
    <p:sldLayoutId id="2147483744"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2/17/2026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63"/>
        <p:cNvGrpSpPr/>
        <p:nvPr/>
      </p:nvGrpSpPr>
      <p:grpSpPr>
        <a:xfrm>
          <a:off x="0" y="0"/>
          <a:ext cx="0" cy="0"/>
          <a:chOff x="0" y="0"/>
          <a:chExt cx="0" cy="0"/>
        </a:xfrm>
      </p:grpSpPr>
      <p:sp>
        <p:nvSpPr>
          <p:cNvPr id="364" name="Google Shape;364;p157"/>
          <p:cNvSpPr txBox="1">
            <a:spLocks noGrp="1"/>
          </p:cNvSpPr>
          <p:nvPr>
            <p:ph type="title"/>
          </p:nvPr>
        </p:nvSpPr>
        <p:spPr>
          <a:xfrm>
            <a:off x="837982" y="365125"/>
            <a:ext cx="10512862"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399"/>
              <a:buFont typeface="Calibri"/>
              <a:buNone/>
              <a:defRPr sz="4399"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5" name="Google Shape;365;p157"/>
          <p:cNvSpPr txBox="1">
            <a:spLocks noGrp="1"/>
          </p:cNvSpPr>
          <p:nvPr>
            <p:ph type="body" idx="1"/>
          </p:nvPr>
        </p:nvSpPr>
        <p:spPr>
          <a:xfrm>
            <a:off x="837982" y="1825625"/>
            <a:ext cx="10512862" cy="4351339"/>
          </a:xfrm>
          <a:prstGeom prst="rect">
            <a:avLst/>
          </a:prstGeom>
          <a:noFill/>
          <a:ln>
            <a:noFill/>
          </a:ln>
        </p:spPr>
        <p:txBody>
          <a:bodyPr spcFirstLastPara="1" wrap="square" lIns="91425" tIns="45700" rIns="91425" bIns="45700" anchor="t" anchorCtr="0">
            <a:normAutofit/>
          </a:bodyPr>
          <a:lstStyle>
            <a:lvl1pPr marL="457200" marR="0" lvl="0" indent="-406336" algn="l" rtl="0">
              <a:lnSpc>
                <a:spcPct val="90000"/>
              </a:lnSpc>
              <a:spcBef>
                <a:spcPts val="1000"/>
              </a:spcBef>
              <a:spcAft>
                <a:spcPts val="0"/>
              </a:spcAft>
              <a:buClr>
                <a:schemeClr val="dk1"/>
              </a:buClr>
              <a:buSzPts val="2799"/>
              <a:buFont typeface="Arial"/>
              <a:buChar char="•"/>
              <a:defRPr sz="2799" b="0" i="0" u="none" strike="noStrike" cap="none">
                <a:solidFill>
                  <a:schemeClr val="dk1"/>
                </a:solidFill>
                <a:latin typeface="Calibri"/>
                <a:ea typeface="Calibri"/>
                <a:cs typeface="Calibri"/>
                <a:sym typeface="Calibri"/>
              </a:defRPr>
            </a:lvl1pPr>
            <a:lvl2pPr marL="914400" marR="0" lvl="1" indent="-380936" algn="l" rtl="0">
              <a:lnSpc>
                <a:spcPct val="90000"/>
              </a:lnSpc>
              <a:spcBef>
                <a:spcPts val="500"/>
              </a:spcBef>
              <a:spcAft>
                <a:spcPts val="0"/>
              </a:spcAft>
              <a:buClr>
                <a:schemeClr val="dk1"/>
              </a:buClr>
              <a:buSzPts val="2399"/>
              <a:buFont typeface="Arial"/>
              <a:buChar char="•"/>
              <a:defRPr sz="2399"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6" name="Google Shape;366;p157"/>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367" name="Google Shape;367;p157"/>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368" name="Google Shape;368;p157"/>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76916488"/>
      </p:ext>
    </p:extLst>
  </p:cSld>
  <p:clrMap bg1="lt1" tx1="dk1" bg2="dk2" tx2="lt2" accent1="accent1" accent2="accent2" accent3="accent3" accent4="accent4" accent5="accent5" accent6="accent6" hlink="hlink" folHlink="folHlink"/>
  <p:sldLayoutIdLst>
    <p:sldLayoutId id="2147483730" r:id="rId1"/>
    <p:sldLayoutId id="2147483736" r:id="rId2"/>
    <p:sldLayoutId id="2147483737" r:id="rId3"/>
    <p:sldLayoutId id="2147483738" r:id="rId4"/>
    <p:sldLayoutId id="2147483739" r:id="rId5"/>
    <p:sldLayoutId id="2147483740" r:id="rId6"/>
  </p:sldLayoutIdLst>
  <p:transition>
    <p:fade thruBlk="1"/>
  </p:transition>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8.xml"/><Relationship Id="rId6" Type="http://schemas.openxmlformats.org/officeDocument/2006/relationships/image" Target="../media/image17.png"/><Relationship Id="rId5" Type="http://schemas.openxmlformats.org/officeDocument/2006/relationships/customXml" Target="../ink/ink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8.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8.xml"/></Relationships>
</file>

<file path=ppt/slides/_rels/slide8.xml.rels><?xml version="1.0" encoding="UTF-8" standalone="yes"?>
<Relationships xmlns="http://schemas.openxmlformats.org/package/2006/relationships"><Relationship Id="rId117" Type="http://schemas.openxmlformats.org/officeDocument/2006/relationships/image" Target="../media/image64.png"/><Relationship Id="rId21" Type="http://schemas.openxmlformats.org/officeDocument/2006/relationships/image" Target="../media/image15.png"/><Relationship Id="rId42" Type="http://schemas.openxmlformats.org/officeDocument/2006/relationships/customXml" Target="../ink/ink21.xml"/><Relationship Id="rId63" Type="http://schemas.openxmlformats.org/officeDocument/2006/relationships/image" Target="../media/image37.png"/><Relationship Id="rId84" Type="http://schemas.openxmlformats.org/officeDocument/2006/relationships/customXml" Target="../ink/ink42.xml"/><Relationship Id="rId138" Type="http://schemas.openxmlformats.org/officeDocument/2006/relationships/customXml" Target="../ink/ink69.xml"/><Relationship Id="rId159" Type="http://schemas.openxmlformats.org/officeDocument/2006/relationships/image" Target="../media/image85.png"/><Relationship Id="rId107" Type="http://schemas.openxmlformats.org/officeDocument/2006/relationships/image" Target="../media/image59.png"/><Relationship Id="rId11" Type="http://schemas.openxmlformats.org/officeDocument/2006/relationships/image" Target="../media/image10.png"/><Relationship Id="rId32" Type="http://schemas.openxmlformats.org/officeDocument/2006/relationships/customXml" Target="../ink/ink16.xml"/><Relationship Id="rId53" Type="http://schemas.openxmlformats.org/officeDocument/2006/relationships/image" Target="../media/image32.png"/><Relationship Id="rId74" Type="http://schemas.openxmlformats.org/officeDocument/2006/relationships/customXml" Target="../ink/ink37.xml"/><Relationship Id="rId128" Type="http://schemas.openxmlformats.org/officeDocument/2006/relationships/customXml" Target="../ink/ink64.xml"/><Relationship Id="rId149" Type="http://schemas.openxmlformats.org/officeDocument/2006/relationships/image" Target="../media/image80.png"/><Relationship Id="rId5" Type="http://schemas.openxmlformats.org/officeDocument/2006/relationships/image" Target="../media/image5454.png"/><Relationship Id="rId95" Type="http://schemas.openxmlformats.org/officeDocument/2006/relationships/image" Target="../media/image53.png"/><Relationship Id="rId160" Type="http://schemas.openxmlformats.org/officeDocument/2006/relationships/customXml" Target="../ink/ink80.xml"/><Relationship Id="rId22" Type="http://schemas.openxmlformats.org/officeDocument/2006/relationships/customXml" Target="../ink/ink11.xml"/><Relationship Id="rId43" Type="http://schemas.openxmlformats.org/officeDocument/2006/relationships/image" Target="../media/image27.png"/><Relationship Id="rId64" Type="http://schemas.openxmlformats.org/officeDocument/2006/relationships/customXml" Target="../ink/ink32.xml"/><Relationship Id="rId118" Type="http://schemas.openxmlformats.org/officeDocument/2006/relationships/customXml" Target="../ink/ink59.xml"/><Relationship Id="rId139" Type="http://schemas.openxmlformats.org/officeDocument/2006/relationships/image" Target="../media/image75.png"/><Relationship Id="rId85" Type="http://schemas.openxmlformats.org/officeDocument/2006/relationships/image" Target="../media/image48.png"/><Relationship Id="rId150" Type="http://schemas.openxmlformats.org/officeDocument/2006/relationships/customXml" Target="../ink/ink75.xml"/><Relationship Id="rId12" Type="http://schemas.openxmlformats.org/officeDocument/2006/relationships/customXml" Target="../ink/ink6.xml"/><Relationship Id="rId17" Type="http://schemas.openxmlformats.org/officeDocument/2006/relationships/image" Target="../media/image13.png"/><Relationship Id="rId33" Type="http://schemas.openxmlformats.org/officeDocument/2006/relationships/image" Target="../media/image22.png"/><Relationship Id="rId38" Type="http://schemas.openxmlformats.org/officeDocument/2006/relationships/customXml" Target="../ink/ink19.xml"/><Relationship Id="rId59" Type="http://schemas.openxmlformats.org/officeDocument/2006/relationships/image" Target="../media/image35.png"/><Relationship Id="rId103" Type="http://schemas.openxmlformats.org/officeDocument/2006/relationships/image" Target="../media/image57.png"/><Relationship Id="rId108" Type="http://schemas.openxmlformats.org/officeDocument/2006/relationships/customXml" Target="../ink/ink54.xml"/><Relationship Id="rId124" Type="http://schemas.openxmlformats.org/officeDocument/2006/relationships/customXml" Target="../ink/ink62.xml"/><Relationship Id="rId129" Type="http://schemas.openxmlformats.org/officeDocument/2006/relationships/image" Target="../media/image70.png"/><Relationship Id="rId54" Type="http://schemas.openxmlformats.org/officeDocument/2006/relationships/customXml" Target="../ink/ink27.xml"/><Relationship Id="rId70" Type="http://schemas.openxmlformats.org/officeDocument/2006/relationships/customXml" Target="../ink/ink35.xml"/><Relationship Id="rId75" Type="http://schemas.openxmlformats.org/officeDocument/2006/relationships/image" Target="../media/image43.png"/><Relationship Id="rId91" Type="http://schemas.openxmlformats.org/officeDocument/2006/relationships/image" Target="../media/image51.png"/><Relationship Id="rId96" Type="http://schemas.openxmlformats.org/officeDocument/2006/relationships/customXml" Target="../ink/ink48.xml"/><Relationship Id="rId140" Type="http://schemas.openxmlformats.org/officeDocument/2006/relationships/customXml" Target="../ink/ink70.xml"/><Relationship Id="rId145" Type="http://schemas.openxmlformats.org/officeDocument/2006/relationships/image" Target="../media/image78.png"/><Relationship Id="rId161" Type="http://schemas.openxmlformats.org/officeDocument/2006/relationships/image" Target="../media/image86.png"/><Relationship Id="rId1" Type="http://schemas.openxmlformats.org/officeDocument/2006/relationships/slideLayout" Target="../slideLayouts/slideLayout38.xml"/><Relationship Id="rId6" Type="http://schemas.openxmlformats.org/officeDocument/2006/relationships/customXml" Target="../ink/ink3.xml"/><Relationship Id="rId23" Type="http://schemas.openxmlformats.org/officeDocument/2006/relationships/image" Target="../media/image16.png"/><Relationship Id="rId28" Type="http://schemas.openxmlformats.org/officeDocument/2006/relationships/customXml" Target="../ink/ink14.xml"/><Relationship Id="rId49" Type="http://schemas.openxmlformats.org/officeDocument/2006/relationships/image" Target="../media/image30.png"/><Relationship Id="rId114" Type="http://schemas.openxmlformats.org/officeDocument/2006/relationships/customXml" Target="../ink/ink57.xml"/><Relationship Id="rId119" Type="http://schemas.openxmlformats.org/officeDocument/2006/relationships/image" Target="../media/image65.png"/><Relationship Id="rId44" Type="http://schemas.openxmlformats.org/officeDocument/2006/relationships/customXml" Target="../ink/ink22.xml"/><Relationship Id="rId60" Type="http://schemas.openxmlformats.org/officeDocument/2006/relationships/customXml" Target="../ink/ink30.xml"/><Relationship Id="rId65" Type="http://schemas.openxmlformats.org/officeDocument/2006/relationships/image" Target="../media/image38.png"/><Relationship Id="rId81" Type="http://schemas.openxmlformats.org/officeDocument/2006/relationships/image" Target="../media/image46.png"/><Relationship Id="rId86" Type="http://schemas.openxmlformats.org/officeDocument/2006/relationships/customXml" Target="../ink/ink43.xml"/><Relationship Id="rId130" Type="http://schemas.openxmlformats.org/officeDocument/2006/relationships/customXml" Target="../ink/ink65.xml"/><Relationship Id="rId135" Type="http://schemas.openxmlformats.org/officeDocument/2006/relationships/image" Target="../media/image73.png"/><Relationship Id="rId151" Type="http://schemas.openxmlformats.org/officeDocument/2006/relationships/image" Target="../media/image81.png"/><Relationship Id="rId156" Type="http://schemas.openxmlformats.org/officeDocument/2006/relationships/customXml" Target="../ink/ink78.xml"/><Relationship Id="rId13" Type="http://schemas.openxmlformats.org/officeDocument/2006/relationships/image" Target="../media/image11.png"/><Relationship Id="rId18" Type="http://schemas.openxmlformats.org/officeDocument/2006/relationships/customXml" Target="../ink/ink9.xml"/><Relationship Id="rId39" Type="http://schemas.openxmlformats.org/officeDocument/2006/relationships/image" Target="../media/image25.png"/><Relationship Id="rId109" Type="http://schemas.openxmlformats.org/officeDocument/2006/relationships/image" Target="../media/image60.png"/><Relationship Id="rId34" Type="http://schemas.openxmlformats.org/officeDocument/2006/relationships/customXml" Target="../ink/ink17.xml"/><Relationship Id="rId50" Type="http://schemas.openxmlformats.org/officeDocument/2006/relationships/customXml" Target="../ink/ink25.xml"/><Relationship Id="rId55" Type="http://schemas.openxmlformats.org/officeDocument/2006/relationships/image" Target="../media/image33.png"/><Relationship Id="rId76" Type="http://schemas.openxmlformats.org/officeDocument/2006/relationships/customXml" Target="../ink/ink38.xml"/><Relationship Id="rId97" Type="http://schemas.openxmlformats.org/officeDocument/2006/relationships/image" Target="../media/image54.png"/><Relationship Id="rId104" Type="http://schemas.openxmlformats.org/officeDocument/2006/relationships/customXml" Target="../ink/ink52.xml"/><Relationship Id="rId120" Type="http://schemas.openxmlformats.org/officeDocument/2006/relationships/customXml" Target="../ink/ink60.xml"/><Relationship Id="rId125" Type="http://schemas.openxmlformats.org/officeDocument/2006/relationships/image" Target="../media/image68.png"/><Relationship Id="rId141" Type="http://schemas.openxmlformats.org/officeDocument/2006/relationships/image" Target="../media/image76.png"/><Relationship Id="rId146" Type="http://schemas.openxmlformats.org/officeDocument/2006/relationships/customXml" Target="../ink/ink73.xml"/><Relationship Id="rId7" Type="http://schemas.openxmlformats.org/officeDocument/2006/relationships/image" Target="../media/image8.png"/><Relationship Id="rId71" Type="http://schemas.openxmlformats.org/officeDocument/2006/relationships/image" Target="../media/image41.png"/><Relationship Id="rId92" Type="http://schemas.openxmlformats.org/officeDocument/2006/relationships/customXml" Target="../ink/ink46.xml"/><Relationship Id="rId162" Type="http://schemas.openxmlformats.org/officeDocument/2006/relationships/customXml" Target="../ink/ink81.xml"/><Relationship Id="rId2" Type="http://schemas.openxmlformats.org/officeDocument/2006/relationships/notesSlide" Target="../notesSlides/notesSlide7.xml"/><Relationship Id="rId29" Type="http://schemas.openxmlformats.org/officeDocument/2006/relationships/image" Target="../media/image20.png"/><Relationship Id="rId24" Type="http://schemas.openxmlformats.org/officeDocument/2006/relationships/customXml" Target="../ink/ink12.xml"/><Relationship Id="rId40" Type="http://schemas.openxmlformats.org/officeDocument/2006/relationships/customXml" Target="../ink/ink20.xml"/><Relationship Id="rId45" Type="http://schemas.openxmlformats.org/officeDocument/2006/relationships/image" Target="../media/image28.png"/><Relationship Id="rId66" Type="http://schemas.openxmlformats.org/officeDocument/2006/relationships/customXml" Target="../ink/ink33.xml"/><Relationship Id="rId87" Type="http://schemas.openxmlformats.org/officeDocument/2006/relationships/image" Target="../media/image49.png"/><Relationship Id="rId110" Type="http://schemas.openxmlformats.org/officeDocument/2006/relationships/customXml" Target="../ink/ink55.xml"/><Relationship Id="rId115" Type="http://schemas.openxmlformats.org/officeDocument/2006/relationships/image" Target="../media/image63.png"/><Relationship Id="rId131" Type="http://schemas.openxmlformats.org/officeDocument/2006/relationships/image" Target="../media/image71.png"/><Relationship Id="rId136" Type="http://schemas.openxmlformats.org/officeDocument/2006/relationships/customXml" Target="../ink/ink68.xml"/><Relationship Id="rId157" Type="http://schemas.openxmlformats.org/officeDocument/2006/relationships/image" Target="../media/image84.png"/><Relationship Id="rId61" Type="http://schemas.openxmlformats.org/officeDocument/2006/relationships/image" Target="../media/image36.png"/><Relationship Id="rId82" Type="http://schemas.openxmlformats.org/officeDocument/2006/relationships/customXml" Target="../ink/ink41.xml"/><Relationship Id="rId152" Type="http://schemas.openxmlformats.org/officeDocument/2006/relationships/customXml" Target="../ink/ink76.xml"/><Relationship Id="rId19" Type="http://schemas.openxmlformats.org/officeDocument/2006/relationships/image" Target="../media/image14.png"/><Relationship Id="rId14" Type="http://schemas.openxmlformats.org/officeDocument/2006/relationships/customXml" Target="../ink/ink7.xml"/><Relationship Id="rId30" Type="http://schemas.openxmlformats.org/officeDocument/2006/relationships/customXml" Target="../ink/ink15.xml"/><Relationship Id="rId35" Type="http://schemas.openxmlformats.org/officeDocument/2006/relationships/image" Target="../media/image23.png"/><Relationship Id="rId56" Type="http://schemas.openxmlformats.org/officeDocument/2006/relationships/customXml" Target="../ink/ink28.xml"/><Relationship Id="rId77" Type="http://schemas.openxmlformats.org/officeDocument/2006/relationships/image" Target="../media/image44.png"/><Relationship Id="rId100" Type="http://schemas.openxmlformats.org/officeDocument/2006/relationships/customXml" Target="../ink/ink50.xml"/><Relationship Id="rId105" Type="http://schemas.openxmlformats.org/officeDocument/2006/relationships/image" Target="../media/image58.png"/><Relationship Id="rId126" Type="http://schemas.openxmlformats.org/officeDocument/2006/relationships/customXml" Target="../ink/ink63.xml"/><Relationship Id="rId147" Type="http://schemas.openxmlformats.org/officeDocument/2006/relationships/image" Target="../media/image79.png"/><Relationship Id="rId8" Type="http://schemas.openxmlformats.org/officeDocument/2006/relationships/customXml" Target="../ink/ink4.xml"/><Relationship Id="rId51" Type="http://schemas.openxmlformats.org/officeDocument/2006/relationships/image" Target="../media/image31.png"/><Relationship Id="rId72" Type="http://schemas.openxmlformats.org/officeDocument/2006/relationships/customXml" Target="../ink/ink36.xml"/><Relationship Id="rId93" Type="http://schemas.openxmlformats.org/officeDocument/2006/relationships/image" Target="../media/image52.png"/><Relationship Id="rId98" Type="http://schemas.openxmlformats.org/officeDocument/2006/relationships/customXml" Target="../ink/ink49.xml"/><Relationship Id="rId121" Type="http://schemas.openxmlformats.org/officeDocument/2006/relationships/image" Target="../media/image66.png"/><Relationship Id="rId142" Type="http://schemas.openxmlformats.org/officeDocument/2006/relationships/customXml" Target="../ink/ink71.xml"/><Relationship Id="rId3" Type="http://schemas.openxmlformats.org/officeDocument/2006/relationships/image" Target="../media/image7.png"/><Relationship Id="rId25" Type="http://schemas.openxmlformats.org/officeDocument/2006/relationships/image" Target="../media/image18.png"/><Relationship Id="rId46" Type="http://schemas.openxmlformats.org/officeDocument/2006/relationships/customXml" Target="../ink/ink23.xml"/><Relationship Id="rId67" Type="http://schemas.openxmlformats.org/officeDocument/2006/relationships/image" Target="../media/image39.png"/><Relationship Id="rId116" Type="http://schemas.openxmlformats.org/officeDocument/2006/relationships/customXml" Target="../ink/ink58.xml"/><Relationship Id="rId137" Type="http://schemas.openxmlformats.org/officeDocument/2006/relationships/image" Target="../media/image74.png"/><Relationship Id="rId158" Type="http://schemas.openxmlformats.org/officeDocument/2006/relationships/customXml" Target="../ink/ink79.xml"/><Relationship Id="rId20" Type="http://schemas.openxmlformats.org/officeDocument/2006/relationships/customXml" Target="../ink/ink10.xml"/><Relationship Id="rId41" Type="http://schemas.openxmlformats.org/officeDocument/2006/relationships/image" Target="../media/image26.png"/><Relationship Id="rId62" Type="http://schemas.openxmlformats.org/officeDocument/2006/relationships/customXml" Target="../ink/ink31.xml"/><Relationship Id="rId83" Type="http://schemas.openxmlformats.org/officeDocument/2006/relationships/image" Target="../media/image47.png"/><Relationship Id="rId88" Type="http://schemas.openxmlformats.org/officeDocument/2006/relationships/customXml" Target="../ink/ink44.xml"/><Relationship Id="rId111" Type="http://schemas.openxmlformats.org/officeDocument/2006/relationships/image" Target="../media/image61.png"/><Relationship Id="rId132" Type="http://schemas.openxmlformats.org/officeDocument/2006/relationships/customXml" Target="../ink/ink66.xml"/><Relationship Id="rId153" Type="http://schemas.openxmlformats.org/officeDocument/2006/relationships/image" Target="../media/image82.png"/><Relationship Id="rId15" Type="http://schemas.openxmlformats.org/officeDocument/2006/relationships/image" Target="../media/image12.png"/><Relationship Id="rId36" Type="http://schemas.openxmlformats.org/officeDocument/2006/relationships/customXml" Target="../ink/ink18.xml"/><Relationship Id="rId57" Type="http://schemas.openxmlformats.org/officeDocument/2006/relationships/image" Target="../media/image34.png"/><Relationship Id="rId106" Type="http://schemas.openxmlformats.org/officeDocument/2006/relationships/customXml" Target="../ink/ink53.xml"/><Relationship Id="rId127" Type="http://schemas.openxmlformats.org/officeDocument/2006/relationships/image" Target="../media/image69.png"/><Relationship Id="rId10" Type="http://schemas.openxmlformats.org/officeDocument/2006/relationships/customXml" Target="../ink/ink5.xml"/><Relationship Id="rId31" Type="http://schemas.openxmlformats.org/officeDocument/2006/relationships/image" Target="../media/image21.png"/><Relationship Id="rId52" Type="http://schemas.openxmlformats.org/officeDocument/2006/relationships/customXml" Target="../ink/ink26.xml"/><Relationship Id="rId73" Type="http://schemas.openxmlformats.org/officeDocument/2006/relationships/image" Target="../media/image42.png"/><Relationship Id="rId78" Type="http://schemas.openxmlformats.org/officeDocument/2006/relationships/customXml" Target="../ink/ink39.xml"/><Relationship Id="rId94" Type="http://schemas.openxmlformats.org/officeDocument/2006/relationships/customXml" Target="../ink/ink47.xml"/><Relationship Id="rId99" Type="http://schemas.openxmlformats.org/officeDocument/2006/relationships/image" Target="../media/image55.png"/><Relationship Id="rId101" Type="http://schemas.openxmlformats.org/officeDocument/2006/relationships/image" Target="../media/image56.png"/><Relationship Id="rId122" Type="http://schemas.openxmlformats.org/officeDocument/2006/relationships/customXml" Target="../ink/ink61.xml"/><Relationship Id="rId143" Type="http://schemas.openxmlformats.org/officeDocument/2006/relationships/image" Target="../media/image77.png"/><Relationship Id="rId148" Type="http://schemas.openxmlformats.org/officeDocument/2006/relationships/customXml" Target="../ink/ink74.xml"/><Relationship Id="rId4" Type="http://schemas.openxmlformats.org/officeDocument/2006/relationships/customXml" Target="../ink/ink2.xml"/><Relationship Id="rId9" Type="http://schemas.openxmlformats.org/officeDocument/2006/relationships/image" Target="../media/image9.png"/><Relationship Id="rId26" Type="http://schemas.openxmlformats.org/officeDocument/2006/relationships/customXml" Target="../ink/ink13.xml"/><Relationship Id="rId47" Type="http://schemas.openxmlformats.org/officeDocument/2006/relationships/image" Target="../media/image29.png"/><Relationship Id="rId68" Type="http://schemas.openxmlformats.org/officeDocument/2006/relationships/customXml" Target="../ink/ink34.xml"/><Relationship Id="rId89" Type="http://schemas.openxmlformats.org/officeDocument/2006/relationships/image" Target="../media/image50.png"/><Relationship Id="rId112" Type="http://schemas.openxmlformats.org/officeDocument/2006/relationships/customXml" Target="../ink/ink56.xml"/><Relationship Id="rId133" Type="http://schemas.openxmlformats.org/officeDocument/2006/relationships/image" Target="../media/image72.png"/><Relationship Id="rId154" Type="http://schemas.openxmlformats.org/officeDocument/2006/relationships/customXml" Target="../ink/ink77.xml"/><Relationship Id="rId16" Type="http://schemas.openxmlformats.org/officeDocument/2006/relationships/customXml" Target="../ink/ink8.xml"/><Relationship Id="rId37" Type="http://schemas.openxmlformats.org/officeDocument/2006/relationships/image" Target="../media/image24.png"/><Relationship Id="rId58" Type="http://schemas.openxmlformats.org/officeDocument/2006/relationships/customXml" Target="../ink/ink29.xml"/><Relationship Id="rId79" Type="http://schemas.openxmlformats.org/officeDocument/2006/relationships/image" Target="../media/image45.png"/><Relationship Id="rId102" Type="http://schemas.openxmlformats.org/officeDocument/2006/relationships/customXml" Target="../ink/ink51.xml"/><Relationship Id="rId123" Type="http://schemas.openxmlformats.org/officeDocument/2006/relationships/image" Target="../media/image67.png"/><Relationship Id="rId144" Type="http://schemas.openxmlformats.org/officeDocument/2006/relationships/customXml" Target="../ink/ink72.xml"/><Relationship Id="rId90" Type="http://schemas.openxmlformats.org/officeDocument/2006/relationships/customXml" Target="../ink/ink45.xml"/><Relationship Id="rId27" Type="http://schemas.openxmlformats.org/officeDocument/2006/relationships/image" Target="../media/image19.png"/><Relationship Id="rId48" Type="http://schemas.openxmlformats.org/officeDocument/2006/relationships/customXml" Target="../ink/ink24.xml"/><Relationship Id="rId69" Type="http://schemas.openxmlformats.org/officeDocument/2006/relationships/image" Target="../media/image40.png"/><Relationship Id="rId113" Type="http://schemas.openxmlformats.org/officeDocument/2006/relationships/image" Target="../media/image62.png"/><Relationship Id="rId134" Type="http://schemas.openxmlformats.org/officeDocument/2006/relationships/customXml" Target="../ink/ink67.xml"/><Relationship Id="rId80" Type="http://schemas.openxmlformats.org/officeDocument/2006/relationships/customXml" Target="../ink/ink40.xml"/><Relationship Id="rId155" Type="http://schemas.openxmlformats.org/officeDocument/2006/relationships/image" Target="../media/image83.png"/></Relationships>
</file>

<file path=ppt/slides/_rels/slide9.xml.rels><?xml version="1.0" encoding="UTF-8" standalone="yes"?>
<Relationships xmlns="http://schemas.openxmlformats.org/package/2006/relationships"><Relationship Id="rId8" Type="http://schemas.openxmlformats.org/officeDocument/2006/relationships/image" Target="../media/image89.png"/><Relationship Id="rId13" Type="http://schemas.openxmlformats.org/officeDocument/2006/relationships/customXml" Target="../ink/ink87.xml"/><Relationship Id="rId18" Type="http://schemas.openxmlformats.org/officeDocument/2006/relationships/image" Target="../media/image94.png"/><Relationship Id="rId3" Type="http://schemas.openxmlformats.org/officeDocument/2006/relationships/customXml" Target="../ink/ink82.xml"/><Relationship Id="rId7" Type="http://schemas.openxmlformats.org/officeDocument/2006/relationships/customXml" Target="../ink/ink84.xml"/><Relationship Id="rId12" Type="http://schemas.openxmlformats.org/officeDocument/2006/relationships/image" Target="../media/image91.png"/><Relationship Id="rId17" Type="http://schemas.openxmlformats.org/officeDocument/2006/relationships/customXml" Target="../ink/ink89.xml"/><Relationship Id="rId2" Type="http://schemas.openxmlformats.org/officeDocument/2006/relationships/image" Target="../media/image7.png"/><Relationship Id="rId16" Type="http://schemas.openxmlformats.org/officeDocument/2006/relationships/image" Target="../media/image93.png"/><Relationship Id="rId1" Type="http://schemas.openxmlformats.org/officeDocument/2006/relationships/slideLayout" Target="../slideLayouts/slideLayout38.xml"/><Relationship Id="rId6" Type="http://schemas.openxmlformats.org/officeDocument/2006/relationships/image" Target="../media/image88.png"/><Relationship Id="rId11" Type="http://schemas.openxmlformats.org/officeDocument/2006/relationships/customXml" Target="../ink/ink86.xml"/><Relationship Id="rId5" Type="http://schemas.openxmlformats.org/officeDocument/2006/relationships/customXml" Target="../ink/ink83.xml"/><Relationship Id="rId15" Type="http://schemas.openxmlformats.org/officeDocument/2006/relationships/customXml" Target="../ink/ink88.xml"/><Relationship Id="rId10" Type="http://schemas.openxmlformats.org/officeDocument/2006/relationships/image" Target="../media/image90.png"/><Relationship Id="rId4" Type="http://schemas.openxmlformats.org/officeDocument/2006/relationships/image" Target="../media/image87.png"/><Relationship Id="rId9" Type="http://schemas.openxmlformats.org/officeDocument/2006/relationships/customXml" Target="../ink/ink85.xml"/><Relationship Id="rId14" Type="http://schemas.openxmlformats.org/officeDocument/2006/relationships/image" Target="../media/image92.png"/></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8.xml"/></Relationships>
</file>

<file path=ppt/slides/_rels/slide11.xml.rels><?xml version="1.0" encoding="UTF-8" standalone="yes"?>
<Relationships xmlns="http://schemas.openxmlformats.org/package/2006/relationships"><Relationship Id="rId3" Type="http://schemas.openxmlformats.org/officeDocument/2006/relationships/customXml" Target="../ink/ink90.xml"/><Relationship Id="rId2" Type="http://schemas.openxmlformats.org/officeDocument/2006/relationships/image" Target="../media/image7.png"/><Relationship Id="rId1" Type="http://schemas.openxmlformats.org/officeDocument/2006/relationships/slideLayout" Target="../slideLayouts/slideLayout38.xml"/><Relationship Id="rId4" Type="http://schemas.openxmlformats.org/officeDocument/2006/relationships/image" Target="../media/image2271.png"/></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8.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8.xml"/></Relationships>
</file>

<file path=ppt/slides/_rels/slide14.xml.rels><?xml version="1.0" encoding="UTF-8" standalone="yes"?>
<Relationships xmlns="http://schemas.openxmlformats.org/package/2006/relationships"><Relationship Id="rId3" Type="http://schemas.openxmlformats.org/officeDocument/2006/relationships/customXml" Target="../ink/ink91.xml"/><Relationship Id="rId2" Type="http://schemas.openxmlformats.org/officeDocument/2006/relationships/image" Target="../media/image7.png"/><Relationship Id="rId1" Type="http://schemas.openxmlformats.org/officeDocument/2006/relationships/slideLayout" Target="../slideLayouts/slideLayout38.xml"/><Relationship Id="rId4" Type="http://schemas.openxmlformats.org/officeDocument/2006/relationships/image" Target="../media/image2270.png"/></Relationships>
</file>

<file path=ppt/slides/_rels/slide1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7.png"/><Relationship Id="rId1" Type="http://schemas.openxmlformats.org/officeDocument/2006/relationships/slideLayout" Target="../slideLayouts/slideLayout38.xml"/><Relationship Id="rId5" Type="http://schemas.openxmlformats.org/officeDocument/2006/relationships/image" Target="../media/image243.png"/><Relationship Id="rId4" Type="http://schemas.openxmlformats.org/officeDocument/2006/relationships/customXml" Target="../ink/ink9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8.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8.xml"/></Relationships>
</file>

<file path=ppt/slides/_rels/slide18.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0.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19.xml.rels><?xml version="1.0" encoding="UTF-8" standalone="yes"?>
<Relationships xmlns="http://schemas.openxmlformats.org/package/2006/relationships"><Relationship Id="rId8" Type="http://schemas.openxmlformats.org/officeDocument/2006/relationships/image" Target="../media/image101.jpeg"/><Relationship Id="rId3" Type="http://schemas.openxmlformats.org/officeDocument/2006/relationships/image" Target="../media/image96.jpeg"/><Relationship Id="rId7" Type="http://schemas.openxmlformats.org/officeDocument/2006/relationships/image" Target="../media/image100.tiff"/><Relationship Id="rId2" Type="http://schemas.openxmlformats.org/officeDocument/2006/relationships/notesSlide" Target="../notesSlides/notesSlide9.xml"/><Relationship Id="rId1" Type="http://schemas.openxmlformats.org/officeDocument/2006/relationships/slideLayout" Target="../slideLayouts/slideLayout37.xml"/><Relationship Id="rId6" Type="http://schemas.openxmlformats.org/officeDocument/2006/relationships/image" Target="../media/image99.tiff"/><Relationship Id="rId5" Type="http://schemas.openxmlformats.org/officeDocument/2006/relationships/image" Target="../media/image98.tiff"/><Relationship Id="rId4" Type="http://schemas.openxmlformats.org/officeDocument/2006/relationships/image" Target="../media/image97.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ABAP</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 on Cloud / RAP </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Training</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DAY-23</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EA8F6A9E-4911-4C13-BF00-4BE4386AE0F7}"/>
              </a:ext>
            </a:extLst>
          </p:cNvPr>
          <p:cNvSpPr/>
          <p:nvPr/>
        </p:nvSpPr>
        <p:spPr>
          <a:xfrm>
            <a:off x="1718111" y="1105227"/>
            <a:ext cx="4889619" cy="840385"/>
          </a:xfrm>
          <a:prstGeom prst="roundRect">
            <a:avLst>
              <a:gd name="adj" fmla="val 1815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Rectangle: Rounded Corners 35">
            <a:extLst>
              <a:ext uri="{FF2B5EF4-FFF2-40B4-BE49-F238E27FC236}">
                <a16:creationId xmlns:a16="http://schemas.microsoft.com/office/drawing/2014/main" id="{AF6E7713-5946-46A4-BF47-B37093B73CC4}"/>
              </a:ext>
            </a:extLst>
          </p:cNvPr>
          <p:cNvSpPr/>
          <p:nvPr/>
        </p:nvSpPr>
        <p:spPr>
          <a:xfrm>
            <a:off x="2134637" y="2352875"/>
            <a:ext cx="4889619" cy="840385"/>
          </a:xfrm>
          <a:prstGeom prst="roundRect">
            <a:avLst>
              <a:gd name="adj" fmla="val 1815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Rectangle: Rounded Corners 36">
            <a:extLst>
              <a:ext uri="{FF2B5EF4-FFF2-40B4-BE49-F238E27FC236}">
                <a16:creationId xmlns:a16="http://schemas.microsoft.com/office/drawing/2014/main" id="{5216E7A0-138C-422D-847B-06FB608C8E01}"/>
              </a:ext>
            </a:extLst>
          </p:cNvPr>
          <p:cNvSpPr/>
          <p:nvPr/>
        </p:nvSpPr>
        <p:spPr>
          <a:xfrm>
            <a:off x="2551163" y="3600523"/>
            <a:ext cx="4889619" cy="840385"/>
          </a:xfrm>
          <a:prstGeom prst="roundRect">
            <a:avLst>
              <a:gd name="adj" fmla="val 1815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Rectangle: Rounded Corners 37">
            <a:extLst>
              <a:ext uri="{FF2B5EF4-FFF2-40B4-BE49-F238E27FC236}">
                <a16:creationId xmlns:a16="http://schemas.microsoft.com/office/drawing/2014/main" id="{2E200DD0-D348-45E6-9B6B-43B966A8FF8C}"/>
              </a:ext>
            </a:extLst>
          </p:cNvPr>
          <p:cNvSpPr/>
          <p:nvPr/>
        </p:nvSpPr>
        <p:spPr>
          <a:xfrm>
            <a:off x="2967689" y="4848171"/>
            <a:ext cx="4889619" cy="840385"/>
          </a:xfrm>
          <a:prstGeom prst="roundRect">
            <a:avLst>
              <a:gd name="adj" fmla="val 18154"/>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3" name="Picture Placeholder 22">
            <a:extLst>
              <a:ext uri="{FF2B5EF4-FFF2-40B4-BE49-F238E27FC236}">
                <a16:creationId xmlns:a16="http://schemas.microsoft.com/office/drawing/2014/main" id="{58189288-4068-4B20-8FAB-92E0830D6B2E}"/>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l="39725" t="7760" r="8472" b="4056"/>
          <a:stretch/>
        </p:blipFill>
        <p:spPr>
          <a:xfrm>
            <a:off x="-1" y="-1"/>
            <a:ext cx="5662364" cy="6858000"/>
          </a:xfrm>
          <a:effectLst>
            <a:outerShdw blurRad="368300" dist="254000" dir="20580000" algn="tl" rotWithShape="0">
              <a:prstClr val="black">
                <a:alpha val="20000"/>
              </a:prstClr>
            </a:outerShdw>
          </a:effectLst>
        </p:spPr>
      </p:pic>
      <p:sp>
        <p:nvSpPr>
          <p:cNvPr id="31" name="Freeform: Shape 30">
            <a:extLst>
              <a:ext uri="{FF2B5EF4-FFF2-40B4-BE49-F238E27FC236}">
                <a16:creationId xmlns:a16="http://schemas.microsoft.com/office/drawing/2014/main" id="{C536E1EE-C900-4048-90CA-E22FBE51EE3B}"/>
              </a:ext>
            </a:extLst>
          </p:cNvPr>
          <p:cNvSpPr/>
          <p:nvPr/>
        </p:nvSpPr>
        <p:spPr>
          <a:xfrm>
            <a:off x="1718111" y="-1"/>
            <a:ext cx="3989979" cy="6814397"/>
          </a:xfrm>
          <a:custGeom>
            <a:avLst/>
            <a:gdLst>
              <a:gd name="connsiteX0" fmla="*/ 0 w 3989979"/>
              <a:gd name="connsiteY0" fmla="*/ 0 h 6814397"/>
              <a:gd name="connsiteX1" fmla="*/ 1282220 w 3989979"/>
              <a:gd name="connsiteY1" fmla="*/ 0 h 6814397"/>
              <a:gd name="connsiteX2" fmla="*/ 1402006 w 3989979"/>
              <a:gd name="connsiteY2" fmla="*/ 94133 h 6814397"/>
              <a:gd name="connsiteX3" fmla="*/ 3989979 w 3989979"/>
              <a:gd name="connsiteY3" fmla="*/ 5581812 h 6814397"/>
              <a:gd name="connsiteX4" fmla="*/ 3908037 w 3989979"/>
              <a:gd name="connsiteY4" fmla="*/ 6664843 h 6814397"/>
              <a:gd name="connsiteX5" fmla="*/ 3881330 w 3989979"/>
              <a:gd name="connsiteY5" fmla="*/ 6814397 h 6814397"/>
              <a:gd name="connsiteX6" fmla="*/ 3889285 w 3989979"/>
              <a:gd name="connsiteY6" fmla="*/ 6709775 h 6814397"/>
              <a:gd name="connsiteX7" fmla="*/ 3898539 w 3989979"/>
              <a:gd name="connsiteY7" fmla="*/ 6343812 h 6814397"/>
              <a:gd name="connsiteX8" fmla="*/ 176735 w 3989979"/>
              <a:gd name="connsiteY8" fmla="*/ 90518 h 6814397"/>
              <a:gd name="connsiteX9" fmla="*/ 0 w 3989979"/>
              <a:gd name="connsiteY9" fmla="*/ 0 h 681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989979" h="6814397">
                <a:moveTo>
                  <a:pt x="0" y="0"/>
                </a:moveTo>
                <a:lnTo>
                  <a:pt x="1282220" y="0"/>
                </a:lnTo>
                <a:lnTo>
                  <a:pt x="1402006" y="94133"/>
                </a:lnTo>
                <a:cubicBezTo>
                  <a:pt x="2982546" y="1398511"/>
                  <a:pt x="3989979" y="3372512"/>
                  <a:pt x="3989979" y="5581812"/>
                </a:cubicBezTo>
                <a:cubicBezTo>
                  <a:pt x="3989979" y="5950029"/>
                  <a:pt x="3961995" y="6311709"/>
                  <a:pt x="3908037" y="6664843"/>
                </a:cubicBezTo>
                <a:lnTo>
                  <a:pt x="3881330" y="6814397"/>
                </a:lnTo>
                <a:lnTo>
                  <a:pt x="3889285" y="6709775"/>
                </a:lnTo>
                <a:cubicBezTo>
                  <a:pt x="3895430" y="6588564"/>
                  <a:pt x="3898539" y="6466551"/>
                  <a:pt x="3898539" y="6343812"/>
                </a:cubicBezTo>
                <a:cubicBezTo>
                  <a:pt x="3898539" y="3643557"/>
                  <a:pt x="2393609" y="1294797"/>
                  <a:pt x="176735" y="90518"/>
                </a:cubicBezTo>
                <a:lnTo>
                  <a:pt x="0" y="0"/>
                </a:lnTo>
                <a:close/>
              </a:path>
            </a:pathLst>
          </a:custGeom>
          <a:gradFill flip="none" rotWithShape="1">
            <a:gsLst>
              <a:gs pos="3000">
                <a:schemeClr val="accent1"/>
              </a:gs>
              <a:gs pos="100000">
                <a:schemeClr val="accent4"/>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E3F0EA58-87FF-4FBD-A2F2-8C01EFEECAF2}"/>
              </a:ext>
            </a:extLst>
          </p:cNvPr>
          <p:cNvSpPr txBox="1"/>
          <p:nvPr/>
        </p:nvSpPr>
        <p:spPr>
          <a:xfrm>
            <a:off x="5619826" y="1202254"/>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01</a:t>
            </a:r>
          </a:p>
        </p:txBody>
      </p:sp>
      <p:sp>
        <p:nvSpPr>
          <p:cNvPr id="42" name="TextBox 41">
            <a:extLst>
              <a:ext uri="{FF2B5EF4-FFF2-40B4-BE49-F238E27FC236}">
                <a16:creationId xmlns:a16="http://schemas.microsoft.com/office/drawing/2014/main" id="{73592A37-8994-4267-A0A4-4F9D2B0CA640}"/>
              </a:ext>
            </a:extLst>
          </p:cNvPr>
          <p:cNvSpPr txBox="1"/>
          <p:nvPr/>
        </p:nvSpPr>
        <p:spPr>
          <a:xfrm>
            <a:off x="6032781" y="2449902"/>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02</a:t>
            </a:r>
          </a:p>
        </p:txBody>
      </p:sp>
      <p:sp>
        <p:nvSpPr>
          <p:cNvPr id="43" name="TextBox 42">
            <a:extLst>
              <a:ext uri="{FF2B5EF4-FFF2-40B4-BE49-F238E27FC236}">
                <a16:creationId xmlns:a16="http://schemas.microsoft.com/office/drawing/2014/main" id="{FF2E8B29-6A17-40BB-94A2-F4C43336C48C}"/>
              </a:ext>
            </a:extLst>
          </p:cNvPr>
          <p:cNvSpPr txBox="1"/>
          <p:nvPr/>
        </p:nvSpPr>
        <p:spPr>
          <a:xfrm>
            <a:off x="6475232" y="3697550"/>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03</a:t>
            </a:r>
          </a:p>
        </p:txBody>
      </p:sp>
      <p:sp>
        <p:nvSpPr>
          <p:cNvPr id="44" name="TextBox 43">
            <a:extLst>
              <a:ext uri="{FF2B5EF4-FFF2-40B4-BE49-F238E27FC236}">
                <a16:creationId xmlns:a16="http://schemas.microsoft.com/office/drawing/2014/main" id="{D9D30836-9CA2-4FC2-B426-C58A1B77DEBB}"/>
              </a:ext>
            </a:extLst>
          </p:cNvPr>
          <p:cNvSpPr txBox="1"/>
          <p:nvPr/>
        </p:nvSpPr>
        <p:spPr>
          <a:xfrm>
            <a:off x="6868523" y="4945198"/>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a:solidFill>
                  <a:schemeClr val="bg1"/>
                </a:solidFill>
                <a:latin typeface="Open Sans" panose="020B0606030504020204" pitchFamily="34" charset="0"/>
                <a:ea typeface="Open Sans" panose="020B0606030504020204" pitchFamily="34" charset="0"/>
                <a:cs typeface="Open Sans" panose="020B0606030504020204" pitchFamily="34" charset="0"/>
              </a:rPr>
              <a:t>04</a:t>
            </a:r>
            <a:endPar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Rectangle 44">
            <a:extLst>
              <a:ext uri="{FF2B5EF4-FFF2-40B4-BE49-F238E27FC236}">
                <a16:creationId xmlns:a16="http://schemas.microsoft.com/office/drawing/2014/main" id="{8D598D36-C5FC-4900-B880-D9AEBB01296E}"/>
              </a:ext>
            </a:extLst>
          </p:cNvPr>
          <p:cNvSpPr/>
          <p:nvPr/>
        </p:nvSpPr>
        <p:spPr>
          <a:xfrm>
            <a:off x="7255772" y="937725"/>
            <a:ext cx="2597506" cy="646331"/>
          </a:xfrm>
          <a:prstGeom prst="rect">
            <a:avLst/>
          </a:prstGeom>
        </p:spPr>
        <p:txBody>
          <a:bodyPr wrap="square" lIns="0" rIns="0" anchor="ctr">
            <a:spAutoFit/>
          </a:bodyPr>
          <a:lstStyle/>
          <a:p>
            <a:r>
              <a:rPr lang="en-IN" sz="1800" b="1" dirty="0">
                <a:solidFill>
                  <a:schemeClr val="accent3"/>
                </a:solidFill>
                <a:latin typeface="Open Sans" panose="020B0606030504020204" pitchFamily="34" charset="0"/>
                <a:ea typeface="Open Sans" panose="020B0606030504020204" pitchFamily="34" charset="0"/>
                <a:cs typeface="Open Sans" panose="020B0606030504020204" pitchFamily="34" charset="0"/>
              </a:rPr>
              <a:t>Fix the Composition issue</a:t>
            </a:r>
          </a:p>
        </p:txBody>
      </p:sp>
      <p:sp>
        <p:nvSpPr>
          <p:cNvPr id="49" name="Rectangle 48">
            <a:extLst>
              <a:ext uri="{FF2B5EF4-FFF2-40B4-BE49-F238E27FC236}">
                <a16:creationId xmlns:a16="http://schemas.microsoft.com/office/drawing/2014/main" id="{C0874C99-87AF-460C-9044-B8539EAC1769}"/>
              </a:ext>
            </a:extLst>
          </p:cNvPr>
          <p:cNvSpPr/>
          <p:nvPr/>
        </p:nvSpPr>
        <p:spPr>
          <a:xfrm>
            <a:off x="7712976" y="2234511"/>
            <a:ext cx="2597506" cy="646331"/>
          </a:xfrm>
          <a:prstGeom prst="rect">
            <a:avLst/>
          </a:prstGeom>
        </p:spPr>
        <p:txBody>
          <a:bodyPr wrap="square" lIns="0" rIns="0" anchor="ctr">
            <a:spAutoFit/>
          </a:bodyPr>
          <a:lstStyle/>
          <a:p>
            <a:r>
              <a:rPr lang="en-IN" sz="1800" b="1" dirty="0">
                <a:solidFill>
                  <a:schemeClr val="accent6">
                    <a:lumMod val="50000"/>
                    <a:lumOff val="50000"/>
                  </a:schemeClr>
                </a:solidFill>
                <a:latin typeface="Open Sans" panose="020B0606030504020204" pitchFamily="34" charset="0"/>
                <a:ea typeface="Open Sans" panose="020B0606030504020204" pitchFamily="34" charset="0"/>
                <a:cs typeface="Open Sans" panose="020B0606030504020204" pitchFamily="34" charset="0"/>
              </a:rPr>
              <a:t>Behavior Definition with CURD</a:t>
            </a:r>
          </a:p>
        </p:txBody>
      </p:sp>
      <p:sp>
        <p:nvSpPr>
          <p:cNvPr id="52" name="Rectangle 51">
            <a:extLst>
              <a:ext uri="{FF2B5EF4-FFF2-40B4-BE49-F238E27FC236}">
                <a16:creationId xmlns:a16="http://schemas.microsoft.com/office/drawing/2014/main" id="{20C13AF4-68B6-4226-9401-EDB6ED0540C2}"/>
              </a:ext>
            </a:extLst>
          </p:cNvPr>
          <p:cNvSpPr/>
          <p:nvPr/>
        </p:nvSpPr>
        <p:spPr>
          <a:xfrm>
            <a:off x="8207924" y="3739022"/>
            <a:ext cx="2597506" cy="369332"/>
          </a:xfrm>
          <a:prstGeom prst="rect">
            <a:avLst/>
          </a:prstGeom>
        </p:spPr>
        <p:txBody>
          <a:bodyPr wrap="square" lIns="0" rIns="0" anchor="ctr">
            <a:spAutoFit/>
          </a:bodyPr>
          <a:lstStyle/>
          <a:p>
            <a:r>
              <a:rPr lang="en-IN" sz="1800" b="1" dirty="0">
                <a:solidFill>
                  <a:schemeClr val="accent3"/>
                </a:solidFill>
                <a:latin typeface="Open Sans" panose="020B0606030504020204" pitchFamily="34" charset="0"/>
                <a:ea typeface="Open Sans" panose="020B0606030504020204" pitchFamily="34" charset="0"/>
                <a:cs typeface="Open Sans" panose="020B0606030504020204" pitchFamily="34" charset="0"/>
              </a:rPr>
              <a:t>EML</a:t>
            </a:r>
          </a:p>
        </p:txBody>
      </p:sp>
      <p:sp>
        <p:nvSpPr>
          <p:cNvPr id="55" name="Rectangle 54">
            <a:extLst>
              <a:ext uri="{FF2B5EF4-FFF2-40B4-BE49-F238E27FC236}">
                <a16:creationId xmlns:a16="http://schemas.microsoft.com/office/drawing/2014/main" id="{C08D0B4E-C408-458A-9E80-98D57A618BD5}"/>
              </a:ext>
            </a:extLst>
          </p:cNvPr>
          <p:cNvSpPr/>
          <p:nvPr/>
        </p:nvSpPr>
        <p:spPr>
          <a:xfrm>
            <a:off x="8554525" y="4986670"/>
            <a:ext cx="2597506" cy="369332"/>
          </a:xfrm>
          <a:prstGeom prst="rect">
            <a:avLst/>
          </a:prstGeom>
        </p:spPr>
        <p:txBody>
          <a:bodyPr wrap="square" lIns="0" rIns="0" anchor="ctr">
            <a:spAutoFit/>
          </a:bodyPr>
          <a:lstStyle/>
          <a:p>
            <a:r>
              <a:rPr lang="en-IN" sz="1800" b="1" dirty="0">
                <a:solidFill>
                  <a:schemeClr val="accent4"/>
                </a:solidFill>
                <a:latin typeface="Open Sans" panose="020B0606030504020204" pitchFamily="34" charset="0"/>
                <a:ea typeface="Open Sans" panose="020B0606030504020204" pitchFamily="34" charset="0"/>
                <a:cs typeface="Open Sans" panose="020B0606030504020204" pitchFamily="34" charset="0"/>
              </a:rPr>
              <a:t>Class Pool</a:t>
            </a:r>
          </a:p>
        </p:txBody>
      </p:sp>
      <p:pic>
        <p:nvPicPr>
          <p:cNvPr id="2" name="Picture 4">
            <a:extLst>
              <a:ext uri="{FF2B5EF4-FFF2-40B4-BE49-F238E27FC236}">
                <a16:creationId xmlns:a16="http://schemas.microsoft.com/office/drawing/2014/main" id="{0ABA602A-777F-01F1-3482-2AA689766F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416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11"/>
        <p:cNvGrpSpPr/>
        <p:nvPr/>
      </p:nvGrpSpPr>
      <p:grpSpPr>
        <a:xfrm>
          <a:off x="0" y="0"/>
          <a:ext cx="0" cy="0"/>
          <a:chOff x="0" y="0"/>
          <a:chExt cx="0" cy="0"/>
        </a:xfrm>
      </p:grpSpPr>
      <p:sp>
        <p:nvSpPr>
          <p:cNvPr id="1313" name="Google Shape;1313;p59"/>
          <p:cNvSpPr txBox="1"/>
          <p:nvPr/>
        </p:nvSpPr>
        <p:spPr>
          <a:xfrm>
            <a:off x="191294" y="895"/>
            <a:ext cx="11231710" cy="6461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Development Flow – Processor and Approver</a:t>
            </a:r>
            <a:endParaRPr sz="3599" dirty="0">
              <a:solidFill>
                <a:srgbClr val="FFC000"/>
              </a:solidFill>
              <a:latin typeface="Cooper Black" panose="0208090404030B020404" pitchFamily="18" charset="0"/>
              <a:ea typeface="Corben"/>
              <a:cs typeface="Corben"/>
              <a:sym typeface="Corben"/>
            </a:endParaRPr>
          </a:p>
        </p:txBody>
      </p:sp>
      <p:sp>
        <p:nvSpPr>
          <p:cNvPr id="1316" name="Google Shape;1316;p59"/>
          <p:cNvSpPr/>
          <p:nvPr/>
        </p:nvSpPr>
        <p:spPr>
          <a:xfrm>
            <a:off x="4438228" y="4869160"/>
            <a:ext cx="3096344" cy="1080120"/>
          </a:xfrm>
          <a:prstGeom prst="rect">
            <a:avLst/>
          </a:prstGeom>
          <a:solidFill>
            <a:srgbClr val="00B050"/>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Business Object (definition)</a:t>
            </a:r>
            <a:endParaRPr dirty="0"/>
          </a:p>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Includes the Travel, Booking and Booking Supplement CDS entities</a:t>
            </a:r>
            <a:endParaRPr dirty="0"/>
          </a:p>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100 fields</a:t>
            </a:r>
            <a:endParaRPr dirty="0"/>
          </a:p>
        </p:txBody>
      </p:sp>
      <p:sp>
        <p:nvSpPr>
          <p:cNvPr id="1317" name="Google Shape;1317;p59"/>
          <p:cNvSpPr/>
          <p:nvPr/>
        </p:nvSpPr>
        <p:spPr>
          <a:xfrm>
            <a:off x="405780" y="647098"/>
            <a:ext cx="3096344" cy="646203"/>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lt1"/>
                </a:solidFill>
                <a:latin typeface="Calibri"/>
                <a:ea typeface="Calibri"/>
                <a:cs typeface="Calibri"/>
                <a:sym typeface="Calibri"/>
              </a:rPr>
              <a:t>Fiori App – Processor</a:t>
            </a:r>
            <a:endParaRPr dirty="0"/>
          </a:p>
          <a:p>
            <a:pPr marL="0" marR="0" lvl="0" indent="0" algn="ctr" rtl="0">
              <a:spcBef>
                <a:spcPts val="0"/>
              </a:spcBef>
              <a:spcAft>
                <a:spcPts val="0"/>
              </a:spcAft>
              <a:buNone/>
            </a:pPr>
            <a:r>
              <a:rPr lang="en-US" sz="1400" dirty="0">
                <a:solidFill>
                  <a:schemeClr val="lt1"/>
                </a:solidFill>
                <a:latin typeface="Calibri"/>
                <a:ea typeface="Calibri"/>
                <a:cs typeface="Calibri"/>
                <a:sym typeface="Calibri"/>
              </a:rPr>
              <a:t>Create, update, delete, copy travel</a:t>
            </a:r>
            <a:endParaRPr dirty="0"/>
          </a:p>
        </p:txBody>
      </p:sp>
      <p:sp>
        <p:nvSpPr>
          <p:cNvPr id="1318" name="Google Shape;1318;p59"/>
          <p:cNvSpPr/>
          <p:nvPr/>
        </p:nvSpPr>
        <p:spPr>
          <a:xfrm>
            <a:off x="8882191" y="691641"/>
            <a:ext cx="3024336" cy="646203"/>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Fiori App – Approver</a:t>
            </a:r>
            <a:endParaRPr/>
          </a:p>
          <a:p>
            <a:pPr marL="0" marR="0" lvl="0" indent="0" algn="ctr" rtl="0">
              <a:spcBef>
                <a:spcPts val="0"/>
              </a:spcBef>
              <a:spcAft>
                <a:spcPts val="0"/>
              </a:spcAft>
              <a:buNone/>
            </a:pPr>
            <a:r>
              <a:rPr lang="en-US" sz="1400">
                <a:solidFill>
                  <a:schemeClr val="lt1"/>
                </a:solidFill>
                <a:latin typeface="Calibri"/>
                <a:ea typeface="Calibri"/>
                <a:cs typeface="Calibri"/>
                <a:sym typeface="Calibri"/>
              </a:rPr>
              <a:t>Display the travel request data</a:t>
            </a:r>
            <a:endParaRPr/>
          </a:p>
        </p:txBody>
      </p:sp>
      <p:sp>
        <p:nvSpPr>
          <p:cNvPr id="1319" name="Google Shape;1319;p59"/>
          <p:cNvSpPr/>
          <p:nvPr/>
        </p:nvSpPr>
        <p:spPr>
          <a:xfrm>
            <a:off x="456151" y="4849657"/>
            <a:ext cx="3024336" cy="108012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Business Object Projection</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For Processor</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30 fields to internet</a:t>
            </a:r>
            <a:endParaRPr dirty="0"/>
          </a:p>
        </p:txBody>
      </p:sp>
      <p:sp>
        <p:nvSpPr>
          <p:cNvPr id="1320" name="Google Shape;1320;p59"/>
          <p:cNvSpPr/>
          <p:nvPr/>
        </p:nvSpPr>
        <p:spPr>
          <a:xfrm>
            <a:off x="8882191" y="4869160"/>
            <a:ext cx="3024336" cy="108012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Calibri"/>
                <a:ea typeface="Calibri"/>
                <a:cs typeface="Calibri"/>
                <a:sym typeface="Calibri"/>
              </a:rPr>
              <a:t>Business Object Projection </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For Approver</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25 fields</a:t>
            </a:r>
            <a:endParaRPr/>
          </a:p>
        </p:txBody>
      </p:sp>
      <p:cxnSp>
        <p:nvCxnSpPr>
          <p:cNvPr id="1321" name="Google Shape;1321;p59"/>
          <p:cNvCxnSpPr>
            <a:stCxn id="1316" idx="1"/>
            <a:endCxn id="1319" idx="3"/>
          </p:cNvCxnSpPr>
          <p:nvPr/>
        </p:nvCxnSpPr>
        <p:spPr>
          <a:xfrm flipH="1" flipV="1">
            <a:off x="3480487" y="5389717"/>
            <a:ext cx="957741" cy="19503"/>
          </a:xfrm>
          <a:prstGeom prst="straightConnector1">
            <a:avLst/>
          </a:prstGeom>
          <a:noFill/>
          <a:ln w="9525" cap="flat" cmpd="sng">
            <a:solidFill>
              <a:schemeClr val="accent1"/>
            </a:solidFill>
            <a:prstDash val="solid"/>
            <a:miter lim="800000"/>
            <a:headEnd type="none" w="sm" len="sm"/>
            <a:tailEnd type="triangle" w="med" len="med"/>
          </a:ln>
        </p:spPr>
      </p:cxnSp>
      <p:cxnSp>
        <p:nvCxnSpPr>
          <p:cNvPr id="1322" name="Google Shape;1322;p59"/>
          <p:cNvCxnSpPr>
            <a:stCxn id="1316" idx="3"/>
            <a:endCxn id="1320" idx="1"/>
          </p:cNvCxnSpPr>
          <p:nvPr/>
        </p:nvCxnSpPr>
        <p:spPr>
          <a:xfrm>
            <a:off x="7534572" y="5409220"/>
            <a:ext cx="1347600" cy="0"/>
          </a:xfrm>
          <a:prstGeom prst="straightConnector1">
            <a:avLst/>
          </a:prstGeom>
          <a:noFill/>
          <a:ln w="9525" cap="flat" cmpd="sng">
            <a:solidFill>
              <a:schemeClr val="accent1"/>
            </a:solidFill>
            <a:prstDash val="solid"/>
            <a:miter lim="800000"/>
            <a:headEnd type="none" w="sm" len="sm"/>
            <a:tailEnd type="triangle" w="med" len="med"/>
          </a:ln>
        </p:spPr>
      </p:cxnSp>
      <p:sp>
        <p:nvSpPr>
          <p:cNvPr id="1323" name="Google Shape;1323;p59"/>
          <p:cNvSpPr/>
          <p:nvPr/>
        </p:nvSpPr>
        <p:spPr>
          <a:xfrm>
            <a:off x="405780" y="2132856"/>
            <a:ext cx="3024336" cy="72008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MDE for Processor Projection</a:t>
            </a:r>
            <a:endParaRPr dirty="0"/>
          </a:p>
        </p:txBody>
      </p:sp>
      <p:sp>
        <p:nvSpPr>
          <p:cNvPr id="1324" name="Google Shape;1324;p59"/>
          <p:cNvSpPr/>
          <p:nvPr/>
        </p:nvSpPr>
        <p:spPr>
          <a:xfrm>
            <a:off x="8882191" y="2155416"/>
            <a:ext cx="3024336" cy="72008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MDE for approver Projection</a:t>
            </a:r>
            <a:endParaRPr dirty="0"/>
          </a:p>
        </p:txBody>
      </p:sp>
      <p:cxnSp>
        <p:nvCxnSpPr>
          <p:cNvPr id="1325" name="Google Shape;1325;p59"/>
          <p:cNvCxnSpPr>
            <a:stCxn id="1319" idx="0"/>
            <a:endCxn id="1323" idx="2"/>
          </p:cNvCxnSpPr>
          <p:nvPr/>
        </p:nvCxnSpPr>
        <p:spPr>
          <a:xfrm flipH="1" flipV="1">
            <a:off x="1917948" y="2852936"/>
            <a:ext cx="50371" cy="1996721"/>
          </a:xfrm>
          <a:prstGeom prst="straightConnector1">
            <a:avLst/>
          </a:prstGeom>
          <a:noFill/>
          <a:ln w="9525" cap="flat" cmpd="sng">
            <a:solidFill>
              <a:schemeClr val="accent1"/>
            </a:solidFill>
            <a:prstDash val="solid"/>
            <a:miter lim="800000"/>
            <a:headEnd type="none" w="sm" len="sm"/>
            <a:tailEnd type="triangle" w="med" len="med"/>
          </a:ln>
        </p:spPr>
      </p:cxnSp>
      <p:cxnSp>
        <p:nvCxnSpPr>
          <p:cNvPr id="1326" name="Google Shape;1326;p59"/>
          <p:cNvCxnSpPr>
            <a:stCxn id="1320" idx="0"/>
            <a:endCxn id="1324" idx="2"/>
          </p:cNvCxnSpPr>
          <p:nvPr/>
        </p:nvCxnSpPr>
        <p:spPr>
          <a:xfrm rot="10800000">
            <a:off x="10394359" y="2875360"/>
            <a:ext cx="0" cy="1993800"/>
          </a:xfrm>
          <a:prstGeom prst="straightConnector1">
            <a:avLst/>
          </a:prstGeom>
          <a:noFill/>
          <a:ln w="9525" cap="flat" cmpd="sng">
            <a:solidFill>
              <a:schemeClr val="accent1"/>
            </a:solidFill>
            <a:prstDash val="solid"/>
            <a:miter lim="800000"/>
            <a:headEnd type="none" w="sm" len="sm"/>
            <a:tailEnd type="triangle" w="med" len="med"/>
          </a:ln>
        </p:spPr>
      </p:cxnSp>
      <p:sp>
        <p:nvSpPr>
          <p:cNvPr id="1327" name="Google Shape;1327;p59"/>
          <p:cNvSpPr/>
          <p:nvPr/>
        </p:nvSpPr>
        <p:spPr>
          <a:xfrm>
            <a:off x="405780" y="1412776"/>
            <a:ext cx="1584176" cy="600605"/>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lt1"/>
                </a:solidFill>
                <a:latin typeface="Calibri"/>
                <a:ea typeface="Calibri"/>
                <a:cs typeface="Calibri"/>
                <a:sym typeface="Calibri"/>
              </a:rPr>
              <a:t>Service definition</a:t>
            </a:r>
            <a:endParaRPr/>
          </a:p>
        </p:txBody>
      </p:sp>
      <p:sp>
        <p:nvSpPr>
          <p:cNvPr id="1328" name="Google Shape;1328;p59"/>
          <p:cNvSpPr/>
          <p:nvPr/>
        </p:nvSpPr>
        <p:spPr>
          <a:xfrm>
            <a:off x="2061964" y="1416237"/>
            <a:ext cx="1440160" cy="600605"/>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Service Binding</a:t>
            </a:r>
            <a:endParaRPr dirty="0"/>
          </a:p>
        </p:txBody>
      </p:sp>
      <p:sp>
        <p:nvSpPr>
          <p:cNvPr id="1329" name="Google Shape;1329;p59"/>
          <p:cNvSpPr/>
          <p:nvPr/>
        </p:nvSpPr>
        <p:spPr>
          <a:xfrm>
            <a:off x="8855026" y="1464670"/>
            <a:ext cx="1584176" cy="600605"/>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lt1"/>
                </a:solidFill>
                <a:latin typeface="Calibri"/>
                <a:ea typeface="Calibri"/>
                <a:cs typeface="Calibri"/>
                <a:sym typeface="Calibri"/>
              </a:rPr>
              <a:t>Service definition</a:t>
            </a:r>
            <a:endParaRPr/>
          </a:p>
        </p:txBody>
      </p:sp>
      <p:sp>
        <p:nvSpPr>
          <p:cNvPr id="1330" name="Google Shape;1330;p59"/>
          <p:cNvSpPr/>
          <p:nvPr/>
        </p:nvSpPr>
        <p:spPr>
          <a:xfrm>
            <a:off x="10511210" y="1468131"/>
            <a:ext cx="1440160" cy="600605"/>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lt1"/>
                </a:solidFill>
                <a:latin typeface="Calibri"/>
                <a:ea typeface="Calibri"/>
                <a:cs typeface="Calibri"/>
                <a:sym typeface="Calibri"/>
              </a:rPr>
              <a:t>Service Binding</a:t>
            </a:r>
            <a:endParaRPr/>
          </a:p>
        </p:txBody>
      </p:sp>
      <p:pic>
        <p:nvPicPr>
          <p:cNvPr id="1332" name="Google Shape;1332;p59" descr="A green circle with a white tick in it&#10;&#10;Description automatically generated"/>
          <p:cNvPicPr preferRelativeResize="0"/>
          <p:nvPr/>
        </p:nvPicPr>
        <p:blipFill rotWithShape="1">
          <a:blip r:embed="rId3">
            <a:alphaModFix/>
          </a:blip>
          <a:srcRect/>
          <a:stretch/>
        </p:blipFill>
        <p:spPr>
          <a:xfrm>
            <a:off x="66713" y="6379793"/>
            <a:ext cx="457206" cy="457206"/>
          </a:xfrm>
          <a:prstGeom prst="rect">
            <a:avLst/>
          </a:prstGeom>
          <a:noFill/>
          <a:ln>
            <a:noFill/>
          </a:ln>
        </p:spPr>
      </p:pic>
      <p:sp>
        <p:nvSpPr>
          <p:cNvPr id="1336" name="Google Shape;1336;p59"/>
          <p:cNvSpPr/>
          <p:nvPr/>
        </p:nvSpPr>
        <p:spPr>
          <a:xfrm>
            <a:off x="4418057" y="3560437"/>
            <a:ext cx="3096344" cy="1080120"/>
          </a:xfrm>
          <a:prstGeom prst="rect">
            <a:avLst/>
          </a:prstGeom>
          <a:solidFill>
            <a:srgbClr val="00B050"/>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Behavior Definition (BDEF)</a:t>
            </a:r>
            <a:endParaRPr dirty="0"/>
          </a:p>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Tell RAP framework regarding our operations which needs to be supported for BO (managed)</a:t>
            </a:r>
            <a:endParaRPr dirty="0"/>
          </a:p>
        </p:txBody>
      </p:sp>
      <p:sp>
        <p:nvSpPr>
          <p:cNvPr id="1337" name="Google Shape;1337;p59"/>
          <p:cNvSpPr/>
          <p:nvPr/>
        </p:nvSpPr>
        <p:spPr>
          <a:xfrm>
            <a:off x="405780" y="3555658"/>
            <a:ext cx="3024336" cy="108012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BDEF Projection</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For Processor</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Expose what is needed by a processor role in company</a:t>
            </a:r>
            <a:endParaRPr dirty="0"/>
          </a:p>
        </p:txBody>
      </p:sp>
      <p:cxnSp>
        <p:nvCxnSpPr>
          <p:cNvPr id="1338" name="Google Shape;1338;p59"/>
          <p:cNvCxnSpPr/>
          <p:nvPr/>
        </p:nvCxnSpPr>
        <p:spPr>
          <a:xfrm rot="10800000">
            <a:off x="3409945" y="4095718"/>
            <a:ext cx="1008112" cy="0"/>
          </a:xfrm>
          <a:prstGeom prst="straightConnector1">
            <a:avLst/>
          </a:prstGeom>
          <a:noFill/>
          <a:ln w="9525" cap="flat" cmpd="sng">
            <a:solidFill>
              <a:schemeClr val="accent1"/>
            </a:solidFill>
            <a:prstDash val="solid"/>
            <a:miter lim="800000"/>
            <a:headEnd type="none" w="sm" len="sm"/>
            <a:tailEnd type="triangle" w="med" len="med"/>
          </a:ln>
        </p:spPr>
      </p:cxnSp>
      <p:sp>
        <p:nvSpPr>
          <p:cNvPr id="1339" name="Google Shape;1339;p59"/>
          <p:cNvSpPr/>
          <p:nvPr/>
        </p:nvSpPr>
        <p:spPr>
          <a:xfrm>
            <a:off x="8853228" y="3557570"/>
            <a:ext cx="3024336" cy="108012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Calibri"/>
                <a:ea typeface="Calibri"/>
                <a:cs typeface="Calibri"/>
                <a:sym typeface="Calibri"/>
              </a:rPr>
              <a:t>BDEF Projection</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For Approver</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Expose what is needed by a approver role in company</a:t>
            </a:r>
            <a:endParaRPr/>
          </a:p>
        </p:txBody>
      </p:sp>
      <p:cxnSp>
        <p:nvCxnSpPr>
          <p:cNvPr id="1340" name="Google Shape;1340;p59"/>
          <p:cNvCxnSpPr/>
          <p:nvPr/>
        </p:nvCxnSpPr>
        <p:spPr>
          <a:xfrm>
            <a:off x="7462564" y="4095718"/>
            <a:ext cx="1347619" cy="0"/>
          </a:xfrm>
          <a:prstGeom prst="straightConnector1">
            <a:avLst/>
          </a:prstGeom>
          <a:noFill/>
          <a:ln w="9525" cap="flat" cmpd="sng">
            <a:solidFill>
              <a:schemeClr val="accent1"/>
            </a:solidFill>
            <a:prstDash val="solid"/>
            <a:miter lim="800000"/>
            <a:headEnd type="none" w="sm" len="sm"/>
            <a:tailEnd type="triangle" w="med" len="med"/>
          </a:ln>
        </p:spPr>
      </p:cxnSp>
      <p:sp>
        <p:nvSpPr>
          <p:cNvPr id="3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pic>
        <p:nvPicPr>
          <p:cNvPr id="3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pic>
        <p:nvPicPr>
          <p:cNvPr id="2" name="Google Shape;1332;p59" descr="A green circle with a white tick in it&#10;&#10;Description automatically generated">
            <a:extLst>
              <a:ext uri="{FF2B5EF4-FFF2-40B4-BE49-F238E27FC236}">
                <a16:creationId xmlns:a16="http://schemas.microsoft.com/office/drawing/2014/main" id="{76005F72-69C8-C4DF-6236-CD65A73A64F2}"/>
              </a:ext>
            </a:extLst>
          </p:cNvPr>
          <p:cNvPicPr preferRelativeResize="0"/>
          <p:nvPr/>
        </p:nvPicPr>
        <p:blipFill rotWithShape="1">
          <a:blip r:embed="rId3">
            <a:alphaModFix/>
          </a:blip>
          <a:srcRect/>
          <a:stretch/>
        </p:blipFill>
        <p:spPr>
          <a:xfrm>
            <a:off x="4251052" y="4751995"/>
            <a:ext cx="457206" cy="457206"/>
          </a:xfrm>
          <a:prstGeom prst="rect">
            <a:avLst/>
          </a:prstGeom>
          <a:noFill/>
          <a:ln>
            <a:noFill/>
          </a:ln>
        </p:spPr>
      </p:pic>
      <p:pic>
        <p:nvPicPr>
          <p:cNvPr id="3" name="Google Shape;1332;p59" descr="A green circle with a white tick in it&#10;&#10;Description automatically generated">
            <a:extLst>
              <a:ext uri="{FF2B5EF4-FFF2-40B4-BE49-F238E27FC236}">
                <a16:creationId xmlns:a16="http://schemas.microsoft.com/office/drawing/2014/main" id="{D433512C-334B-79D8-0205-26E3E32A1624}"/>
              </a:ext>
            </a:extLst>
          </p:cNvPr>
          <p:cNvPicPr preferRelativeResize="0"/>
          <p:nvPr/>
        </p:nvPicPr>
        <p:blipFill rotWithShape="1">
          <a:blip r:embed="rId3">
            <a:alphaModFix/>
          </a:blip>
          <a:srcRect/>
          <a:stretch/>
        </p:blipFill>
        <p:spPr>
          <a:xfrm>
            <a:off x="185083" y="4697257"/>
            <a:ext cx="457206" cy="457206"/>
          </a:xfrm>
          <a:prstGeom prst="rect">
            <a:avLst/>
          </a:prstGeom>
          <a:noFill/>
          <a:ln>
            <a:noFill/>
          </a:ln>
        </p:spPr>
      </p:pic>
      <p:pic>
        <p:nvPicPr>
          <p:cNvPr id="4" name="Google Shape;1332;p59" descr="A green circle with a white tick in it&#10;&#10;Description automatically generated">
            <a:extLst>
              <a:ext uri="{FF2B5EF4-FFF2-40B4-BE49-F238E27FC236}">
                <a16:creationId xmlns:a16="http://schemas.microsoft.com/office/drawing/2014/main" id="{C8D99C57-AF8A-034A-BCD2-15E06CACA78F}"/>
              </a:ext>
            </a:extLst>
          </p:cNvPr>
          <p:cNvPicPr preferRelativeResize="0"/>
          <p:nvPr/>
        </p:nvPicPr>
        <p:blipFill rotWithShape="1">
          <a:blip r:embed="rId3">
            <a:alphaModFix/>
          </a:blip>
          <a:srcRect/>
          <a:stretch/>
        </p:blipFill>
        <p:spPr>
          <a:xfrm>
            <a:off x="66713" y="1349779"/>
            <a:ext cx="457206" cy="457206"/>
          </a:xfrm>
          <a:prstGeom prst="rect">
            <a:avLst/>
          </a:prstGeom>
          <a:noFill/>
          <a:ln>
            <a:noFill/>
          </a:ln>
        </p:spPr>
      </p:pic>
      <p:pic>
        <p:nvPicPr>
          <p:cNvPr id="5" name="Google Shape;1332;p59" descr="A green circle with a white tick in it&#10;&#10;Description automatically generated">
            <a:extLst>
              <a:ext uri="{FF2B5EF4-FFF2-40B4-BE49-F238E27FC236}">
                <a16:creationId xmlns:a16="http://schemas.microsoft.com/office/drawing/2014/main" id="{656DB8F6-91C7-21B3-0F00-95D751F37CCF}"/>
              </a:ext>
            </a:extLst>
          </p:cNvPr>
          <p:cNvPicPr preferRelativeResize="0"/>
          <p:nvPr/>
        </p:nvPicPr>
        <p:blipFill rotWithShape="1">
          <a:blip r:embed="rId3">
            <a:alphaModFix/>
          </a:blip>
          <a:srcRect/>
          <a:stretch/>
        </p:blipFill>
        <p:spPr>
          <a:xfrm>
            <a:off x="3393023" y="1315991"/>
            <a:ext cx="457206" cy="457206"/>
          </a:xfrm>
          <a:prstGeom prst="rect">
            <a:avLst/>
          </a:prstGeom>
          <a:noFill/>
          <a:ln>
            <a:noFill/>
          </a:ln>
        </p:spPr>
      </p:pic>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83E4538C-8F61-FA7C-1202-5A3FBA8FFDCE}"/>
                  </a:ext>
                </a:extLst>
              </p14:cNvPr>
              <p14:cNvContentPartPr/>
              <p14:nvPr/>
            </p14:nvContentPartPr>
            <p14:xfrm>
              <a:off x="288292" y="6615382"/>
              <a:ext cx="360" cy="360"/>
            </p14:xfrm>
          </p:contentPart>
        </mc:Choice>
        <mc:Fallback xmlns="">
          <p:pic>
            <p:nvPicPr>
              <p:cNvPr id="8" name="Ink 7">
                <a:extLst>
                  <a:ext uri="{FF2B5EF4-FFF2-40B4-BE49-F238E27FC236}">
                    <a16:creationId xmlns:a16="http://schemas.microsoft.com/office/drawing/2014/main" id="{83E4538C-8F61-FA7C-1202-5A3FBA8FFDCE}"/>
                  </a:ext>
                </a:extLst>
              </p:cNvPr>
              <p:cNvPicPr/>
              <p:nvPr/>
            </p:nvPicPr>
            <p:blipFill>
              <a:blip r:embed="rId6"/>
              <a:stretch>
                <a:fillRect/>
              </a:stretch>
            </p:blipFill>
            <p:spPr>
              <a:xfrm>
                <a:off x="279292" y="6606382"/>
                <a:ext cx="18000" cy="18000"/>
              </a:xfrm>
              <a:prstGeom prst="rect">
                <a:avLst/>
              </a:prstGeom>
            </p:spPr>
          </p:pic>
        </mc:Fallback>
      </mc:AlternateContent>
      <p:pic>
        <p:nvPicPr>
          <p:cNvPr id="9" name="Google Shape;1332;p59" descr="A green circle with a white tick in it&#10;&#10;Description automatically generated">
            <a:extLst>
              <a:ext uri="{FF2B5EF4-FFF2-40B4-BE49-F238E27FC236}">
                <a16:creationId xmlns:a16="http://schemas.microsoft.com/office/drawing/2014/main" id="{EB2B8A03-3D4F-8C68-8797-C5726F10CDE5}"/>
              </a:ext>
            </a:extLst>
          </p:cNvPr>
          <p:cNvPicPr preferRelativeResize="0"/>
          <p:nvPr/>
        </p:nvPicPr>
        <p:blipFill rotWithShape="1">
          <a:blip r:embed="rId3">
            <a:alphaModFix/>
          </a:blip>
          <a:srcRect/>
          <a:stretch/>
        </p:blipFill>
        <p:spPr>
          <a:xfrm>
            <a:off x="37565" y="2016842"/>
            <a:ext cx="457206" cy="457206"/>
          </a:xfrm>
          <a:prstGeom prst="rect">
            <a:avLst/>
          </a:prstGeom>
          <a:noFill/>
          <a:ln>
            <a:noFill/>
          </a:ln>
        </p:spPr>
      </p:pic>
      <p:pic>
        <p:nvPicPr>
          <p:cNvPr id="17" name="Google Shape;1332;p59" descr="A green circle with a white tick in it&#10;&#10;Description automatically generated">
            <a:extLst>
              <a:ext uri="{FF2B5EF4-FFF2-40B4-BE49-F238E27FC236}">
                <a16:creationId xmlns:a16="http://schemas.microsoft.com/office/drawing/2014/main" id="{9456DD62-E612-424E-A9E7-4EDE8D9FC8EA}"/>
              </a:ext>
            </a:extLst>
          </p:cNvPr>
          <p:cNvPicPr preferRelativeResize="0"/>
          <p:nvPr/>
        </p:nvPicPr>
        <p:blipFill rotWithShape="1">
          <a:blip r:embed="rId3">
            <a:alphaModFix/>
          </a:blip>
          <a:srcRect/>
          <a:stretch/>
        </p:blipFill>
        <p:spPr>
          <a:xfrm>
            <a:off x="4167932" y="3297563"/>
            <a:ext cx="457206" cy="457206"/>
          </a:xfrm>
          <a:prstGeom prst="rect">
            <a:avLst/>
          </a:prstGeom>
          <a:noFill/>
          <a:ln>
            <a:noFill/>
          </a:ln>
        </p:spPr>
      </p:pic>
      <p:pic>
        <p:nvPicPr>
          <p:cNvPr id="18" name="Google Shape;1332;p59" descr="A green circle with a white tick in it&#10;&#10;Description automatically generated">
            <a:extLst>
              <a:ext uri="{FF2B5EF4-FFF2-40B4-BE49-F238E27FC236}">
                <a16:creationId xmlns:a16="http://schemas.microsoft.com/office/drawing/2014/main" id="{0E781AA4-F586-5949-45AC-04FBD96A68CE}"/>
              </a:ext>
            </a:extLst>
          </p:cNvPr>
          <p:cNvPicPr preferRelativeResize="0"/>
          <p:nvPr/>
        </p:nvPicPr>
        <p:blipFill rotWithShape="1">
          <a:blip r:embed="rId3">
            <a:alphaModFix/>
          </a:blip>
          <a:srcRect/>
          <a:stretch/>
        </p:blipFill>
        <p:spPr>
          <a:xfrm>
            <a:off x="185083" y="3394090"/>
            <a:ext cx="457206" cy="45720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19"/>
        <p:cNvGrpSpPr/>
        <p:nvPr/>
      </p:nvGrpSpPr>
      <p:grpSpPr>
        <a:xfrm>
          <a:off x="0" y="0"/>
          <a:ext cx="0" cy="0"/>
          <a:chOff x="0" y="0"/>
          <a:chExt cx="0" cy="0"/>
        </a:xfrm>
      </p:grpSpPr>
      <p:sp>
        <p:nvSpPr>
          <p:cNvPr id="1521" name="Google Shape;1521;p74"/>
          <p:cNvSpPr txBox="1"/>
          <p:nvPr/>
        </p:nvSpPr>
        <p:spPr>
          <a:xfrm>
            <a:off x="224979" y="788088"/>
            <a:ext cx="11806237" cy="34163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The EML is part of ABAP language that access to RAP BO. Because the consumption of business object via odata protocol requires a Fiori UI or Web API, the EML enables a type-safe access to business object directly. EML interacts with the business object entities (single entity – travel) to perform all the entity operations.</a:t>
            </a:r>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EML can be used to provide behaviour for business object. For example, we can implement an action that first triggers a create and then a update using the EML. It is one of the best way to consume our RAP framework and Business object using plain ABAP code w/o creating any special API or service.</a:t>
            </a:r>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Use cases:</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Calibri"/>
                <a:ea typeface="Calibri"/>
                <a:cs typeface="Calibri"/>
                <a:sym typeface="Calibri"/>
              </a:rPr>
              <a:t>Consumption of RAP functionality in Plain ABAP</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Calibri"/>
                <a:ea typeface="Calibri"/>
                <a:cs typeface="Calibri"/>
                <a:sym typeface="Calibri"/>
              </a:rPr>
              <a:t>Testing purpose</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Calibri"/>
                <a:ea typeface="Calibri"/>
                <a:cs typeface="Calibri"/>
                <a:sym typeface="Calibri"/>
              </a:rPr>
              <a:t>Build special business logic</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Calibri"/>
                <a:ea typeface="Calibri"/>
                <a:cs typeface="Calibri"/>
                <a:sym typeface="Calibri"/>
              </a:rPr>
              <a:t>Generate test data</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Calibri"/>
                <a:ea typeface="Calibri"/>
                <a:cs typeface="Calibri"/>
                <a:sym typeface="Calibri"/>
              </a:rPr>
              <a:t>For integration with classic code</a:t>
            </a:r>
            <a:endParaRPr sz="1800">
              <a:solidFill>
                <a:schemeClr val="dk1"/>
              </a:solidFill>
              <a:latin typeface="Calibri"/>
              <a:ea typeface="Calibri"/>
              <a:cs typeface="Calibri"/>
              <a:sym typeface="Calibri"/>
            </a:endParaRPr>
          </a:p>
        </p:txBody>
      </p:sp>
      <p:sp>
        <p:nvSpPr>
          <p:cNvPr id="1522" name="Google Shape;1522;p74"/>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EML – Entity Manipulation Language</a:t>
            </a:r>
            <a:endParaRPr sz="3599" dirty="0">
              <a:solidFill>
                <a:srgbClr val="FFC000"/>
              </a:solidFill>
              <a:latin typeface="Cooper Black" panose="0208090404030B020404" pitchFamily="18" charset="0"/>
              <a:ea typeface="Corben"/>
              <a:cs typeface="Corben"/>
              <a:sym typeface="Corben"/>
            </a:endParaRPr>
          </a:p>
        </p:txBody>
      </p:sp>
      <p:sp>
        <p:nvSpPr>
          <p:cNvPr id="7"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a:defRPr/>
            </a:pPr>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8"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4493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8"/>
        <p:cNvGrpSpPr/>
        <p:nvPr/>
      </p:nvGrpSpPr>
      <p:grpSpPr>
        <a:xfrm>
          <a:off x="0" y="0"/>
          <a:ext cx="0" cy="0"/>
          <a:chOff x="0" y="0"/>
          <a:chExt cx="0" cy="0"/>
        </a:xfrm>
      </p:grpSpPr>
      <p:sp>
        <p:nvSpPr>
          <p:cNvPr id="1530" name="Google Shape;1530;p75"/>
          <p:cNvSpPr txBox="1"/>
          <p:nvPr/>
        </p:nvSpPr>
        <p:spPr>
          <a:xfrm>
            <a:off x="224979" y="788088"/>
            <a:ext cx="11806237" cy="48013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Read operation</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Calibri"/>
                <a:ea typeface="Calibri"/>
                <a:cs typeface="Calibri"/>
                <a:sym typeface="Calibri"/>
              </a:rPr>
              <a:t>Read from Root entity and by the key</a:t>
            </a:r>
            <a:endParaRPr/>
          </a:p>
          <a:p>
            <a:pPr marL="285750" marR="0" lvl="0" indent="-285750" algn="l" rtl="0">
              <a:spcBef>
                <a:spcPts val="0"/>
              </a:spcBef>
              <a:spcAft>
                <a:spcPts val="0"/>
              </a:spcAft>
              <a:buClr>
                <a:schemeClr val="dk1"/>
              </a:buClr>
              <a:buSzPts val="1800"/>
              <a:buFont typeface="Arial"/>
              <a:buChar char="•"/>
            </a:pPr>
            <a:r>
              <a:rPr lang="en-US" sz="1800">
                <a:solidFill>
                  <a:schemeClr val="dk1"/>
                </a:solidFill>
                <a:latin typeface="Calibri"/>
                <a:ea typeface="Calibri"/>
                <a:cs typeface="Calibri"/>
                <a:sym typeface="Calibri"/>
              </a:rPr>
              <a:t>Read the root entity with its composition child (travel and booking together)</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A read operation always either returns a RESULT 🡺 capture in a internal table</a:t>
            </a:r>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OR returns an error table called as FAILED 🡺 capture in a internal table</a:t>
            </a:r>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AND returns an table of messages as REPORTED 🡺 capture in a internal table (other messages)</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If we use second option we can specify the associated entity using \_AssociationName</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READ ENTITIES OF </a:t>
            </a:r>
            <a:r>
              <a:rPr lang="en-US" sz="1800" b="1">
                <a:solidFill>
                  <a:schemeClr val="dk1"/>
                </a:solidFill>
                <a:latin typeface="Calibri"/>
                <a:ea typeface="Calibri"/>
                <a:cs typeface="Calibri"/>
                <a:sym typeface="Calibri"/>
              </a:rPr>
              <a:t>RootEntityName</a:t>
            </a:r>
            <a:endParaRPr sz="1800" b="1">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ENTITY </a:t>
            </a:r>
            <a:r>
              <a:rPr lang="en-US" sz="1800" b="1">
                <a:solidFill>
                  <a:schemeClr val="dk1"/>
                </a:solidFill>
                <a:latin typeface="Calibri"/>
                <a:ea typeface="Calibri"/>
                <a:cs typeface="Calibri"/>
                <a:sym typeface="Calibri"/>
              </a:rPr>
              <a:t>EntityAlias </a:t>
            </a:r>
            <a:r>
              <a:rPr lang="en-US" sz="1800">
                <a:solidFill>
                  <a:schemeClr val="dk1"/>
                </a:solidFill>
                <a:latin typeface="Calibri"/>
                <a:ea typeface="Calibri"/>
                <a:cs typeface="Calibri"/>
                <a:sym typeface="Calibri"/>
              </a:rPr>
              <a:t>FROM keys ---(primary key value)</a:t>
            </a:r>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RESULT lt_result</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BY </a:t>
            </a:r>
            <a:r>
              <a:rPr lang="en-US" sz="1800" b="1">
                <a:solidFill>
                  <a:schemeClr val="dk1"/>
                </a:solidFill>
                <a:latin typeface="Calibri"/>
                <a:ea typeface="Calibri"/>
                <a:cs typeface="Calibri"/>
                <a:sym typeface="Calibri"/>
              </a:rPr>
              <a:t>\_Composition </a:t>
            </a:r>
            <a:r>
              <a:rPr lang="en-US" sz="1800">
                <a:solidFill>
                  <a:schemeClr val="dk1"/>
                </a:solidFill>
                <a:latin typeface="Calibri"/>
                <a:ea typeface="Calibri"/>
                <a:cs typeface="Calibri"/>
                <a:sym typeface="Calibri"/>
              </a:rPr>
              <a:t>FROM child_keys</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RESULT lt_result_child</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FAILED lt_failed</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REPORTED lt_reported.</a:t>
            </a:r>
            <a:endParaRPr sz="1800">
              <a:solidFill>
                <a:schemeClr val="dk1"/>
              </a:solidFill>
              <a:latin typeface="Calibri"/>
              <a:ea typeface="Calibri"/>
              <a:cs typeface="Calibri"/>
              <a:sym typeface="Calibri"/>
            </a:endParaRPr>
          </a:p>
        </p:txBody>
      </p:sp>
      <p:sp>
        <p:nvSpPr>
          <p:cNvPr id="1531" name="Google Shape;1531;p75"/>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Syntax for EML</a:t>
            </a:r>
            <a:endParaRPr sz="3599" dirty="0">
              <a:solidFill>
                <a:srgbClr val="FFC000"/>
              </a:solidFill>
              <a:latin typeface="Cooper Black" panose="0208090404030B020404" pitchFamily="18" charset="0"/>
              <a:ea typeface="Corben"/>
              <a:cs typeface="Corben"/>
              <a:sym typeface="Corben"/>
            </a:endParaRPr>
          </a:p>
        </p:txBody>
      </p:sp>
      <p:sp>
        <p:nvSpPr>
          <p:cNvPr id="7"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a:defRPr/>
            </a:pPr>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8"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75818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37"/>
        <p:cNvGrpSpPr/>
        <p:nvPr/>
      </p:nvGrpSpPr>
      <p:grpSpPr>
        <a:xfrm>
          <a:off x="0" y="0"/>
          <a:ext cx="0" cy="0"/>
          <a:chOff x="0" y="0"/>
          <a:chExt cx="0" cy="0"/>
        </a:xfrm>
      </p:grpSpPr>
      <p:sp>
        <p:nvSpPr>
          <p:cNvPr id="1539" name="Google Shape;1539;p76"/>
          <p:cNvSpPr txBox="1"/>
          <p:nvPr/>
        </p:nvSpPr>
        <p:spPr>
          <a:xfrm>
            <a:off x="224979" y="836712"/>
            <a:ext cx="11806237" cy="440120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dk1"/>
                </a:solidFill>
                <a:latin typeface="Calibri"/>
                <a:ea typeface="Calibri"/>
                <a:cs typeface="Calibri"/>
                <a:sym typeface="Calibri"/>
              </a:rPr>
              <a:t>MODIFY ENTITY OF </a:t>
            </a:r>
            <a:r>
              <a:rPr lang="en-US" sz="2800" b="1">
                <a:solidFill>
                  <a:schemeClr val="dk1"/>
                </a:solidFill>
                <a:latin typeface="Calibri"/>
                <a:ea typeface="Calibri"/>
                <a:cs typeface="Calibri"/>
                <a:sym typeface="Calibri"/>
              </a:rPr>
              <a:t>EntityName</a:t>
            </a:r>
            <a:r>
              <a:rPr lang="en-US" sz="2800">
                <a:solidFill>
                  <a:schemeClr val="dk1"/>
                </a:solidFill>
                <a:latin typeface="Calibri"/>
                <a:ea typeface="Calibri"/>
                <a:cs typeface="Calibri"/>
                <a:sym typeface="Calibri"/>
              </a:rPr>
              <a:t> AS alias_name</a:t>
            </a:r>
            <a:endParaRPr sz="2800">
              <a:solidFill>
                <a:schemeClr val="dk1"/>
              </a:solidFill>
              <a:latin typeface="Calibri"/>
              <a:ea typeface="Calibri"/>
              <a:cs typeface="Calibri"/>
              <a:sym typeface="Calibri"/>
            </a:endParaRPr>
          </a:p>
          <a:p>
            <a:pPr marL="0" marR="0" lvl="0" indent="0" algn="l" rtl="0">
              <a:spcBef>
                <a:spcPts val="0"/>
              </a:spcBef>
              <a:spcAft>
                <a:spcPts val="0"/>
              </a:spcAft>
              <a:buNone/>
            </a:pPr>
            <a:r>
              <a:rPr lang="en-US" sz="2800">
                <a:solidFill>
                  <a:schemeClr val="dk1"/>
                </a:solidFill>
                <a:latin typeface="Calibri"/>
                <a:ea typeface="Calibri"/>
                <a:cs typeface="Calibri"/>
                <a:sym typeface="Calibri"/>
              </a:rPr>
              <a:t>ENTITY </a:t>
            </a:r>
            <a:r>
              <a:rPr lang="en-US" sz="2800" b="1">
                <a:solidFill>
                  <a:schemeClr val="dk1"/>
                </a:solidFill>
                <a:latin typeface="Calibri"/>
                <a:ea typeface="Calibri"/>
                <a:cs typeface="Calibri"/>
                <a:sym typeface="Calibri"/>
              </a:rPr>
              <a:t>EntityName</a:t>
            </a:r>
            <a:endParaRPr sz="2800" b="1">
              <a:solidFill>
                <a:schemeClr val="dk1"/>
              </a:solidFill>
              <a:latin typeface="Calibri"/>
              <a:ea typeface="Calibri"/>
              <a:cs typeface="Calibri"/>
              <a:sym typeface="Calibri"/>
            </a:endParaRPr>
          </a:p>
          <a:p>
            <a:pPr marL="0" marR="0" lvl="0" indent="0" algn="l" rtl="0">
              <a:spcBef>
                <a:spcPts val="0"/>
              </a:spcBef>
              <a:spcAft>
                <a:spcPts val="0"/>
              </a:spcAft>
              <a:buNone/>
            </a:pPr>
            <a:r>
              <a:rPr lang="en-US" sz="2800">
                <a:solidFill>
                  <a:schemeClr val="dk1"/>
                </a:solidFill>
                <a:latin typeface="Calibri"/>
                <a:ea typeface="Calibri"/>
                <a:cs typeface="Calibri"/>
                <a:sym typeface="Calibri"/>
              </a:rPr>
              <a:t>CREATE FROM lt_create</a:t>
            </a:r>
            <a:endParaRPr sz="2800">
              <a:solidFill>
                <a:schemeClr val="dk1"/>
              </a:solidFill>
              <a:latin typeface="Calibri"/>
              <a:ea typeface="Calibri"/>
              <a:cs typeface="Calibri"/>
              <a:sym typeface="Calibri"/>
            </a:endParaRPr>
          </a:p>
          <a:p>
            <a:pPr marL="0" marR="0" lvl="0" indent="0" algn="l" rtl="0">
              <a:spcBef>
                <a:spcPts val="0"/>
              </a:spcBef>
              <a:spcAft>
                <a:spcPts val="0"/>
              </a:spcAft>
              <a:buNone/>
            </a:pPr>
            <a:r>
              <a:rPr lang="en-US" sz="2800">
                <a:solidFill>
                  <a:schemeClr val="dk1"/>
                </a:solidFill>
                <a:latin typeface="Calibri"/>
                <a:ea typeface="Calibri"/>
                <a:cs typeface="Calibri"/>
                <a:sym typeface="Calibri"/>
              </a:rPr>
              <a:t>UPDATE FROM lt_update</a:t>
            </a:r>
            <a:endParaRPr sz="2800">
              <a:solidFill>
                <a:schemeClr val="dk1"/>
              </a:solidFill>
              <a:latin typeface="Calibri"/>
              <a:ea typeface="Calibri"/>
              <a:cs typeface="Calibri"/>
              <a:sym typeface="Calibri"/>
            </a:endParaRPr>
          </a:p>
          <a:p>
            <a:pPr marL="0" marR="0" lvl="0" indent="0" algn="l" rtl="0">
              <a:spcBef>
                <a:spcPts val="0"/>
              </a:spcBef>
              <a:spcAft>
                <a:spcPts val="0"/>
              </a:spcAft>
              <a:buNone/>
            </a:pPr>
            <a:r>
              <a:rPr lang="en-US" sz="2800">
                <a:solidFill>
                  <a:schemeClr val="dk1"/>
                </a:solidFill>
                <a:latin typeface="Calibri"/>
                <a:ea typeface="Calibri"/>
                <a:cs typeface="Calibri"/>
                <a:sym typeface="Calibri"/>
              </a:rPr>
              <a:t>DELETE FROM lt_delete</a:t>
            </a:r>
            <a:endParaRPr sz="2800">
              <a:solidFill>
                <a:schemeClr val="dk1"/>
              </a:solidFill>
              <a:latin typeface="Calibri"/>
              <a:ea typeface="Calibri"/>
              <a:cs typeface="Calibri"/>
              <a:sym typeface="Calibri"/>
            </a:endParaRPr>
          </a:p>
          <a:p>
            <a:pPr marL="0" marR="0" lvl="0" indent="0" algn="l" rtl="0">
              <a:spcBef>
                <a:spcPts val="0"/>
              </a:spcBef>
              <a:spcAft>
                <a:spcPts val="0"/>
              </a:spcAft>
              <a:buNone/>
            </a:pPr>
            <a:r>
              <a:rPr lang="en-US" sz="2800">
                <a:solidFill>
                  <a:schemeClr val="dk1"/>
                </a:solidFill>
                <a:latin typeface="Calibri"/>
                <a:ea typeface="Calibri"/>
                <a:cs typeface="Calibri"/>
                <a:sym typeface="Calibri"/>
              </a:rPr>
              <a:t>CREATE BY </a:t>
            </a:r>
            <a:r>
              <a:rPr lang="en-US" sz="2800" b="1">
                <a:solidFill>
                  <a:schemeClr val="dk1"/>
                </a:solidFill>
                <a:latin typeface="Calibri"/>
                <a:ea typeface="Calibri"/>
                <a:cs typeface="Calibri"/>
                <a:sym typeface="Calibri"/>
              </a:rPr>
              <a:t>\_AssociationName</a:t>
            </a:r>
            <a:r>
              <a:rPr lang="en-US" sz="2800">
                <a:solidFill>
                  <a:schemeClr val="dk1"/>
                </a:solidFill>
                <a:latin typeface="Calibri"/>
                <a:ea typeface="Calibri"/>
                <a:cs typeface="Calibri"/>
                <a:sym typeface="Calibri"/>
              </a:rPr>
              <a:t> FROM lt_instance_cba</a:t>
            </a:r>
            <a:endParaRPr sz="2800">
              <a:solidFill>
                <a:schemeClr val="dk1"/>
              </a:solidFill>
              <a:latin typeface="Calibri"/>
              <a:ea typeface="Calibri"/>
              <a:cs typeface="Calibri"/>
              <a:sym typeface="Calibri"/>
            </a:endParaRPr>
          </a:p>
          <a:p>
            <a:pPr marL="0" marR="0" lvl="0" indent="0" algn="l" rtl="0">
              <a:spcBef>
                <a:spcPts val="0"/>
              </a:spcBef>
              <a:spcAft>
                <a:spcPts val="0"/>
              </a:spcAft>
              <a:buNone/>
            </a:pPr>
            <a:r>
              <a:rPr lang="en-US" sz="2800">
                <a:solidFill>
                  <a:schemeClr val="dk1"/>
                </a:solidFill>
                <a:latin typeface="Calibri"/>
                <a:ea typeface="Calibri"/>
                <a:cs typeface="Calibri"/>
                <a:sym typeface="Calibri"/>
              </a:rPr>
              <a:t>RESULT lt_result</a:t>
            </a:r>
            <a:endParaRPr sz="2800">
              <a:solidFill>
                <a:schemeClr val="dk1"/>
              </a:solidFill>
              <a:latin typeface="Calibri"/>
              <a:ea typeface="Calibri"/>
              <a:cs typeface="Calibri"/>
              <a:sym typeface="Calibri"/>
            </a:endParaRPr>
          </a:p>
          <a:p>
            <a:pPr marL="0" marR="0" lvl="0" indent="0" algn="l" rtl="0">
              <a:spcBef>
                <a:spcPts val="0"/>
              </a:spcBef>
              <a:spcAft>
                <a:spcPts val="0"/>
              </a:spcAft>
              <a:buNone/>
            </a:pPr>
            <a:r>
              <a:rPr lang="en-US" sz="2800">
                <a:solidFill>
                  <a:schemeClr val="dk1"/>
                </a:solidFill>
                <a:latin typeface="Calibri"/>
                <a:ea typeface="Calibri"/>
                <a:cs typeface="Calibri"/>
                <a:sym typeface="Calibri"/>
              </a:rPr>
              <a:t>FAILED lt_failed</a:t>
            </a:r>
            <a:endParaRPr sz="2800">
              <a:solidFill>
                <a:schemeClr val="dk1"/>
              </a:solidFill>
              <a:latin typeface="Calibri"/>
              <a:ea typeface="Calibri"/>
              <a:cs typeface="Calibri"/>
              <a:sym typeface="Calibri"/>
            </a:endParaRPr>
          </a:p>
          <a:p>
            <a:pPr marL="0" marR="0" lvl="0" indent="0" algn="l" rtl="0">
              <a:spcBef>
                <a:spcPts val="0"/>
              </a:spcBef>
              <a:spcAft>
                <a:spcPts val="0"/>
              </a:spcAft>
              <a:buNone/>
            </a:pPr>
            <a:r>
              <a:rPr lang="en-US" sz="2800">
                <a:solidFill>
                  <a:schemeClr val="dk1"/>
                </a:solidFill>
                <a:latin typeface="Calibri"/>
                <a:ea typeface="Calibri"/>
                <a:cs typeface="Calibri"/>
                <a:sym typeface="Calibri"/>
              </a:rPr>
              <a:t>REPORTED lt_messages</a:t>
            </a:r>
            <a:endParaRPr sz="2800">
              <a:solidFill>
                <a:schemeClr val="dk1"/>
              </a:solidFill>
              <a:latin typeface="Calibri"/>
              <a:ea typeface="Calibri"/>
              <a:cs typeface="Calibri"/>
              <a:sym typeface="Calibri"/>
            </a:endParaRPr>
          </a:p>
          <a:p>
            <a:pPr marL="0" marR="0" lvl="0" indent="0" algn="l" rtl="0">
              <a:spcBef>
                <a:spcPts val="0"/>
              </a:spcBef>
              <a:spcAft>
                <a:spcPts val="0"/>
              </a:spcAft>
              <a:buNone/>
            </a:pPr>
            <a:r>
              <a:rPr lang="en-US" sz="2800">
                <a:solidFill>
                  <a:schemeClr val="dk1"/>
                </a:solidFill>
                <a:latin typeface="Calibri"/>
                <a:ea typeface="Calibri"/>
                <a:cs typeface="Calibri"/>
                <a:sym typeface="Calibri"/>
              </a:rPr>
              <a:t>MAPPED lt_mapped. </a:t>
            </a:r>
            <a:endParaRPr/>
          </a:p>
        </p:txBody>
      </p:sp>
      <p:sp>
        <p:nvSpPr>
          <p:cNvPr id="1540" name="Google Shape;1540;p76"/>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Update and Delete operations</a:t>
            </a:r>
            <a:endParaRPr sz="3599" dirty="0">
              <a:solidFill>
                <a:srgbClr val="FFC000"/>
              </a:solidFill>
              <a:latin typeface="Cooper Black" panose="0208090404030B020404" pitchFamily="18" charset="0"/>
              <a:ea typeface="Corben"/>
              <a:cs typeface="Corben"/>
              <a:sym typeface="Corben"/>
            </a:endParaRPr>
          </a:p>
        </p:txBody>
      </p:sp>
      <p:sp>
        <p:nvSpPr>
          <p:cNvPr id="7"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a:defRPr/>
            </a:pPr>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8"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85142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1CCC554-5F5F-4C41-842A-E233080CC55E}"/>
              </a:ext>
            </a:extLst>
          </p:cNvPr>
          <p:cNvSpPr>
            <a:spLocks noGrp="1"/>
          </p:cNvSpPr>
          <p:nvPr>
            <p:ph type="sldNum" sz="quarter" idx="12"/>
          </p:nvPr>
        </p:nvSpPr>
        <p:spPr>
          <a:xfrm>
            <a:off x="11701102" y="6446501"/>
            <a:ext cx="330114" cy="366087"/>
          </a:xfrm>
        </p:spPr>
        <p:txBody>
          <a:bodyPr/>
          <a:lstStyle/>
          <a:p>
            <a:fld id="{96E69268-9C8B-4EBF-A9EE-DC5DC2D48DC3}" type="slidenum">
              <a:rPr lang="en-US" sz="1333"/>
              <a:pPr/>
              <a:t>8</a:t>
            </a:fld>
            <a:endParaRPr lang="en-US" sz="1333" dirty="0">
              <a:latin typeface="Segoe UI Black" panose="020B0A02040204020203" pitchFamily="34" charset="0"/>
              <a:ea typeface="Segoe UI Black" panose="020B0A02040204020203" pitchFamily="34" charset="0"/>
            </a:endParaRPr>
          </a:p>
        </p:txBody>
      </p:sp>
      <p:sp>
        <p:nvSpPr>
          <p:cNvPr id="87" name="TextBox 86">
            <a:extLst>
              <a:ext uri="{FF2B5EF4-FFF2-40B4-BE49-F238E27FC236}">
                <a16:creationId xmlns:a16="http://schemas.microsoft.com/office/drawing/2014/main" id="{A775FDA3-5EF9-E28D-894C-872BB03E42EE}"/>
              </a:ext>
            </a:extLst>
          </p:cNvPr>
          <p:cNvSpPr txBox="1"/>
          <p:nvPr/>
        </p:nvSpPr>
        <p:spPr>
          <a:xfrm>
            <a:off x="224979" y="788088"/>
            <a:ext cx="11806237" cy="4247317"/>
          </a:xfrm>
          <a:prstGeom prst="rect">
            <a:avLst/>
          </a:prstGeom>
          <a:noFill/>
        </p:spPr>
        <p:txBody>
          <a:bodyPr wrap="square" rtlCol="0">
            <a:spAutoFit/>
          </a:bodyPr>
          <a:lstStyle/>
          <a:p>
            <a:r>
              <a:rPr lang="en-IN" sz="1800" dirty="0"/>
              <a:t>Local types for global classes are the bunch of data types and classes with a single global class. It can be defined to ensure better structure of implementation of global class.</a:t>
            </a:r>
          </a:p>
          <a:p>
            <a:endParaRPr lang="en-IN" sz="1800" dirty="0"/>
          </a:p>
          <a:p>
            <a:r>
              <a:rPr lang="en-IN" sz="1800" dirty="0"/>
              <a:t>Imagine we are developing an application which requires </a:t>
            </a:r>
            <a:r>
              <a:rPr lang="en-IN" sz="1800" b="1" u="sng" dirty="0"/>
              <a:t>so many classes</a:t>
            </a:r>
            <a:r>
              <a:rPr lang="en-IN" sz="1800" dirty="0"/>
              <a:t>, each class will have a </a:t>
            </a:r>
            <a:r>
              <a:rPr lang="en-IN" sz="1800" b="1" u="sng" dirty="0"/>
              <a:t>few methods </a:t>
            </a:r>
            <a:r>
              <a:rPr lang="en-IN" sz="1800" dirty="0"/>
              <a:t>only.</a:t>
            </a:r>
          </a:p>
          <a:p>
            <a:pPr marL="342900" indent="-342900">
              <a:buAutoNum type="arabicPeriod"/>
            </a:pPr>
            <a:r>
              <a:rPr lang="en-IN" sz="1800" dirty="0"/>
              <a:t>More number of classes in our application will cause excessive modularization and confusion among our developers.</a:t>
            </a:r>
          </a:p>
          <a:p>
            <a:pPr marL="342900" indent="-342900">
              <a:buAutoNum type="arabicPeriod"/>
            </a:pPr>
            <a:r>
              <a:rPr lang="en-IN" sz="1800" dirty="0"/>
              <a:t>More number of global classes, will increase the chance of code being exposed to other programs which we want to keep as private.</a:t>
            </a:r>
          </a:p>
          <a:p>
            <a:pPr marL="342900" indent="-342900">
              <a:buAutoNum type="arabicPeriod"/>
            </a:pPr>
            <a:r>
              <a:rPr lang="en-IN" sz="1800" dirty="0"/>
              <a:t>We need a mechanism which is a good trade-off between modularization, reuse and maintenance w/o exposing too much functionality to the caller of our application code. We should never have too many objects, especially when each class have just a few methods.</a:t>
            </a:r>
          </a:p>
          <a:p>
            <a:pPr marL="342900" indent="-342900">
              <a:buAutoNum type="arabicPeriod"/>
            </a:pPr>
            <a:r>
              <a:rPr lang="en-IN" sz="1800" dirty="0"/>
              <a:t>At times, we need to add only a few functions inside a class but likewise we need so many </a:t>
            </a:r>
            <a:r>
              <a:rPr lang="en-IN" sz="1800" dirty="0" err="1"/>
              <a:t>many</a:t>
            </a:r>
            <a:r>
              <a:rPr lang="en-IN" sz="1800" dirty="0"/>
              <a:t> classes, managing these classes and their lifecycle including transport will be a big task inviting maintenance also for future and making over all design very complex.</a:t>
            </a:r>
          </a:p>
        </p:txBody>
      </p:sp>
      <p:sp>
        <p:nvSpPr>
          <p:cNvPr id="90" name="TextBox 89">
            <a:extLst>
              <a:ext uri="{FF2B5EF4-FFF2-40B4-BE49-F238E27FC236}">
                <a16:creationId xmlns:a16="http://schemas.microsoft.com/office/drawing/2014/main" id="{C8312175-0071-5A91-06A9-3499F67EC833}"/>
              </a:ext>
            </a:extLst>
          </p:cNvPr>
          <p:cNvSpPr txBox="1"/>
          <p:nvPr/>
        </p:nvSpPr>
        <p:spPr>
          <a:xfrm>
            <a:off x="191294" y="895"/>
            <a:ext cx="11231710" cy="646203"/>
          </a:xfrm>
          <a:prstGeom prst="rect">
            <a:avLst/>
          </a:prstGeom>
          <a:noFill/>
        </p:spPr>
        <p:txBody>
          <a:bodyPr wrap="square" rtlCol="0">
            <a:spAutoFit/>
          </a:bodyPr>
          <a:lstStyle/>
          <a:p>
            <a:r>
              <a:rPr lang="en-US" sz="3599" dirty="0">
                <a:latin typeface="Cooper Black" panose="0208090404030B020404" pitchFamily="18" charset="0"/>
              </a:rPr>
              <a:t>Class Pool</a:t>
            </a:r>
            <a:endParaRPr lang="en-IN" sz="3599" dirty="0">
              <a:latin typeface="Cooper Black" panose="0208090404030B020404" pitchFamily="18" charset="0"/>
            </a:endParaRPr>
          </a:p>
        </p:txBody>
      </p:sp>
      <p:sp>
        <p:nvSpPr>
          <p:cNvPr id="2" name="TextBox 1">
            <a:extLst>
              <a:ext uri="{FF2B5EF4-FFF2-40B4-BE49-F238E27FC236}">
                <a16:creationId xmlns:a16="http://schemas.microsoft.com/office/drawing/2014/main" id="{0B33C8CC-0F2E-5DA3-7FA8-B6BA9EE56AA2}"/>
              </a:ext>
            </a:extLst>
          </p:cNvPr>
          <p:cNvSpPr txBox="1"/>
          <p:nvPr/>
        </p:nvSpPr>
        <p:spPr>
          <a:xfrm>
            <a:off x="9249806" y="6491044"/>
            <a:ext cx="2961680" cy="276999"/>
          </a:xfrm>
          <a:prstGeom prst="rect">
            <a:avLst/>
          </a:prstGeom>
          <a:noFill/>
        </p:spPr>
        <p:txBody>
          <a:bodyPr wrap="square" rtlCol="0">
            <a:spAutoFit/>
          </a:bodyPr>
          <a:lstStyle/>
          <a:p>
            <a:r>
              <a:rPr lang="en-US" sz="1200" dirty="0">
                <a:latin typeface="Cooper Black" panose="0208090404030B020404" pitchFamily="18" charset="0"/>
              </a:rPr>
              <a:t>www.anubhavtrainings.com</a:t>
            </a:r>
            <a:endParaRPr lang="en-IN" sz="1200" dirty="0">
              <a:latin typeface="Cooper Black" panose="0208090404030B020404" pitchFamily="18" charset="0"/>
            </a:endParaRPr>
          </a:p>
        </p:txBody>
      </p:sp>
      <p:pic>
        <p:nvPicPr>
          <p:cNvPr id="3" name="Picture 2">
            <a:extLst>
              <a:ext uri="{FF2B5EF4-FFF2-40B4-BE49-F238E27FC236}">
                <a16:creationId xmlns:a16="http://schemas.microsoft.com/office/drawing/2014/main" id="{F89C887D-D9BC-50F6-8EC1-542E14ED8A8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8213" y="45412"/>
            <a:ext cx="436629" cy="431260"/>
          </a:xfrm>
          <a:prstGeom prst="rect">
            <a:avLst/>
          </a:prstGeom>
          <a:effectLst>
            <a:outerShdw blurRad="50800" dist="38100" dir="2700000" algn="tl" rotWithShape="0">
              <a:prstClr val="black">
                <a:alpha val="40000"/>
              </a:prstClr>
            </a:outerShdw>
          </a:effectLst>
        </p:spPr>
      </p:pic>
      <mc:AlternateContent xmlns:mc="http://schemas.openxmlformats.org/markup-compatibility/2006" xmlns:p14="http://schemas.microsoft.com/office/powerpoint/2010/main">
        <mc:Choice Requires="p14">
          <p:contentPart p14:bwMode="auto" r:id="rId4">
            <p14:nvContentPartPr>
              <p14:cNvPr id="18" name="Ink 17">
                <a:extLst>
                  <a:ext uri="{FF2B5EF4-FFF2-40B4-BE49-F238E27FC236}">
                    <a16:creationId xmlns:a16="http://schemas.microsoft.com/office/drawing/2014/main" id="{16D8CB3F-55FF-B1A6-7CFB-380A183760D8}"/>
                  </a:ext>
                </a:extLst>
              </p14:cNvPr>
              <p14:cNvContentPartPr/>
              <p14:nvPr/>
            </p14:nvContentPartPr>
            <p14:xfrm>
              <a:off x="2815320" y="3944640"/>
              <a:ext cx="42120" cy="34200"/>
            </p14:xfrm>
          </p:contentPart>
        </mc:Choice>
        <mc:Fallback xmlns="">
          <p:pic>
            <p:nvPicPr>
              <p:cNvPr id="18" name="Ink 17">
                <a:extLst>
                  <a:ext uri="{FF2B5EF4-FFF2-40B4-BE49-F238E27FC236}">
                    <a16:creationId xmlns:a16="http://schemas.microsoft.com/office/drawing/2014/main" id="{16D8CB3F-55FF-B1A6-7CFB-380A183760D8}"/>
                  </a:ext>
                </a:extLst>
              </p:cNvPr>
              <p:cNvPicPr/>
              <p:nvPr/>
            </p:nvPicPr>
            <p:blipFill>
              <a:blip r:embed="rId5"/>
              <a:stretch>
                <a:fillRect/>
              </a:stretch>
            </p:blipFill>
            <p:spPr>
              <a:xfrm>
                <a:off x="2806320" y="3936000"/>
                <a:ext cx="59760" cy="51840"/>
              </a:xfrm>
              <a:prstGeom prst="rect">
                <a:avLst/>
              </a:prstGeom>
            </p:spPr>
          </p:pic>
        </mc:Fallback>
      </mc:AlternateContent>
      <p:grpSp>
        <p:nvGrpSpPr>
          <p:cNvPr id="82" name="Group 81">
            <a:extLst>
              <a:ext uri="{FF2B5EF4-FFF2-40B4-BE49-F238E27FC236}">
                <a16:creationId xmlns:a16="http://schemas.microsoft.com/office/drawing/2014/main" id="{65707206-3003-17BC-9145-64AFF2BB7A7B}"/>
              </a:ext>
            </a:extLst>
          </p:cNvPr>
          <p:cNvGrpSpPr/>
          <p:nvPr/>
        </p:nvGrpSpPr>
        <p:grpSpPr>
          <a:xfrm>
            <a:off x="901732" y="5207303"/>
            <a:ext cx="8397000" cy="1602720"/>
            <a:chOff x="901732" y="5207303"/>
            <a:chExt cx="8397000" cy="1602720"/>
          </a:xfrm>
        </p:grpSpPr>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229A38D8-9222-B94F-BA04-45B612225663}"/>
                    </a:ext>
                  </a:extLst>
                </p14:cNvPr>
                <p14:cNvContentPartPr/>
                <p14:nvPr/>
              </p14:nvContentPartPr>
              <p14:xfrm>
                <a:off x="7600612" y="5541383"/>
                <a:ext cx="736200" cy="721800"/>
              </p14:xfrm>
            </p:contentPart>
          </mc:Choice>
          <mc:Fallback xmlns="">
            <p:pic>
              <p:nvPicPr>
                <p:cNvPr id="9" name="Ink 8">
                  <a:extLst>
                    <a:ext uri="{FF2B5EF4-FFF2-40B4-BE49-F238E27FC236}">
                      <a16:creationId xmlns:a16="http://schemas.microsoft.com/office/drawing/2014/main" id="{229A38D8-9222-B94F-BA04-45B612225663}"/>
                    </a:ext>
                  </a:extLst>
                </p:cNvPr>
                <p:cNvPicPr/>
                <p:nvPr/>
              </p:nvPicPr>
              <p:blipFill>
                <a:blip r:embed="rId7"/>
                <a:stretch>
                  <a:fillRect/>
                </a:stretch>
              </p:blipFill>
              <p:spPr>
                <a:xfrm>
                  <a:off x="7591972" y="5532383"/>
                  <a:ext cx="753840" cy="7394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717DA952-F2B2-F360-8162-AC6B6BC1EA04}"/>
                    </a:ext>
                  </a:extLst>
                </p14:cNvPr>
                <p14:cNvContentPartPr/>
                <p14:nvPr/>
              </p14:nvContentPartPr>
              <p14:xfrm>
                <a:off x="7810852" y="5757023"/>
                <a:ext cx="265680" cy="250560"/>
              </p14:xfrm>
            </p:contentPart>
          </mc:Choice>
          <mc:Fallback xmlns="">
            <p:pic>
              <p:nvPicPr>
                <p:cNvPr id="10" name="Ink 9">
                  <a:extLst>
                    <a:ext uri="{FF2B5EF4-FFF2-40B4-BE49-F238E27FC236}">
                      <a16:creationId xmlns:a16="http://schemas.microsoft.com/office/drawing/2014/main" id="{717DA952-F2B2-F360-8162-AC6B6BC1EA04}"/>
                    </a:ext>
                  </a:extLst>
                </p:cNvPr>
                <p:cNvPicPr/>
                <p:nvPr/>
              </p:nvPicPr>
              <p:blipFill>
                <a:blip r:embed="rId9"/>
                <a:stretch>
                  <a:fillRect/>
                </a:stretch>
              </p:blipFill>
              <p:spPr>
                <a:xfrm>
                  <a:off x="7801852" y="5748023"/>
                  <a:ext cx="283320" cy="2682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0" name="Ink 19">
                  <a:extLst>
                    <a:ext uri="{FF2B5EF4-FFF2-40B4-BE49-F238E27FC236}">
                      <a16:creationId xmlns:a16="http://schemas.microsoft.com/office/drawing/2014/main" id="{F4C200CB-C4B9-C445-0482-F74242F50C77}"/>
                    </a:ext>
                  </a:extLst>
                </p14:cNvPr>
                <p14:cNvContentPartPr/>
                <p14:nvPr/>
              </p14:nvContentPartPr>
              <p14:xfrm>
                <a:off x="4244332" y="5479823"/>
                <a:ext cx="3385800" cy="798480"/>
              </p14:xfrm>
            </p:contentPart>
          </mc:Choice>
          <mc:Fallback xmlns="">
            <p:pic>
              <p:nvPicPr>
                <p:cNvPr id="20" name="Ink 19">
                  <a:extLst>
                    <a:ext uri="{FF2B5EF4-FFF2-40B4-BE49-F238E27FC236}">
                      <a16:creationId xmlns:a16="http://schemas.microsoft.com/office/drawing/2014/main" id="{F4C200CB-C4B9-C445-0482-F74242F50C77}"/>
                    </a:ext>
                  </a:extLst>
                </p:cNvPr>
                <p:cNvPicPr/>
                <p:nvPr/>
              </p:nvPicPr>
              <p:blipFill>
                <a:blip r:embed="rId11"/>
                <a:stretch>
                  <a:fillRect/>
                </a:stretch>
              </p:blipFill>
              <p:spPr>
                <a:xfrm>
                  <a:off x="4235692" y="5471183"/>
                  <a:ext cx="3403440" cy="816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1" name="Ink 20">
                  <a:extLst>
                    <a:ext uri="{FF2B5EF4-FFF2-40B4-BE49-F238E27FC236}">
                      <a16:creationId xmlns:a16="http://schemas.microsoft.com/office/drawing/2014/main" id="{CB6B111C-D28B-2A66-EEF5-9A7BF91A2240}"/>
                    </a:ext>
                  </a:extLst>
                </p14:cNvPr>
                <p14:cNvContentPartPr/>
                <p14:nvPr/>
              </p14:nvContentPartPr>
              <p14:xfrm>
                <a:off x="7523572" y="6106223"/>
                <a:ext cx="98280" cy="169200"/>
              </p14:xfrm>
            </p:contentPart>
          </mc:Choice>
          <mc:Fallback xmlns="">
            <p:pic>
              <p:nvPicPr>
                <p:cNvPr id="21" name="Ink 20">
                  <a:extLst>
                    <a:ext uri="{FF2B5EF4-FFF2-40B4-BE49-F238E27FC236}">
                      <a16:creationId xmlns:a16="http://schemas.microsoft.com/office/drawing/2014/main" id="{CB6B111C-D28B-2A66-EEF5-9A7BF91A2240}"/>
                    </a:ext>
                  </a:extLst>
                </p:cNvPr>
                <p:cNvPicPr/>
                <p:nvPr/>
              </p:nvPicPr>
              <p:blipFill>
                <a:blip r:embed="rId13"/>
                <a:stretch>
                  <a:fillRect/>
                </a:stretch>
              </p:blipFill>
              <p:spPr>
                <a:xfrm>
                  <a:off x="7514932" y="6097223"/>
                  <a:ext cx="115920" cy="186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2" name="Ink 21">
                  <a:extLst>
                    <a:ext uri="{FF2B5EF4-FFF2-40B4-BE49-F238E27FC236}">
                      <a16:creationId xmlns:a16="http://schemas.microsoft.com/office/drawing/2014/main" id="{88107670-2F76-E873-EBBF-7EE1F4B64D47}"/>
                    </a:ext>
                  </a:extLst>
                </p14:cNvPr>
                <p14:cNvContentPartPr/>
                <p14:nvPr/>
              </p14:nvContentPartPr>
              <p14:xfrm>
                <a:off x="7940812" y="6057263"/>
                <a:ext cx="113040" cy="360"/>
              </p14:xfrm>
            </p:contentPart>
          </mc:Choice>
          <mc:Fallback xmlns="">
            <p:pic>
              <p:nvPicPr>
                <p:cNvPr id="22" name="Ink 21">
                  <a:extLst>
                    <a:ext uri="{FF2B5EF4-FFF2-40B4-BE49-F238E27FC236}">
                      <a16:creationId xmlns:a16="http://schemas.microsoft.com/office/drawing/2014/main" id="{88107670-2F76-E873-EBBF-7EE1F4B64D47}"/>
                    </a:ext>
                  </a:extLst>
                </p:cNvPr>
                <p:cNvPicPr/>
                <p:nvPr/>
              </p:nvPicPr>
              <p:blipFill>
                <a:blip r:embed="rId15"/>
                <a:stretch>
                  <a:fillRect/>
                </a:stretch>
              </p:blipFill>
              <p:spPr>
                <a:xfrm>
                  <a:off x="7932172" y="6048263"/>
                  <a:ext cx="13068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6" name="Ink 25">
                  <a:extLst>
                    <a:ext uri="{FF2B5EF4-FFF2-40B4-BE49-F238E27FC236}">
                      <a16:creationId xmlns:a16="http://schemas.microsoft.com/office/drawing/2014/main" id="{968066C4-C049-F489-45E5-DD5CAC804431}"/>
                    </a:ext>
                  </a:extLst>
                </p14:cNvPr>
                <p14:cNvContentPartPr/>
                <p14:nvPr/>
              </p14:nvContentPartPr>
              <p14:xfrm>
                <a:off x="8070052" y="5283623"/>
                <a:ext cx="360" cy="166680"/>
              </p14:xfrm>
            </p:contentPart>
          </mc:Choice>
          <mc:Fallback xmlns="">
            <p:pic>
              <p:nvPicPr>
                <p:cNvPr id="26" name="Ink 25">
                  <a:extLst>
                    <a:ext uri="{FF2B5EF4-FFF2-40B4-BE49-F238E27FC236}">
                      <a16:creationId xmlns:a16="http://schemas.microsoft.com/office/drawing/2014/main" id="{968066C4-C049-F489-45E5-DD5CAC804431}"/>
                    </a:ext>
                  </a:extLst>
                </p:cNvPr>
                <p:cNvPicPr/>
                <p:nvPr/>
              </p:nvPicPr>
              <p:blipFill>
                <a:blip r:embed="rId17"/>
                <a:stretch>
                  <a:fillRect/>
                </a:stretch>
              </p:blipFill>
              <p:spPr>
                <a:xfrm>
                  <a:off x="8061052" y="5274983"/>
                  <a:ext cx="180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4" name="Ink 33">
                  <a:extLst>
                    <a:ext uri="{FF2B5EF4-FFF2-40B4-BE49-F238E27FC236}">
                      <a16:creationId xmlns:a16="http://schemas.microsoft.com/office/drawing/2014/main" id="{9D9D0EE1-EBC9-54E7-A03B-760760127053}"/>
                    </a:ext>
                  </a:extLst>
                </p14:cNvPr>
                <p14:cNvContentPartPr/>
                <p14:nvPr/>
              </p14:nvContentPartPr>
              <p14:xfrm>
                <a:off x="8412772" y="5424743"/>
                <a:ext cx="126360" cy="135720"/>
              </p14:xfrm>
            </p:contentPart>
          </mc:Choice>
          <mc:Fallback xmlns="">
            <p:pic>
              <p:nvPicPr>
                <p:cNvPr id="34" name="Ink 33">
                  <a:extLst>
                    <a:ext uri="{FF2B5EF4-FFF2-40B4-BE49-F238E27FC236}">
                      <a16:creationId xmlns:a16="http://schemas.microsoft.com/office/drawing/2014/main" id="{9D9D0EE1-EBC9-54E7-A03B-760760127053}"/>
                    </a:ext>
                  </a:extLst>
                </p:cNvPr>
                <p:cNvPicPr/>
                <p:nvPr/>
              </p:nvPicPr>
              <p:blipFill>
                <a:blip r:embed="rId19"/>
                <a:stretch>
                  <a:fillRect/>
                </a:stretch>
              </p:blipFill>
              <p:spPr>
                <a:xfrm>
                  <a:off x="8404132" y="5416103"/>
                  <a:ext cx="144000" cy="1533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5" name="Ink 34">
                  <a:extLst>
                    <a:ext uri="{FF2B5EF4-FFF2-40B4-BE49-F238E27FC236}">
                      <a16:creationId xmlns:a16="http://schemas.microsoft.com/office/drawing/2014/main" id="{11E0380E-4132-E9D0-421E-6A1DAB85B0F5}"/>
                    </a:ext>
                  </a:extLst>
                </p14:cNvPr>
                <p14:cNvContentPartPr/>
                <p14:nvPr/>
              </p14:nvContentPartPr>
              <p14:xfrm>
                <a:off x="8321332" y="5344103"/>
                <a:ext cx="362880" cy="288720"/>
              </p14:xfrm>
            </p:contentPart>
          </mc:Choice>
          <mc:Fallback xmlns="">
            <p:pic>
              <p:nvPicPr>
                <p:cNvPr id="35" name="Ink 34">
                  <a:extLst>
                    <a:ext uri="{FF2B5EF4-FFF2-40B4-BE49-F238E27FC236}">
                      <a16:creationId xmlns:a16="http://schemas.microsoft.com/office/drawing/2014/main" id="{11E0380E-4132-E9D0-421E-6A1DAB85B0F5}"/>
                    </a:ext>
                  </a:extLst>
                </p:cNvPr>
                <p:cNvPicPr/>
                <p:nvPr/>
              </p:nvPicPr>
              <p:blipFill>
                <a:blip r:embed="rId21"/>
                <a:stretch>
                  <a:fillRect/>
                </a:stretch>
              </p:blipFill>
              <p:spPr>
                <a:xfrm>
                  <a:off x="8312332" y="5335463"/>
                  <a:ext cx="380520" cy="3063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57" name="Ink 56">
                  <a:extLst>
                    <a:ext uri="{FF2B5EF4-FFF2-40B4-BE49-F238E27FC236}">
                      <a16:creationId xmlns:a16="http://schemas.microsoft.com/office/drawing/2014/main" id="{D9DF7EFB-9E4D-6C65-99D8-F5EFEFEC78CF}"/>
                    </a:ext>
                  </a:extLst>
                </p14:cNvPr>
                <p14:cNvContentPartPr/>
                <p14:nvPr/>
              </p14:nvContentPartPr>
              <p14:xfrm>
                <a:off x="5758492" y="5923703"/>
                <a:ext cx="415440" cy="385920"/>
              </p14:xfrm>
            </p:contentPart>
          </mc:Choice>
          <mc:Fallback xmlns="">
            <p:pic>
              <p:nvPicPr>
                <p:cNvPr id="57" name="Ink 56">
                  <a:extLst>
                    <a:ext uri="{FF2B5EF4-FFF2-40B4-BE49-F238E27FC236}">
                      <a16:creationId xmlns:a16="http://schemas.microsoft.com/office/drawing/2014/main" id="{D9DF7EFB-9E4D-6C65-99D8-F5EFEFEC78CF}"/>
                    </a:ext>
                  </a:extLst>
                </p:cNvPr>
                <p:cNvPicPr/>
                <p:nvPr/>
              </p:nvPicPr>
              <p:blipFill>
                <a:blip r:embed="rId23"/>
                <a:stretch>
                  <a:fillRect/>
                </a:stretch>
              </p:blipFill>
              <p:spPr>
                <a:xfrm>
                  <a:off x="5749852" y="5915063"/>
                  <a:ext cx="43308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58" name="Ink 57">
                  <a:extLst>
                    <a:ext uri="{FF2B5EF4-FFF2-40B4-BE49-F238E27FC236}">
                      <a16:creationId xmlns:a16="http://schemas.microsoft.com/office/drawing/2014/main" id="{4591A5DA-4518-13C6-30C4-632DB5FD55BB}"/>
                    </a:ext>
                  </a:extLst>
                </p14:cNvPr>
                <p14:cNvContentPartPr/>
                <p14:nvPr/>
              </p14:nvContentPartPr>
              <p14:xfrm>
                <a:off x="6524572" y="6172463"/>
                <a:ext cx="393120" cy="316800"/>
              </p14:xfrm>
            </p:contentPart>
          </mc:Choice>
          <mc:Fallback xmlns="">
            <p:pic>
              <p:nvPicPr>
                <p:cNvPr id="58" name="Ink 57">
                  <a:extLst>
                    <a:ext uri="{FF2B5EF4-FFF2-40B4-BE49-F238E27FC236}">
                      <a16:creationId xmlns:a16="http://schemas.microsoft.com/office/drawing/2014/main" id="{4591A5DA-4518-13C6-30C4-632DB5FD55BB}"/>
                    </a:ext>
                  </a:extLst>
                </p:cNvPr>
                <p:cNvPicPr/>
                <p:nvPr/>
              </p:nvPicPr>
              <p:blipFill>
                <a:blip r:embed="rId25"/>
                <a:stretch>
                  <a:fillRect/>
                </a:stretch>
              </p:blipFill>
              <p:spPr>
                <a:xfrm>
                  <a:off x="6515932" y="6163823"/>
                  <a:ext cx="410760" cy="3344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9" name="Ink 58">
                  <a:extLst>
                    <a:ext uri="{FF2B5EF4-FFF2-40B4-BE49-F238E27FC236}">
                      <a16:creationId xmlns:a16="http://schemas.microsoft.com/office/drawing/2014/main" id="{620D684B-9F3A-FB18-579E-E09C7611DE07}"/>
                    </a:ext>
                  </a:extLst>
                </p14:cNvPr>
                <p14:cNvContentPartPr/>
                <p14:nvPr/>
              </p14:nvContentPartPr>
              <p14:xfrm>
                <a:off x="7165732" y="6282263"/>
                <a:ext cx="200160" cy="248040"/>
              </p14:xfrm>
            </p:contentPart>
          </mc:Choice>
          <mc:Fallback xmlns="">
            <p:pic>
              <p:nvPicPr>
                <p:cNvPr id="59" name="Ink 58">
                  <a:extLst>
                    <a:ext uri="{FF2B5EF4-FFF2-40B4-BE49-F238E27FC236}">
                      <a16:creationId xmlns:a16="http://schemas.microsoft.com/office/drawing/2014/main" id="{620D684B-9F3A-FB18-579E-E09C7611DE07}"/>
                    </a:ext>
                  </a:extLst>
                </p:cNvPr>
                <p:cNvPicPr/>
                <p:nvPr/>
              </p:nvPicPr>
              <p:blipFill>
                <a:blip r:embed="rId27"/>
                <a:stretch>
                  <a:fillRect/>
                </a:stretch>
              </p:blipFill>
              <p:spPr>
                <a:xfrm>
                  <a:off x="7156732" y="6273263"/>
                  <a:ext cx="2178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61" name="Ink 60">
                  <a:extLst>
                    <a:ext uri="{FF2B5EF4-FFF2-40B4-BE49-F238E27FC236}">
                      <a16:creationId xmlns:a16="http://schemas.microsoft.com/office/drawing/2014/main" id="{6BDA134F-AD47-65E1-0A1B-3D792E314744}"/>
                    </a:ext>
                  </a:extLst>
                </p14:cNvPr>
                <p14:cNvContentPartPr/>
                <p14:nvPr/>
              </p14:nvContentPartPr>
              <p14:xfrm>
                <a:off x="5853172" y="6455423"/>
                <a:ext cx="137160" cy="12960"/>
              </p14:xfrm>
            </p:contentPart>
          </mc:Choice>
          <mc:Fallback xmlns="">
            <p:pic>
              <p:nvPicPr>
                <p:cNvPr id="61" name="Ink 60">
                  <a:extLst>
                    <a:ext uri="{FF2B5EF4-FFF2-40B4-BE49-F238E27FC236}">
                      <a16:creationId xmlns:a16="http://schemas.microsoft.com/office/drawing/2014/main" id="{6BDA134F-AD47-65E1-0A1B-3D792E314744}"/>
                    </a:ext>
                  </a:extLst>
                </p:cNvPr>
                <p:cNvPicPr/>
                <p:nvPr/>
              </p:nvPicPr>
              <p:blipFill>
                <a:blip r:embed="rId29"/>
                <a:stretch>
                  <a:fillRect/>
                </a:stretch>
              </p:blipFill>
              <p:spPr>
                <a:xfrm>
                  <a:off x="5844172" y="6446423"/>
                  <a:ext cx="154800" cy="30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62" name="Ink 61">
                  <a:extLst>
                    <a:ext uri="{FF2B5EF4-FFF2-40B4-BE49-F238E27FC236}">
                      <a16:creationId xmlns:a16="http://schemas.microsoft.com/office/drawing/2014/main" id="{9F1FB8A9-1276-E42B-E44A-66C3FDD50153}"/>
                    </a:ext>
                  </a:extLst>
                </p14:cNvPr>
                <p14:cNvContentPartPr/>
                <p14:nvPr/>
              </p14:nvContentPartPr>
              <p14:xfrm>
                <a:off x="5835892" y="6566303"/>
                <a:ext cx="168480" cy="6480"/>
              </p14:xfrm>
            </p:contentPart>
          </mc:Choice>
          <mc:Fallback xmlns="">
            <p:pic>
              <p:nvPicPr>
                <p:cNvPr id="62" name="Ink 61">
                  <a:extLst>
                    <a:ext uri="{FF2B5EF4-FFF2-40B4-BE49-F238E27FC236}">
                      <a16:creationId xmlns:a16="http://schemas.microsoft.com/office/drawing/2014/main" id="{9F1FB8A9-1276-E42B-E44A-66C3FDD50153}"/>
                    </a:ext>
                  </a:extLst>
                </p:cNvPr>
                <p:cNvPicPr/>
                <p:nvPr/>
              </p:nvPicPr>
              <p:blipFill>
                <a:blip r:embed="rId31"/>
                <a:stretch>
                  <a:fillRect/>
                </a:stretch>
              </p:blipFill>
              <p:spPr>
                <a:xfrm>
                  <a:off x="5827252" y="6557663"/>
                  <a:ext cx="18612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63" name="Ink 62">
                  <a:extLst>
                    <a:ext uri="{FF2B5EF4-FFF2-40B4-BE49-F238E27FC236}">
                      <a16:creationId xmlns:a16="http://schemas.microsoft.com/office/drawing/2014/main" id="{98A48567-F93F-9CD5-9ACE-CD7AD082D9AE}"/>
                    </a:ext>
                  </a:extLst>
                </p14:cNvPr>
                <p14:cNvContentPartPr/>
                <p14:nvPr/>
              </p14:nvContentPartPr>
              <p14:xfrm>
                <a:off x="6572452" y="6609143"/>
                <a:ext cx="154080" cy="18720"/>
              </p14:xfrm>
            </p:contentPart>
          </mc:Choice>
          <mc:Fallback xmlns="">
            <p:pic>
              <p:nvPicPr>
                <p:cNvPr id="63" name="Ink 62">
                  <a:extLst>
                    <a:ext uri="{FF2B5EF4-FFF2-40B4-BE49-F238E27FC236}">
                      <a16:creationId xmlns:a16="http://schemas.microsoft.com/office/drawing/2014/main" id="{98A48567-F93F-9CD5-9ACE-CD7AD082D9AE}"/>
                    </a:ext>
                  </a:extLst>
                </p:cNvPr>
                <p:cNvPicPr/>
                <p:nvPr/>
              </p:nvPicPr>
              <p:blipFill>
                <a:blip r:embed="rId33"/>
                <a:stretch>
                  <a:fillRect/>
                </a:stretch>
              </p:blipFill>
              <p:spPr>
                <a:xfrm>
                  <a:off x="6563812" y="6600143"/>
                  <a:ext cx="171720" cy="3636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4" name="Ink 63">
                  <a:extLst>
                    <a:ext uri="{FF2B5EF4-FFF2-40B4-BE49-F238E27FC236}">
                      <a16:creationId xmlns:a16="http://schemas.microsoft.com/office/drawing/2014/main" id="{287C50E7-D205-FB7F-51B3-7A22C202C6B2}"/>
                    </a:ext>
                  </a:extLst>
                </p14:cNvPr>
                <p14:cNvContentPartPr/>
                <p14:nvPr/>
              </p14:nvContentPartPr>
              <p14:xfrm>
                <a:off x="6590812" y="6713543"/>
                <a:ext cx="104400" cy="10080"/>
              </p14:xfrm>
            </p:contentPart>
          </mc:Choice>
          <mc:Fallback xmlns="">
            <p:pic>
              <p:nvPicPr>
                <p:cNvPr id="64" name="Ink 63">
                  <a:extLst>
                    <a:ext uri="{FF2B5EF4-FFF2-40B4-BE49-F238E27FC236}">
                      <a16:creationId xmlns:a16="http://schemas.microsoft.com/office/drawing/2014/main" id="{287C50E7-D205-FB7F-51B3-7A22C202C6B2}"/>
                    </a:ext>
                  </a:extLst>
                </p:cNvPr>
                <p:cNvPicPr/>
                <p:nvPr/>
              </p:nvPicPr>
              <p:blipFill>
                <a:blip r:embed="rId35"/>
                <a:stretch>
                  <a:fillRect/>
                </a:stretch>
              </p:blipFill>
              <p:spPr>
                <a:xfrm>
                  <a:off x="6582172" y="6704903"/>
                  <a:ext cx="122040" cy="277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5" name="Ink 64">
                  <a:extLst>
                    <a:ext uri="{FF2B5EF4-FFF2-40B4-BE49-F238E27FC236}">
                      <a16:creationId xmlns:a16="http://schemas.microsoft.com/office/drawing/2014/main" id="{BE7B6520-51CC-EBF2-10B8-3F4459E68450}"/>
                    </a:ext>
                  </a:extLst>
                </p14:cNvPr>
                <p14:cNvContentPartPr/>
                <p14:nvPr/>
              </p14:nvContentPartPr>
              <p14:xfrm>
                <a:off x="7229092" y="6646223"/>
                <a:ext cx="155880" cy="4320"/>
              </p14:xfrm>
            </p:contentPart>
          </mc:Choice>
          <mc:Fallback xmlns="">
            <p:pic>
              <p:nvPicPr>
                <p:cNvPr id="65" name="Ink 64">
                  <a:extLst>
                    <a:ext uri="{FF2B5EF4-FFF2-40B4-BE49-F238E27FC236}">
                      <a16:creationId xmlns:a16="http://schemas.microsoft.com/office/drawing/2014/main" id="{BE7B6520-51CC-EBF2-10B8-3F4459E68450}"/>
                    </a:ext>
                  </a:extLst>
                </p:cNvPr>
                <p:cNvPicPr/>
                <p:nvPr/>
              </p:nvPicPr>
              <p:blipFill>
                <a:blip r:embed="rId37"/>
                <a:stretch>
                  <a:fillRect/>
                </a:stretch>
              </p:blipFill>
              <p:spPr>
                <a:xfrm>
                  <a:off x="7220092" y="6637223"/>
                  <a:ext cx="17352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6" name="Ink 65">
                  <a:extLst>
                    <a:ext uri="{FF2B5EF4-FFF2-40B4-BE49-F238E27FC236}">
                      <a16:creationId xmlns:a16="http://schemas.microsoft.com/office/drawing/2014/main" id="{BED8FE67-75FD-04A2-DE4C-6863805AC7C0}"/>
                    </a:ext>
                  </a:extLst>
                </p14:cNvPr>
                <p14:cNvContentPartPr/>
                <p14:nvPr/>
              </p14:nvContentPartPr>
              <p14:xfrm>
                <a:off x="7253572" y="6743783"/>
                <a:ext cx="119520" cy="12960"/>
              </p14:xfrm>
            </p:contentPart>
          </mc:Choice>
          <mc:Fallback xmlns="">
            <p:pic>
              <p:nvPicPr>
                <p:cNvPr id="66" name="Ink 65">
                  <a:extLst>
                    <a:ext uri="{FF2B5EF4-FFF2-40B4-BE49-F238E27FC236}">
                      <a16:creationId xmlns:a16="http://schemas.microsoft.com/office/drawing/2014/main" id="{BED8FE67-75FD-04A2-DE4C-6863805AC7C0}"/>
                    </a:ext>
                  </a:extLst>
                </p:cNvPr>
                <p:cNvPicPr/>
                <p:nvPr/>
              </p:nvPicPr>
              <p:blipFill>
                <a:blip r:embed="rId39"/>
                <a:stretch>
                  <a:fillRect/>
                </a:stretch>
              </p:blipFill>
              <p:spPr>
                <a:xfrm>
                  <a:off x="7244932" y="6735143"/>
                  <a:ext cx="137160" cy="30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70" name="Ink 69">
                  <a:extLst>
                    <a:ext uri="{FF2B5EF4-FFF2-40B4-BE49-F238E27FC236}">
                      <a16:creationId xmlns:a16="http://schemas.microsoft.com/office/drawing/2014/main" id="{9F4EA805-79AA-2586-0117-1ED04BE8CF96}"/>
                    </a:ext>
                  </a:extLst>
                </p14:cNvPr>
                <p14:cNvContentPartPr/>
                <p14:nvPr/>
              </p14:nvContentPartPr>
              <p14:xfrm>
                <a:off x="8315572" y="6192983"/>
                <a:ext cx="162360" cy="179640"/>
              </p14:xfrm>
            </p:contentPart>
          </mc:Choice>
          <mc:Fallback xmlns="">
            <p:pic>
              <p:nvPicPr>
                <p:cNvPr id="70" name="Ink 69">
                  <a:extLst>
                    <a:ext uri="{FF2B5EF4-FFF2-40B4-BE49-F238E27FC236}">
                      <a16:creationId xmlns:a16="http://schemas.microsoft.com/office/drawing/2014/main" id="{9F4EA805-79AA-2586-0117-1ED04BE8CF96}"/>
                    </a:ext>
                  </a:extLst>
                </p:cNvPr>
                <p:cNvPicPr/>
                <p:nvPr/>
              </p:nvPicPr>
              <p:blipFill>
                <a:blip r:embed="rId41"/>
                <a:stretch>
                  <a:fillRect/>
                </a:stretch>
              </p:blipFill>
              <p:spPr>
                <a:xfrm>
                  <a:off x="8306572" y="6183983"/>
                  <a:ext cx="18000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1" name="Ink 70">
                  <a:extLst>
                    <a:ext uri="{FF2B5EF4-FFF2-40B4-BE49-F238E27FC236}">
                      <a16:creationId xmlns:a16="http://schemas.microsoft.com/office/drawing/2014/main" id="{F4D5408D-20C5-3B9A-C3C2-BE7E54018EA2}"/>
                    </a:ext>
                  </a:extLst>
                </p14:cNvPr>
                <p14:cNvContentPartPr/>
                <p14:nvPr/>
              </p14:nvContentPartPr>
              <p14:xfrm>
                <a:off x="8468572" y="6247343"/>
                <a:ext cx="141480" cy="109080"/>
              </p14:xfrm>
            </p:contentPart>
          </mc:Choice>
          <mc:Fallback xmlns="">
            <p:pic>
              <p:nvPicPr>
                <p:cNvPr id="71" name="Ink 70">
                  <a:extLst>
                    <a:ext uri="{FF2B5EF4-FFF2-40B4-BE49-F238E27FC236}">
                      <a16:creationId xmlns:a16="http://schemas.microsoft.com/office/drawing/2014/main" id="{F4D5408D-20C5-3B9A-C3C2-BE7E54018EA2}"/>
                    </a:ext>
                  </a:extLst>
                </p:cNvPr>
                <p:cNvPicPr/>
                <p:nvPr/>
              </p:nvPicPr>
              <p:blipFill>
                <a:blip r:embed="rId43"/>
                <a:stretch>
                  <a:fillRect/>
                </a:stretch>
              </p:blipFill>
              <p:spPr>
                <a:xfrm>
                  <a:off x="8459572" y="6238343"/>
                  <a:ext cx="159120" cy="1267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2" name="Ink 71">
                  <a:extLst>
                    <a:ext uri="{FF2B5EF4-FFF2-40B4-BE49-F238E27FC236}">
                      <a16:creationId xmlns:a16="http://schemas.microsoft.com/office/drawing/2014/main" id="{C685AA6B-02D0-E572-1BC2-7212250C58F8}"/>
                    </a:ext>
                  </a:extLst>
                </p14:cNvPr>
                <p14:cNvContentPartPr/>
                <p14:nvPr/>
              </p14:nvContentPartPr>
              <p14:xfrm>
                <a:off x="8657932" y="6273623"/>
                <a:ext cx="96480" cy="61920"/>
              </p14:xfrm>
            </p:contentPart>
          </mc:Choice>
          <mc:Fallback xmlns="">
            <p:pic>
              <p:nvPicPr>
                <p:cNvPr id="72" name="Ink 71">
                  <a:extLst>
                    <a:ext uri="{FF2B5EF4-FFF2-40B4-BE49-F238E27FC236}">
                      <a16:creationId xmlns:a16="http://schemas.microsoft.com/office/drawing/2014/main" id="{C685AA6B-02D0-E572-1BC2-7212250C58F8}"/>
                    </a:ext>
                  </a:extLst>
                </p:cNvPr>
                <p:cNvPicPr/>
                <p:nvPr/>
              </p:nvPicPr>
              <p:blipFill>
                <a:blip r:embed="rId45"/>
                <a:stretch>
                  <a:fillRect/>
                </a:stretch>
              </p:blipFill>
              <p:spPr>
                <a:xfrm>
                  <a:off x="8649292" y="6264983"/>
                  <a:ext cx="11412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3" name="Ink 72">
                  <a:extLst>
                    <a:ext uri="{FF2B5EF4-FFF2-40B4-BE49-F238E27FC236}">
                      <a16:creationId xmlns:a16="http://schemas.microsoft.com/office/drawing/2014/main" id="{C3BFA360-E722-70D9-0862-7D6B510D89BE}"/>
                    </a:ext>
                  </a:extLst>
                </p14:cNvPr>
                <p14:cNvContentPartPr/>
                <p14:nvPr/>
              </p14:nvContentPartPr>
              <p14:xfrm>
                <a:off x="8788252" y="6188303"/>
                <a:ext cx="103680" cy="156600"/>
              </p14:xfrm>
            </p:contentPart>
          </mc:Choice>
          <mc:Fallback xmlns="">
            <p:pic>
              <p:nvPicPr>
                <p:cNvPr id="73" name="Ink 72">
                  <a:extLst>
                    <a:ext uri="{FF2B5EF4-FFF2-40B4-BE49-F238E27FC236}">
                      <a16:creationId xmlns:a16="http://schemas.microsoft.com/office/drawing/2014/main" id="{C3BFA360-E722-70D9-0862-7D6B510D89BE}"/>
                    </a:ext>
                  </a:extLst>
                </p:cNvPr>
                <p:cNvPicPr/>
                <p:nvPr/>
              </p:nvPicPr>
              <p:blipFill>
                <a:blip r:embed="rId47"/>
                <a:stretch>
                  <a:fillRect/>
                </a:stretch>
              </p:blipFill>
              <p:spPr>
                <a:xfrm>
                  <a:off x="8779252" y="6179663"/>
                  <a:ext cx="12132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4" name="Ink 73">
                  <a:extLst>
                    <a:ext uri="{FF2B5EF4-FFF2-40B4-BE49-F238E27FC236}">
                      <a16:creationId xmlns:a16="http://schemas.microsoft.com/office/drawing/2014/main" id="{F466D83A-98BF-6EE4-ECC4-FB22877F5524}"/>
                    </a:ext>
                  </a:extLst>
                </p14:cNvPr>
                <p14:cNvContentPartPr/>
                <p14:nvPr/>
              </p14:nvContentPartPr>
              <p14:xfrm>
                <a:off x="8972212" y="6184703"/>
                <a:ext cx="65520" cy="173160"/>
              </p14:xfrm>
            </p:contentPart>
          </mc:Choice>
          <mc:Fallback xmlns="">
            <p:pic>
              <p:nvPicPr>
                <p:cNvPr id="74" name="Ink 73">
                  <a:extLst>
                    <a:ext uri="{FF2B5EF4-FFF2-40B4-BE49-F238E27FC236}">
                      <a16:creationId xmlns:a16="http://schemas.microsoft.com/office/drawing/2014/main" id="{F466D83A-98BF-6EE4-ECC4-FB22877F5524}"/>
                    </a:ext>
                  </a:extLst>
                </p:cNvPr>
                <p:cNvPicPr/>
                <p:nvPr/>
              </p:nvPicPr>
              <p:blipFill>
                <a:blip r:embed="rId49"/>
                <a:stretch>
                  <a:fillRect/>
                </a:stretch>
              </p:blipFill>
              <p:spPr>
                <a:xfrm>
                  <a:off x="8963212" y="6176063"/>
                  <a:ext cx="8316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75" name="Ink 74">
                  <a:extLst>
                    <a:ext uri="{FF2B5EF4-FFF2-40B4-BE49-F238E27FC236}">
                      <a16:creationId xmlns:a16="http://schemas.microsoft.com/office/drawing/2014/main" id="{41469BCD-1DBD-09B9-C8CC-BD119404EF02}"/>
                    </a:ext>
                  </a:extLst>
                </p14:cNvPr>
                <p14:cNvContentPartPr/>
                <p14:nvPr/>
              </p14:nvContentPartPr>
              <p14:xfrm>
                <a:off x="9076612" y="6283703"/>
                <a:ext cx="217800" cy="272520"/>
              </p14:xfrm>
            </p:contentPart>
          </mc:Choice>
          <mc:Fallback xmlns="">
            <p:pic>
              <p:nvPicPr>
                <p:cNvPr id="75" name="Ink 74">
                  <a:extLst>
                    <a:ext uri="{FF2B5EF4-FFF2-40B4-BE49-F238E27FC236}">
                      <a16:creationId xmlns:a16="http://schemas.microsoft.com/office/drawing/2014/main" id="{41469BCD-1DBD-09B9-C8CC-BD119404EF02}"/>
                    </a:ext>
                  </a:extLst>
                </p:cNvPr>
                <p:cNvPicPr/>
                <p:nvPr/>
              </p:nvPicPr>
              <p:blipFill>
                <a:blip r:embed="rId51"/>
                <a:stretch>
                  <a:fillRect/>
                </a:stretch>
              </p:blipFill>
              <p:spPr>
                <a:xfrm>
                  <a:off x="9067612" y="6275063"/>
                  <a:ext cx="235440" cy="2901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2" name="Ink 11">
                  <a:extLst>
                    <a:ext uri="{FF2B5EF4-FFF2-40B4-BE49-F238E27FC236}">
                      <a16:creationId xmlns:a16="http://schemas.microsoft.com/office/drawing/2014/main" id="{FD9D8274-BBE6-9A54-6826-17A995C52973}"/>
                    </a:ext>
                  </a:extLst>
                </p14:cNvPr>
                <p14:cNvContentPartPr/>
                <p14:nvPr/>
              </p14:nvContentPartPr>
              <p14:xfrm>
                <a:off x="1576372" y="5479463"/>
                <a:ext cx="2822760" cy="658440"/>
              </p14:xfrm>
            </p:contentPart>
          </mc:Choice>
          <mc:Fallback xmlns="">
            <p:pic>
              <p:nvPicPr>
                <p:cNvPr id="12" name="Ink 11">
                  <a:extLst>
                    <a:ext uri="{FF2B5EF4-FFF2-40B4-BE49-F238E27FC236}">
                      <a16:creationId xmlns:a16="http://schemas.microsoft.com/office/drawing/2014/main" id="{FD9D8274-BBE6-9A54-6826-17A995C52973}"/>
                    </a:ext>
                  </a:extLst>
                </p:cNvPr>
                <p:cNvPicPr/>
                <p:nvPr/>
              </p:nvPicPr>
              <p:blipFill>
                <a:blip r:embed="rId53"/>
                <a:stretch>
                  <a:fillRect/>
                </a:stretch>
              </p:blipFill>
              <p:spPr>
                <a:xfrm>
                  <a:off x="1567372" y="5470463"/>
                  <a:ext cx="2840400" cy="6760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3" name="Ink 12">
                  <a:extLst>
                    <a:ext uri="{FF2B5EF4-FFF2-40B4-BE49-F238E27FC236}">
                      <a16:creationId xmlns:a16="http://schemas.microsoft.com/office/drawing/2014/main" id="{475ACBAE-86CA-670A-83A2-6F7D1407D8D8}"/>
                    </a:ext>
                  </a:extLst>
                </p14:cNvPr>
                <p14:cNvContentPartPr/>
                <p14:nvPr/>
              </p14:nvContentPartPr>
              <p14:xfrm>
                <a:off x="4240372" y="5566223"/>
                <a:ext cx="186480" cy="129240"/>
              </p14:xfrm>
            </p:contentPart>
          </mc:Choice>
          <mc:Fallback xmlns="">
            <p:pic>
              <p:nvPicPr>
                <p:cNvPr id="13" name="Ink 12">
                  <a:extLst>
                    <a:ext uri="{FF2B5EF4-FFF2-40B4-BE49-F238E27FC236}">
                      <a16:creationId xmlns:a16="http://schemas.microsoft.com/office/drawing/2014/main" id="{475ACBAE-86CA-670A-83A2-6F7D1407D8D8}"/>
                    </a:ext>
                  </a:extLst>
                </p:cNvPr>
                <p:cNvPicPr/>
                <p:nvPr/>
              </p:nvPicPr>
              <p:blipFill>
                <a:blip r:embed="rId55"/>
                <a:stretch>
                  <a:fillRect/>
                </a:stretch>
              </p:blipFill>
              <p:spPr>
                <a:xfrm>
                  <a:off x="4231372" y="5557223"/>
                  <a:ext cx="20412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 name="Ink 13">
                  <a:extLst>
                    <a:ext uri="{FF2B5EF4-FFF2-40B4-BE49-F238E27FC236}">
                      <a16:creationId xmlns:a16="http://schemas.microsoft.com/office/drawing/2014/main" id="{16A7A235-4AC2-56F7-56F5-2B888709AC17}"/>
                    </a:ext>
                  </a:extLst>
                </p14:cNvPr>
                <p14:cNvContentPartPr/>
                <p14:nvPr/>
              </p14:nvContentPartPr>
              <p14:xfrm>
                <a:off x="4369252" y="5496023"/>
                <a:ext cx="565920" cy="599040"/>
              </p14:xfrm>
            </p:contentPart>
          </mc:Choice>
          <mc:Fallback xmlns="">
            <p:pic>
              <p:nvPicPr>
                <p:cNvPr id="14" name="Ink 13">
                  <a:extLst>
                    <a:ext uri="{FF2B5EF4-FFF2-40B4-BE49-F238E27FC236}">
                      <a16:creationId xmlns:a16="http://schemas.microsoft.com/office/drawing/2014/main" id="{16A7A235-4AC2-56F7-56F5-2B888709AC17}"/>
                    </a:ext>
                  </a:extLst>
                </p:cNvPr>
                <p:cNvPicPr/>
                <p:nvPr/>
              </p:nvPicPr>
              <p:blipFill>
                <a:blip r:embed="rId57"/>
                <a:stretch>
                  <a:fillRect/>
                </a:stretch>
              </p:blipFill>
              <p:spPr>
                <a:xfrm>
                  <a:off x="4360252" y="5487023"/>
                  <a:ext cx="583560" cy="6166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5" name="Ink 14">
                  <a:extLst>
                    <a:ext uri="{FF2B5EF4-FFF2-40B4-BE49-F238E27FC236}">
                      <a16:creationId xmlns:a16="http://schemas.microsoft.com/office/drawing/2014/main" id="{C969F382-4A73-FA33-755C-476B6B7D76C8}"/>
                    </a:ext>
                  </a:extLst>
                </p14:cNvPr>
                <p14:cNvContentPartPr/>
                <p14:nvPr/>
              </p14:nvContentPartPr>
              <p14:xfrm>
                <a:off x="4453132" y="5725343"/>
                <a:ext cx="356760" cy="191880"/>
              </p14:xfrm>
            </p:contentPart>
          </mc:Choice>
          <mc:Fallback xmlns="">
            <p:pic>
              <p:nvPicPr>
                <p:cNvPr id="15" name="Ink 14">
                  <a:extLst>
                    <a:ext uri="{FF2B5EF4-FFF2-40B4-BE49-F238E27FC236}">
                      <a16:creationId xmlns:a16="http://schemas.microsoft.com/office/drawing/2014/main" id="{C969F382-4A73-FA33-755C-476B6B7D76C8}"/>
                    </a:ext>
                  </a:extLst>
                </p:cNvPr>
                <p:cNvPicPr/>
                <p:nvPr/>
              </p:nvPicPr>
              <p:blipFill>
                <a:blip r:embed="rId59"/>
                <a:stretch>
                  <a:fillRect/>
                </a:stretch>
              </p:blipFill>
              <p:spPr>
                <a:xfrm>
                  <a:off x="4444132" y="5716703"/>
                  <a:ext cx="374400" cy="2095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6" name="Ink 15">
                  <a:extLst>
                    <a:ext uri="{FF2B5EF4-FFF2-40B4-BE49-F238E27FC236}">
                      <a16:creationId xmlns:a16="http://schemas.microsoft.com/office/drawing/2014/main" id="{0BCB0963-1DE4-E7F3-BA0A-3F555EB75F89}"/>
                    </a:ext>
                  </a:extLst>
                </p14:cNvPr>
                <p14:cNvContentPartPr/>
                <p14:nvPr/>
              </p14:nvContentPartPr>
              <p14:xfrm>
                <a:off x="4430812" y="5727503"/>
                <a:ext cx="253080" cy="59400"/>
              </p14:xfrm>
            </p:contentPart>
          </mc:Choice>
          <mc:Fallback xmlns="">
            <p:pic>
              <p:nvPicPr>
                <p:cNvPr id="16" name="Ink 15">
                  <a:extLst>
                    <a:ext uri="{FF2B5EF4-FFF2-40B4-BE49-F238E27FC236}">
                      <a16:creationId xmlns:a16="http://schemas.microsoft.com/office/drawing/2014/main" id="{0BCB0963-1DE4-E7F3-BA0A-3F555EB75F89}"/>
                    </a:ext>
                  </a:extLst>
                </p:cNvPr>
                <p:cNvPicPr/>
                <p:nvPr/>
              </p:nvPicPr>
              <p:blipFill>
                <a:blip r:embed="rId61"/>
                <a:stretch>
                  <a:fillRect/>
                </a:stretch>
              </p:blipFill>
              <p:spPr>
                <a:xfrm>
                  <a:off x="4421812" y="5718863"/>
                  <a:ext cx="2707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7" name="Ink 16">
                  <a:extLst>
                    <a:ext uri="{FF2B5EF4-FFF2-40B4-BE49-F238E27FC236}">
                      <a16:creationId xmlns:a16="http://schemas.microsoft.com/office/drawing/2014/main" id="{8852233C-4661-E8AC-17D5-6983AD94C288}"/>
                    </a:ext>
                  </a:extLst>
                </p14:cNvPr>
                <p14:cNvContentPartPr/>
                <p14:nvPr/>
              </p14:nvContentPartPr>
              <p14:xfrm>
                <a:off x="4700452" y="5703383"/>
                <a:ext cx="119880" cy="186480"/>
              </p14:xfrm>
            </p:contentPart>
          </mc:Choice>
          <mc:Fallback xmlns="">
            <p:pic>
              <p:nvPicPr>
                <p:cNvPr id="17" name="Ink 16">
                  <a:extLst>
                    <a:ext uri="{FF2B5EF4-FFF2-40B4-BE49-F238E27FC236}">
                      <a16:creationId xmlns:a16="http://schemas.microsoft.com/office/drawing/2014/main" id="{8852233C-4661-E8AC-17D5-6983AD94C288}"/>
                    </a:ext>
                  </a:extLst>
                </p:cNvPr>
                <p:cNvPicPr/>
                <p:nvPr/>
              </p:nvPicPr>
              <p:blipFill>
                <a:blip r:embed="rId63"/>
                <a:stretch>
                  <a:fillRect/>
                </a:stretch>
              </p:blipFill>
              <p:spPr>
                <a:xfrm>
                  <a:off x="4691812" y="5694383"/>
                  <a:ext cx="1375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24" name="Ink 23">
                  <a:extLst>
                    <a:ext uri="{FF2B5EF4-FFF2-40B4-BE49-F238E27FC236}">
                      <a16:creationId xmlns:a16="http://schemas.microsoft.com/office/drawing/2014/main" id="{A39D9F94-CD95-F349-F16E-5B33A1C8D9CD}"/>
                    </a:ext>
                  </a:extLst>
                </p14:cNvPr>
                <p14:cNvContentPartPr/>
                <p14:nvPr/>
              </p14:nvContentPartPr>
              <p14:xfrm>
                <a:off x="1877692" y="5277503"/>
                <a:ext cx="19440" cy="121320"/>
              </p14:xfrm>
            </p:contentPart>
          </mc:Choice>
          <mc:Fallback xmlns="">
            <p:pic>
              <p:nvPicPr>
                <p:cNvPr id="24" name="Ink 23">
                  <a:extLst>
                    <a:ext uri="{FF2B5EF4-FFF2-40B4-BE49-F238E27FC236}">
                      <a16:creationId xmlns:a16="http://schemas.microsoft.com/office/drawing/2014/main" id="{A39D9F94-CD95-F349-F16E-5B33A1C8D9CD}"/>
                    </a:ext>
                  </a:extLst>
                </p:cNvPr>
                <p:cNvPicPr/>
                <p:nvPr/>
              </p:nvPicPr>
              <p:blipFill>
                <a:blip r:embed="rId65"/>
                <a:stretch>
                  <a:fillRect/>
                </a:stretch>
              </p:blipFill>
              <p:spPr>
                <a:xfrm>
                  <a:off x="1868692" y="5268503"/>
                  <a:ext cx="370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25" name="Ink 24">
                  <a:extLst>
                    <a:ext uri="{FF2B5EF4-FFF2-40B4-BE49-F238E27FC236}">
                      <a16:creationId xmlns:a16="http://schemas.microsoft.com/office/drawing/2014/main" id="{211CC637-678C-9B6C-B237-C605B7827C59}"/>
                    </a:ext>
                  </a:extLst>
                </p14:cNvPr>
                <p14:cNvContentPartPr/>
                <p14:nvPr/>
              </p14:nvContentPartPr>
              <p14:xfrm>
                <a:off x="4682092" y="5207303"/>
                <a:ext cx="20160" cy="146880"/>
              </p14:xfrm>
            </p:contentPart>
          </mc:Choice>
          <mc:Fallback xmlns="">
            <p:pic>
              <p:nvPicPr>
                <p:cNvPr id="25" name="Ink 24">
                  <a:extLst>
                    <a:ext uri="{FF2B5EF4-FFF2-40B4-BE49-F238E27FC236}">
                      <a16:creationId xmlns:a16="http://schemas.microsoft.com/office/drawing/2014/main" id="{211CC637-678C-9B6C-B237-C605B7827C59}"/>
                    </a:ext>
                  </a:extLst>
                </p:cNvPr>
                <p:cNvPicPr/>
                <p:nvPr/>
              </p:nvPicPr>
              <p:blipFill>
                <a:blip r:embed="rId67"/>
                <a:stretch>
                  <a:fillRect/>
                </a:stretch>
              </p:blipFill>
              <p:spPr>
                <a:xfrm>
                  <a:off x="4673452" y="5198303"/>
                  <a:ext cx="37800" cy="1645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5" name="Ink 4">
                  <a:extLst>
                    <a:ext uri="{FF2B5EF4-FFF2-40B4-BE49-F238E27FC236}">
                      <a16:creationId xmlns:a16="http://schemas.microsoft.com/office/drawing/2014/main" id="{4A498281-83C5-74D3-3E18-F47738DED0B3}"/>
                    </a:ext>
                  </a:extLst>
                </p14:cNvPr>
                <p14:cNvContentPartPr/>
                <p14:nvPr/>
              </p14:nvContentPartPr>
              <p14:xfrm>
                <a:off x="1693372" y="5559743"/>
                <a:ext cx="419400" cy="479520"/>
              </p14:xfrm>
            </p:contentPart>
          </mc:Choice>
          <mc:Fallback xmlns="">
            <p:pic>
              <p:nvPicPr>
                <p:cNvPr id="5" name="Ink 4">
                  <a:extLst>
                    <a:ext uri="{FF2B5EF4-FFF2-40B4-BE49-F238E27FC236}">
                      <a16:creationId xmlns:a16="http://schemas.microsoft.com/office/drawing/2014/main" id="{4A498281-83C5-74D3-3E18-F47738DED0B3}"/>
                    </a:ext>
                  </a:extLst>
                </p:cNvPr>
                <p:cNvPicPr/>
                <p:nvPr/>
              </p:nvPicPr>
              <p:blipFill>
                <a:blip r:embed="rId69"/>
                <a:stretch>
                  <a:fillRect/>
                </a:stretch>
              </p:blipFill>
              <p:spPr>
                <a:xfrm>
                  <a:off x="1684372" y="5551103"/>
                  <a:ext cx="437040" cy="49716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6" name="Ink 5">
                  <a:extLst>
                    <a:ext uri="{FF2B5EF4-FFF2-40B4-BE49-F238E27FC236}">
                      <a16:creationId xmlns:a16="http://schemas.microsoft.com/office/drawing/2014/main" id="{A43C666A-D97C-57E9-BE88-5966D7DE3F61}"/>
                    </a:ext>
                  </a:extLst>
                </p14:cNvPr>
                <p14:cNvContentPartPr/>
                <p14:nvPr/>
              </p14:nvContentPartPr>
              <p14:xfrm>
                <a:off x="1796332" y="5669543"/>
                <a:ext cx="136800" cy="235800"/>
              </p14:xfrm>
            </p:contentPart>
          </mc:Choice>
          <mc:Fallback xmlns="">
            <p:pic>
              <p:nvPicPr>
                <p:cNvPr id="6" name="Ink 5">
                  <a:extLst>
                    <a:ext uri="{FF2B5EF4-FFF2-40B4-BE49-F238E27FC236}">
                      <a16:creationId xmlns:a16="http://schemas.microsoft.com/office/drawing/2014/main" id="{A43C666A-D97C-57E9-BE88-5966D7DE3F61}"/>
                    </a:ext>
                  </a:extLst>
                </p:cNvPr>
                <p:cNvPicPr/>
                <p:nvPr/>
              </p:nvPicPr>
              <p:blipFill>
                <a:blip r:embed="rId71"/>
                <a:stretch>
                  <a:fillRect/>
                </a:stretch>
              </p:blipFill>
              <p:spPr>
                <a:xfrm>
                  <a:off x="1787692" y="5660903"/>
                  <a:ext cx="15444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 name="Ink 6">
                  <a:extLst>
                    <a:ext uri="{FF2B5EF4-FFF2-40B4-BE49-F238E27FC236}">
                      <a16:creationId xmlns:a16="http://schemas.microsoft.com/office/drawing/2014/main" id="{15E1E167-8E0B-C5FA-2057-00C315176141}"/>
                    </a:ext>
                  </a:extLst>
                </p14:cNvPr>
                <p14:cNvContentPartPr/>
                <p14:nvPr/>
              </p14:nvContentPartPr>
              <p14:xfrm>
                <a:off x="1883812" y="5790503"/>
                <a:ext cx="20880" cy="2880"/>
              </p14:xfrm>
            </p:contentPart>
          </mc:Choice>
          <mc:Fallback xmlns="">
            <p:pic>
              <p:nvPicPr>
                <p:cNvPr id="7" name="Ink 6">
                  <a:extLst>
                    <a:ext uri="{FF2B5EF4-FFF2-40B4-BE49-F238E27FC236}">
                      <a16:creationId xmlns:a16="http://schemas.microsoft.com/office/drawing/2014/main" id="{15E1E167-8E0B-C5FA-2057-00C315176141}"/>
                    </a:ext>
                  </a:extLst>
                </p:cNvPr>
                <p:cNvPicPr/>
                <p:nvPr/>
              </p:nvPicPr>
              <p:blipFill>
                <a:blip r:embed="rId73"/>
                <a:stretch>
                  <a:fillRect/>
                </a:stretch>
              </p:blipFill>
              <p:spPr>
                <a:xfrm>
                  <a:off x="1875172" y="5781863"/>
                  <a:ext cx="38520" cy="205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28" name="Ink 27">
                  <a:extLst>
                    <a:ext uri="{FF2B5EF4-FFF2-40B4-BE49-F238E27FC236}">
                      <a16:creationId xmlns:a16="http://schemas.microsoft.com/office/drawing/2014/main" id="{B6E3303E-2462-A18F-DF96-F18222C2FB08}"/>
                    </a:ext>
                  </a:extLst>
                </p14:cNvPr>
                <p14:cNvContentPartPr/>
                <p14:nvPr/>
              </p14:nvContentPartPr>
              <p14:xfrm>
                <a:off x="2318332" y="5594663"/>
                <a:ext cx="48600" cy="198360"/>
              </p14:xfrm>
            </p:contentPart>
          </mc:Choice>
          <mc:Fallback xmlns="">
            <p:pic>
              <p:nvPicPr>
                <p:cNvPr id="28" name="Ink 27">
                  <a:extLst>
                    <a:ext uri="{FF2B5EF4-FFF2-40B4-BE49-F238E27FC236}">
                      <a16:creationId xmlns:a16="http://schemas.microsoft.com/office/drawing/2014/main" id="{B6E3303E-2462-A18F-DF96-F18222C2FB08}"/>
                    </a:ext>
                  </a:extLst>
                </p:cNvPr>
                <p:cNvPicPr/>
                <p:nvPr/>
              </p:nvPicPr>
              <p:blipFill>
                <a:blip r:embed="rId75"/>
                <a:stretch>
                  <a:fillRect/>
                </a:stretch>
              </p:blipFill>
              <p:spPr>
                <a:xfrm>
                  <a:off x="2309332" y="5586023"/>
                  <a:ext cx="6624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29" name="Ink 28">
                  <a:extLst>
                    <a:ext uri="{FF2B5EF4-FFF2-40B4-BE49-F238E27FC236}">
                      <a16:creationId xmlns:a16="http://schemas.microsoft.com/office/drawing/2014/main" id="{2DA605A4-FC9E-FA08-6C14-0065C0B63053}"/>
                    </a:ext>
                  </a:extLst>
                </p14:cNvPr>
                <p14:cNvContentPartPr/>
                <p14:nvPr/>
              </p14:nvContentPartPr>
              <p14:xfrm>
                <a:off x="2190532" y="5502863"/>
                <a:ext cx="289080" cy="341280"/>
              </p14:xfrm>
            </p:contentPart>
          </mc:Choice>
          <mc:Fallback xmlns="">
            <p:pic>
              <p:nvPicPr>
                <p:cNvPr id="29" name="Ink 28">
                  <a:extLst>
                    <a:ext uri="{FF2B5EF4-FFF2-40B4-BE49-F238E27FC236}">
                      <a16:creationId xmlns:a16="http://schemas.microsoft.com/office/drawing/2014/main" id="{2DA605A4-FC9E-FA08-6C14-0065C0B63053}"/>
                    </a:ext>
                  </a:extLst>
                </p:cNvPr>
                <p:cNvPicPr/>
                <p:nvPr/>
              </p:nvPicPr>
              <p:blipFill>
                <a:blip r:embed="rId77"/>
                <a:stretch>
                  <a:fillRect/>
                </a:stretch>
              </p:blipFill>
              <p:spPr>
                <a:xfrm>
                  <a:off x="2181892" y="5493863"/>
                  <a:ext cx="306720" cy="35892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31" name="Ink 30">
                  <a:extLst>
                    <a:ext uri="{FF2B5EF4-FFF2-40B4-BE49-F238E27FC236}">
                      <a16:creationId xmlns:a16="http://schemas.microsoft.com/office/drawing/2014/main" id="{7350379F-2661-4BE3-3F94-BDE0FE24F9E3}"/>
                    </a:ext>
                  </a:extLst>
                </p14:cNvPr>
                <p14:cNvContentPartPr/>
                <p14:nvPr/>
              </p14:nvContentPartPr>
              <p14:xfrm>
                <a:off x="5091772" y="5344823"/>
                <a:ext cx="167400" cy="111600"/>
              </p14:xfrm>
            </p:contentPart>
          </mc:Choice>
          <mc:Fallback xmlns="">
            <p:pic>
              <p:nvPicPr>
                <p:cNvPr id="31" name="Ink 30">
                  <a:extLst>
                    <a:ext uri="{FF2B5EF4-FFF2-40B4-BE49-F238E27FC236}">
                      <a16:creationId xmlns:a16="http://schemas.microsoft.com/office/drawing/2014/main" id="{7350379F-2661-4BE3-3F94-BDE0FE24F9E3}"/>
                    </a:ext>
                  </a:extLst>
                </p:cNvPr>
                <p:cNvPicPr/>
                <p:nvPr/>
              </p:nvPicPr>
              <p:blipFill>
                <a:blip r:embed="rId79"/>
                <a:stretch>
                  <a:fillRect/>
                </a:stretch>
              </p:blipFill>
              <p:spPr>
                <a:xfrm>
                  <a:off x="5083132" y="5336183"/>
                  <a:ext cx="1850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2" name="Ink 31">
                  <a:extLst>
                    <a:ext uri="{FF2B5EF4-FFF2-40B4-BE49-F238E27FC236}">
                      <a16:creationId xmlns:a16="http://schemas.microsoft.com/office/drawing/2014/main" id="{4CD9FE9B-E4DF-266F-0413-48880D983AC5}"/>
                    </a:ext>
                  </a:extLst>
                </p14:cNvPr>
                <p14:cNvContentPartPr/>
                <p14:nvPr/>
              </p14:nvContentPartPr>
              <p14:xfrm>
                <a:off x="4995292" y="5243663"/>
                <a:ext cx="331200" cy="286200"/>
              </p14:xfrm>
            </p:contentPart>
          </mc:Choice>
          <mc:Fallback xmlns="">
            <p:pic>
              <p:nvPicPr>
                <p:cNvPr id="32" name="Ink 31">
                  <a:extLst>
                    <a:ext uri="{FF2B5EF4-FFF2-40B4-BE49-F238E27FC236}">
                      <a16:creationId xmlns:a16="http://schemas.microsoft.com/office/drawing/2014/main" id="{4CD9FE9B-E4DF-266F-0413-48880D983AC5}"/>
                    </a:ext>
                  </a:extLst>
                </p:cNvPr>
                <p:cNvPicPr/>
                <p:nvPr/>
              </p:nvPicPr>
              <p:blipFill>
                <a:blip r:embed="rId81"/>
                <a:stretch>
                  <a:fillRect/>
                </a:stretch>
              </p:blipFill>
              <p:spPr>
                <a:xfrm>
                  <a:off x="4986652" y="5234663"/>
                  <a:ext cx="34884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8" name="Ink 47">
                  <a:extLst>
                    <a:ext uri="{FF2B5EF4-FFF2-40B4-BE49-F238E27FC236}">
                      <a16:creationId xmlns:a16="http://schemas.microsoft.com/office/drawing/2014/main" id="{E609B1C4-D1C5-AD44-EB11-0BCE11DB7385}"/>
                    </a:ext>
                  </a:extLst>
                </p14:cNvPr>
                <p14:cNvContentPartPr/>
                <p14:nvPr/>
              </p14:nvContentPartPr>
              <p14:xfrm>
                <a:off x="4356292" y="6389183"/>
                <a:ext cx="104400" cy="111600"/>
              </p14:xfrm>
            </p:contentPart>
          </mc:Choice>
          <mc:Fallback xmlns="">
            <p:pic>
              <p:nvPicPr>
                <p:cNvPr id="48" name="Ink 47">
                  <a:extLst>
                    <a:ext uri="{FF2B5EF4-FFF2-40B4-BE49-F238E27FC236}">
                      <a16:creationId xmlns:a16="http://schemas.microsoft.com/office/drawing/2014/main" id="{E609B1C4-D1C5-AD44-EB11-0BCE11DB7385}"/>
                    </a:ext>
                  </a:extLst>
                </p:cNvPr>
                <p:cNvPicPr/>
                <p:nvPr/>
              </p:nvPicPr>
              <p:blipFill>
                <a:blip r:embed="rId83"/>
                <a:stretch>
                  <a:fillRect/>
                </a:stretch>
              </p:blipFill>
              <p:spPr>
                <a:xfrm>
                  <a:off x="4347652" y="6380183"/>
                  <a:ext cx="1220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49" name="Ink 48">
                  <a:extLst>
                    <a:ext uri="{FF2B5EF4-FFF2-40B4-BE49-F238E27FC236}">
                      <a16:creationId xmlns:a16="http://schemas.microsoft.com/office/drawing/2014/main" id="{9D79AFDB-1E3B-0760-7C23-6DA548CCC3F0}"/>
                    </a:ext>
                  </a:extLst>
                </p14:cNvPr>
                <p14:cNvContentPartPr/>
                <p14:nvPr/>
              </p14:nvContentPartPr>
              <p14:xfrm>
                <a:off x="4476532" y="6404663"/>
                <a:ext cx="93600" cy="78840"/>
              </p14:xfrm>
            </p:contentPart>
          </mc:Choice>
          <mc:Fallback xmlns="">
            <p:pic>
              <p:nvPicPr>
                <p:cNvPr id="49" name="Ink 48">
                  <a:extLst>
                    <a:ext uri="{FF2B5EF4-FFF2-40B4-BE49-F238E27FC236}">
                      <a16:creationId xmlns:a16="http://schemas.microsoft.com/office/drawing/2014/main" id="{9D79AFDB-1E3B-0760-7C23-6DA548CCC3F0}"/>
                    </a:ext>
                  </a:extLst>
                </p:cNvPr>
                <p:cNvPicPr/>
                <p:nvPr/>
              </p:nvPicPr>
              <p:blipFill>
                <a:blip r:embed="rId85"/>
                <a:stretch>
                  <a:fillRect/>
                </a:stretch>
              </p:blipFill>
              <p:spPr>
                <a:xfrm>
                  <a:off x="4467892" y="6395663"/>
                  <a:ext cx="1112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0" name="Ink 49">
                  <a:extLst>
                    <a:ext uri="{FF2B5EF4-FFF2-40B4-BE49-F238E27FC236}">
                      <a16:creationId xmlns:a16="http://schemas.microsoft.com/office/drawing/2014/main" id="{51745713-98D9-FD85-107F-C08D5F89CC2A}"/>
                    </a:ext>
                  </a:extLst>
                </p14:cNvPr>
                <p14:cNvContentPartPr/>
                <p14:nvPr/>
              </p14:nvContentPartPr>
              <p14:xfrm>
                <a:off x="4627012" y="6366503"/>
                <a:ext cx="39960" cy="156960"/>
              </p14:xfrm>
            </p:contentPart>
          </mc:Choice>
          <mc:Fallback xmlns="">
            <p:pic>
              <p:nvPicPr>
                <p:cNvPr id="50" name="Ink 49">
                  <a:extLst>
                    <a:ext uri="{FF2B5EF4-FFF2-40B4-BE49-F238E27FC236}">
                      <a16:creationId xmlns:a16="http://schemas.microsoft.com/office/drawing/2014/main" id="{51745713-98D9-FD85-107F-C08D5F89CC2A}"/>
                    </a:ext>
                  </a:extLst>
                </p:cNvPr>
                <p:cNvPicPr/>
                <p:nvPr/>
              </p:nvPicPr>
              <p:blipFill>
                <a:blip r:embed="rId87"/>
                <a:stretch>
                  <a:fillRect/>
                </a:stretch>
              </p:blipFill>
              <p:spPr>
                <a:xfrm>
                  <a:off x="4618012" y="6357863"/>
                  <a:ext cx="57600" cy="174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1" name="Ink 50">
                  <a:extLst>
                    <a:ext uri="{FF2B5EF4-FFF2-40B4-BE49-F238E27FC236}">
                      <a16:creationId xmlns:a16="http://schemas.microsoft.com/office/drawing/2014/main" id="{DBE4373A-2C04-2671-3D27-7F125E3EB5DB}"/>
                    </a:ext>
                  </a:extLst>
                </p14:cNvPr>
                <p14:cNvContentPartPr/>
                <p14:nvPr/>
              </p14:nvContentPartPr>
              <p14:xfrm>
                <a:off x="4657612" y="6408983"/>
                <a:ext cx="122040" cy="88920"/>
              </p14:xfrm>
            </p:contentPart>
          </mc:Choice>
          <mc:Fallback xmlns="">
            <p:pic>
              <p:nvPicPr>
                <p:cNvPr id="51" name="Ink 50">
                  <a:extLst>
                    <a:ext uri="{FF2B5EF4-FFF2-40B4-BE49-F238E27FC236}">
                      <a16:creationId xmlns:a16="http://schemas.microsoft.com/office/drawing/2014/main" id="{DBE4373A-2C04-2671-3D27-7F125E3EB5DB}"/>
                    </a:ext>
                  </a:extLst>
                </p:cNvPr>
                <p:cNvPicPr/>
                <p:nvPr/>
              </p:nvPicPr>
              <p:blipFill>
                <a:blip r:embed="rId89"/>
                <a:stretch>
                  <a:fillRect/>
                </a:stretch>
              </p:blipFill>
              <p:spPr>
                <a:xfrm>
                  <a:off x="4648972" y="6400343"/>
                  <a:ext cx="139680" cy="10656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2" name="Ink 51">
                  <a:extLst>
                    <a:ext uri="{FF2B5EF4-FFF2-40B4-BE49-F238E27FC236}">
                      <a16:creationId xmlns:a16="http://schemas.microsoft.com/office/drawing/2014/main" id="{7C120A9B-6791-1D63-BED3-A8DDFD4D3E13}"/>
                    </a:ext>
                  </a:extLst>
                </p14:cNvPr>
                <p14:cNvContentPartPr/>
                <p14:nvPr/>
              </p14:nvContentPartPr>
              <p14:xfrm>
                <a:off x="4811332" y="6406103"/>
                <a:ext cx="117000" cy="62280"/>
              </p14:xfrm>
            </p:contentPart>
          </mc:Choice>
          <mc:Fallback xmlns="">
            <p:pic>
              <p:nvPicPr>
                <p:cNvPr id="52" name="Ink 51">
                  <a:extLst>
                    <a:ext uri="{FF2B5EF4-FFF2-40B4-BE49-F238E27FC236}">
                      <a16:creationId xmlns:a16="http://schemas.microsoft.com/office/drawing/2014/main" id="{7C120A9B-6791-1D63-BED3-A8DDFD4D3E13}"/>
                    </a:ext>
                  </a:extLst>
                </p:cNvPr>
                <p:cNvPicPr/>
                <p:nvPr/>
              </p:nvPicPr>
              <p:blipFill>
                <a:blip r:embed="rId91"/>
                <a:stretch>
                  <a:fillRect/>
                </a:stretch>
              </p:blipFill>
              <p:spPr>
                <a:xfrm>
                  <a:off x="4802332" y="6397103"/>
                  <a:ext cx="134640" cy="7992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3" name="Ink 52">
                  <a:extLst>
                    <a:ext uri="{FF2B5EF4-FFF2-40B4-BE49-F238E27FC236}">
                      <a16:creationId xmlns:a16="http://schemas.microsoft.com/office/drawing/2014/main" id="{1E242F1D-8B51-71B5-086B-CD9E6F291051}"/>
                    </a:ext>
                  </a:extLst>
                </p14:cNvPr>
                <p14:cNvContentPartPr/>
                <p14:nvPr/>
              </p14:nvContentPartPr>
              <p14:xfrm>
                <a:off x="4365292" y="6554783"/>
                <a:ext cx="93240" cy="166320"/>
              </p14:xfrm>
            </p:contentPart>
          </mc:Choice>
          <mc:Fallback xmlns="">
            <p:pic>
              <p:nvPicPr>
                <p:cNvPr id="53" name="Ink 52">
                  <a:extLst>
                    <a:ext uri="{FF2B5EF4-FFF2-40B4-BE49-F238E27FC236}">
                      <a16:creationId xmlns:a16="http://schemas.microsoft.com/office/drawing/2014/main" id="{1E242F1D-8B51-71B5-086B-CD9E6F291051}"/>
                    </a:ext>
                  </a:extLst>
                </p:cNvPr>
                <p:cNvPicPr/>
                <p:nvPr/>
              </p:nvPicPr>
              <p:blipFill>
                <a:blip r:embed="rId93"/>
                <a:stretch>
                  <a:fillRect/>
                </a:stretch>
              </p:blipFill>
              <p:spPr>
                <a:xfrm>
                  <a:off x="4356292" y="6545783"/>
                  <a:ext cx="110880" cy="1839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4" name="Ink 53">
                  <a:extLst>
                    <a:ext uri="{FF2B5EF4-FFF2-40B4-BE49-F238E27FC236}">
                      <a16:creationId xmlns:a16="http://schemas.microsoft.com/office/drawing/2014/main" id="{300B3A2D-A794-CDE2-57FE-4B1125D8DC1F}"/>
                    </a:ext>
                  </a:extLst>
                </p14:cNvPr>
                <p14:cNvContentPartPr/>
                <p14:nvPr/>
              </p14:nvContentPartPr>
              <p14:xfrm>
                <a:off x="4516852" y="6619223"/>
                <a:ext cx="176400" cy="77040"/>
              </p14:xfrm>
            </p:contentPart>
          </mc:Choice>
          <mc:Fallback xmlns="">
            <p:pic>
              <p:nvPicPr>
                <p:cNvPr id="54" name="Ink 53">
                  <a:extLst>
                    <a:ext uri="{FF2B5EF4-FFF2-40B4-BE49-F238E27FC236}">
                      <a16:creationId xmlns:a16="http://schemas.microsoft.com/office/drawing/2014/main" id="{300B3A2D-A794-CDE2-57FE-4B1125D8DC1F}"/>
                    </a:ext>
                  </a:extLst>
                </p:cNvPr>
                <p:cNvPicPr/>
                <p:nvPr/>
              </p:nvPicPr>
              <p:blipFill>
                <a:blip r:embed="rId95"/>
                <a:stretch>
                  <a:fillRect/>
                </a:stretch>
              </p:blipFill>
              <p:spPr>
                <a:xfrm>
                  <a:off x="4508212" y="6610223"/>
                  <a:ext cx="194040" cy="9468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55" name="Ink 54">
                  <a:extLst>
                    <a:ext uri="{FF2B5EF4-FFF2-40B4-BE49-F238E27FC236}">
                      <a16:creationId xmlns:a16="http://schemas.microsoft.com/office/drawing/2014/main" id="{E8662733-DDD0-3F4C-D158-83FAF1D1B691}"/>
                    </a:ext>
                  </a:extLst>
                </p14:cNvPr>
                <p14:cNvContentPartPr/>
                <p14:nvPr/>
              </p14:nvContentPartPr>
              <p14:xfrm>
                <a:off x="4749772" y="6623543"/>
                <a:ext cx="234000" cy="65160"/>
              </p14:xfrm>
            </p:contentPart>
          </mc:Choice>
          <mc:Fallback xmlns="">
            <p:pic>
              <p:nvPicPr>
                <p:cNvPr id="55" name="Ink 54">
                  <a:extLst>
                    <a:ext uri="{FF2B5EF4-FFF2-40B4-BE49-F238E27FC236}">
                      <a16:creationId xmlns:a16="http://schemas.microsoft.com/office/drawing/2014/main" id="{E8662733-DDD0-3F4C-D158-83FAF1D1B691}"/>
                    </a:ext>
                  </a:extLst>
                </p:cNvPr>
                <p:cNvPicPr/>
                <p:nvPr/>
              </p:nvPicPr>
              <p:blipFill>
                <a:blip r:embed="rId97"/>
                <a:stretch>
                  <a:fillRect/>
                </a:stretch>
              </p:blipFill>
              <p:spPr>
                <a:xfrm>
                  <a:off x="4740772" y="6614543"/>
                  <a:ext cx="251640" cy="828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7" name="Ink 76">
                  <a:extLst>
                    <a:ext uri="{FF2B5EF4-FFF2-40B4-BE49-F238E27FC236}">
                      <a16:creationId xmlns:a16="http://schemas.microsoft.com/office/drawing/2014/main" id="{F96B5F2A-1C73-2E6E-FAEA-40FAD48E8210}"/>
                    </a:ext>
                  </a:extLst>
                </p14:cNvPr>
                <p14:cNvContentPartPr/>
                <p14:nvPr/>
              </p14:nvContentPartPr>
              <p14:xfrm>
                <a:off x="4141372" y="6196223"/>
                <a:ext cx="1005120" cy="511920"/>
              </p14:xfrm>
            </p:contentPart>
          </mc:Choice>
          <mc:Fallback xmlns="">
            <p:pic>
              <p:nvPicPr>
                <p:cNvPr id="77" name="Ink 76">
                  <a:extLst>
                    <a:ext uri="{FF2B5EF4-FFF2-40B4-BE49-F238E27FC236}">
                      <a16:creationId xmlns:a16="http://schemas.microsoft.com/office/drawing/2014/main" id="{F96B5F2A-1C73-2E6E-FAEA-40FAD48E8210}"/>
                    </a:ext>
                  </a:extLst>
                </p:cNvPr>
                <p:cNvPicPr/>
                <p:nvPr/>
              </p:nvPicPr>
              <p:blipFill>
                <a:blip r:embed="rId99"/>
                <a:stretch>
                  <a:fillRect/>
                </a:stretch>
              </p:blipFill>
              <p:spPr>
                <a:xfrm>
                  <a:off x="4132732" y="6187223"/>
                  <a:ext cx="1022760" cy="52956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37" name="Ink 36">
                  <a:extLst>
                    <a:ext uri="{FF2B5EF4-FFF2-40B4-BE49-F238E27FC236}">
                      <a16:creationId xmlns:a16="http://schemas.microsoft.com/office/drawing/2014/main" id="{52A9488C-640F-DBE2-BEE7-B04FA5610B59}"/>
                    </a:ext>
                  </a:extLst>
                </p14:cNvPr>
                <p14:cNvContentPartPr/>
                <p14:nvPr/>
              </p14:nvContentPartPr>
              <p14:xfrm>
                <a:off x="1263892" y="6146543"/>
                <a:ext cx="169920" cy="246960"/>
              </p14:xfrm>
            </p:contentPart>
          </mc:Choice>
          <mc:Fallback xmlns="">
            <p:pic>
              <p:nvPicPr>
                <p:cNvPr id="37" name="Ink 36">
                  <a:extLst>
                    <a:ext uri="{FF2B5EF4-FFF2-40B4-BE49-F238E27FC236}">
                      <a16:creationId xmlns:a16="http://schemas.microsoft.com/office/drawing/2014/main" id="{52A9488C-640F-DBE2-BEE7-B04FA5610B59}"/>
                    </a:ext>
                  </a:extLst>
                </p:cNvPr>
                <p:cNvPicPr/>
                <p:nvPr/>
              </p:nvPicPr>
              <p:blipFill>
                <a:blip r:embed="rId101"/>
                <a:stretch>
                  <a:fillRect/>
                </a:stretch>
              </p:blipFill>
              <p:spPr>
                <a:xfrm>
                  <a:off x="1254892" y="6137543"/>
                  <a:ext cx="1875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38" name="Ink 37">
                  <a:extLst>
                    <a:ext uri="{FF2B5EF4-FFF2-40B4-BE49-F238E27FC236}">
                      <a16:creationId xmlns:a16="http://schemas.microsoft.com/office/drawing/2014/main" id="{CE784AB3-4093-C5B1-897A-4E786355452A}"/>
                    </a:ext>
                  </a:extLst>
                </p14:cNvPr>
                <p14:cNvContentPartPr/>
                <p14:nvPr/>
              </p14:nvContentPartPr>
              <p14:xfrm>
                <a:off x="1472692" y="6260303"/>
                <a:ext cx="44640" cy="90360"/>
              </p14:xfrm>
            </p:contentPart>
          </mc:Choice>
          <mc:Fallback xmlns="">
            <p:pic>
              <p:nvPicPr>
                <p:cNvPr id="38" name="Ink 37">
                  <a:extLst>
                    <a:ext uri="{FF2B5EF4-FFF2-40B4-BE49-F238E27FC236}">
                      <a16:creationId xmlns:a16="http://schemas.microsoft.com/office/drawing/2014/main" id="{CE784AB3-4093-C5B1-897A-4E786355452A}"/>
                    </a:ext>
                  </a:extLst>
                </p:cNvPr>
                <p:cNvPicPr/>
                <p:nvPr/>
              </p:nvPicPr>
              <p:blipFill>
                <a:blip r:embed="rId103"/>
                <a:stretch>
                  <a:fillRect/>
                </a:stretch>
              </p:blipFill>
              <p:spPr>
                <a:xfrm>
                  <a:off x="1463692" y="6251303"/>
                  <a:ext cx="62280" cy="108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39" name="Ink 38">
                  <a:extLst>
                    <a:ext uri="{FF2B5EF4-FFF2-40B4-BE49-F238E27FC236}">
                      <a16:creationId xmlns:a16="http://schemas.microsoft.com/office/drawing/2014/main" id="{1D3294DE-6391-5C27-FDA2-838F1249F606}"/>
                    </a:ext>
                  </a:extLst>
                </p14:cNvPr>
                <p14:cNvContentPartPr/>
                <p14:nvPr/>
              </p14:nvContentPartPr>
              <p14:xfrm>
                <a:off x="1558372" y="6277943"/>
                <a:ext cx="81720" cy="90720"/>
              </p14:xfrm>
            </p:contentPart>
          </mc:Choice>
          <mc:Fallback xmlns="">
            <p:pic>
              <p:nvPicPr>
                <p:cNvPr id="39" name="Ink 38">
                  <a:extLst>
                    <a:ext uri="{FF2B5EF4-FFF2-40B4-BE49-F238E27FC236}">
                      <a16:creationId xmlns:a16="http://schemas.microsoft.com/office/drawing/2014/main" id="{1D3294DE-6391-5C27-FDA2-838F1249F606}"/>
                    </a:ext>
                  </a:extLst>
                </p:cNvPr>
                <p:cNvPicPr/>
                <p:nvPr/>
              </p:nvPicPr>
              <p:blipFill>
                <a:blip r:embed="rId105"/>
                <a:stretch>
                  <a:fillRect/>
                </a:stretch>
              </p:blipFill>
              <p:spPr>
                <a:xfrm>
                  <a:off x="1549732" y="6269303"/>
                  <a:ext cx="99360" cy="1083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40" name="Ink 39">
                  <a:extLst>
                    <a:ext uri="{FF2B5EF4-FFF2-40B4-BE49-F238E27FC236}">
                      <a16:creationId xmlns:a16="http://schemas.microsoft.com/office/drawing/2014/main" id="{2EAB48E3-896A-BBF6-BB91-9F1A497EFC12}"/>
                    </a:ext>
                  </a:extLst>
                </p14:cNvPr>
                <p14:cNvContentPartPr/>
                <p14:nvPr/>
              </p14:nvContentPartPr>
              <p14:xfrm>
                <a:off x="1668172" y="6216383"/>
                <a:ext cx="256320" cy="153720"/>
              </p14:xfrm>
            </p:contentPart>
          </mc:Choice>
          <mc:Fallback xmlns="">
            <p:pic>
              <p:nvPicPr>
                <p:cNvPr id="40" name="Ink 39">
                  <a:extLst>
                    <a:ext uri="{FF2B5EF4-FFF2-40B4-BE49-F238E27FC236}">
                      <a16:creationId xmlns:a16="http://schemas.microsoft.com/office/drawing/2014/main" id="{2EAB48E3-896A-BBF6-BB91-9F1A497EFC12}"/>
                    </a:ext>
                  </a:extLst>
                </p:cNvPr>
                <p:cNvPicPr/>
                <p:nvPr/>
              </p:nvPicPr>
              <p:blipFill>
                <a:blip r:embed="rId107"/>
                <a:stretch>
                  <a:fillRect/>
                </a:stretch>
              </p:blipFill>
              <p:spPr>
                <a:xfrm>
                  <a:off x="1659172" y="6207383"/>
                  <a:ext cx="273960" cy="1713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42" name="Ink 41">
                  <a:extLst>
                    <a:ext uri="{FF2B5EF4-FFF2-40B4-BE49-F238E27FC236}">
                      <a16:creationId xmlns:a16="http://schemas.microsoft.com/office/drawing/2014/main" id="{08135A92-2DA1-73E3-90C9-69B9BC8AB74B}"/>
                    </a:ext>
                  </a:extLst>
                </p14:cNvPr>
                <p14:cNvContentPartPr/>
                <p14:nvPr/>
              </p14:nvContentPartPr>
              <p14:xfrm>
                <a:off x="1196932" y="6510503"/>
                <a:ext cx="145440" cy="154440"/>
              </p14:xfrm>
            </p:contentPart>
          </mc:Choice>
          <mc:Fallback xmlns="">
            <p:pic>
              <p:nvPicPr>
                <p:cNvPr id="42" name="Ink 41">
                  <a:extLst>
                    <a:ext uri="{FF2B5EF4-FFF2-40B4-BE49-F238E27FC236}">
                      <a16:creationId xmlns:a16="http://schemas.microsoft.com/office/drawing/2014/main" id="{08135A92-2DA1-73E3-90C9-69B9BC8AB74B}"/>
                    </a:ext>
                  </a:extLst>
                </p:cNvPr>
                <p:cNvPicPr/>
                <p:nvPr/>
              </p:nvPicPr>
              <p:blipFill>
                <a:blip r:embed="rId109"/>
                <a:stretch>
                  <a:fillRect/>
                </a:stretch>
              </p:blipFill>
              <p:spPr>
                <a:xfrm>
                  <a:off x="1187932" y="6501863"/>
                  <a:ext cx="16308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43" name="Ink 42">
                  <a:extLst>
                    <a:ext uri="{FF2B5EF4-FFF2-40B4-BE49-F238E27FC236}">
                      <a16:creationId xmlns:a16="http://schemas.microsoft.com/office/drawing/2014/main" id="{BD26E099-E2BC-4512-A719-9517323C25AC}"/>
                    </a:ext>
                  </a:extLst>
                </p14:cNvPr>
                <p14:cNvContentPartPr/>
                <p14:nvPr/>
              </p14:nvContentPartPr>
              <p14:xfrm>
                <a:off x="1349932" y="6506543"/>
                <a:ext cx="133560" cy="150120"/>
              </p14:xfrm>
            </p:contentPart>
          </mc:Choice>
          <mc:Fallback xmlns="">
            <p:pic>
              <p:nvPicPr>
                <p:cNvPr id="43" name="Ink 42">
                  <a:extLst>
                    <a:ext uri="{FF2B5EF4-FFF2-40B4-BE49-F238E27FC236}">
                      <a16:creationId xmlns:a16="http://schemas.microsoft.com/office/drawing/2014/main" id="{BD26E099-E2BC-4512-A719-9517323C25AC}"/>
                    </a:ext>
                  </a:extLst>
                </p:cNvPr>
                <p:cNvPicPr/>
                <p:nvPr/>
              </p:nvPicPr>
              <p:blipFill>
                <a:blip r:embed="rId111"/>
                <a:stretch>
                  <a:fillRect/>
                </a:stretch>
              </p:blipFill>
              <p:spPr>
                <a:xfrm>
                  <a:off x="1340932" y="6497543"/>
                  <a:ext cx="151200" cy="16776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44" name="Ink 43">
                  <a:extLst>
                    <a:ext uri="{FF2B5EF4-FFF2-40B4-BE49-F238E27FC236}">
                      <a16:creationId xmlns:a16="http://schemas.microsoft.com/office/drawing/2014/main" id="{435FB8E3-D256-34FD-5DEC-30987EE85B0A}"/>
                    </a:ext>
                  </a:extLst>
                </p14:cNvPr>
                <p14:cNvContentPartPr/>
                <p14:nvPr/>
              </p14:nvContentPartPr>
              <p14:xfrm>
                <a:off x="1527772" y="6596183"/>
                <a:ext cx="202680" cy="64080"/>
              </p14:xfrm>
            </p:contentPart>
          </mc:Choice>
          <mc:Fallback xmlns="">
            <p:pic>
              <p:nvPicPr>
                <p:cNvPr id="44" name="Ink 43">
                  <a:extLst>
                    <a:ext uri="{FF2B5EF4-FFF2-40B4-BE49-F238E27FC236}">
                      <a16:creationId xmlns:a16="http://schemas.microsoft.com/office/drawing/2014/main" id="{435FB8E3-D256-34FD-5DEC-30987EE85B0A}"/>
                    </a:ext>
                  </a:extLst>
                </p:cNvPr>
                <p:cNvPicPr/>
                <p:nvPr/>
              </p:nvPicPr>
              <p:blipFill>
                <a:blip r:embed="rId113"/>
                <a:stretch>
                  <a:fillRect/>
                </a:stretch>
              </p:blipFill>
              <p:spPr>
                <a:xfrm>
                  <a:off x="1519132" y="6587183"/>
                  <a:ext cx="220320" cy="817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45" name="Ink 44">
                  <a:extLst>
                    <a:ext uri="{FF2B5EF4-FFF2-40B4-BE49-F238E27FC236}">
                      <a16:creationId xmlns:a16="http://schemas.microsoft.com/office/drawing/2014/main" id="{8C5B5C93-7F1D-9BAC-64B5-ADFB084BD55B}"/>
                    </a:ext>
                  </a:extLst>
                </p14:cNvPr>
                <p14:cNvContentPartPr/>
                <p14:nvPr/>
              </p14:nvContentPartPr>
              <p14:xfrm>
                <a:off x="1816132" y="6541823"/>
                <a:ext cx="23040" cy="147960"/>
              </p14:xfrm>
            </p:contentPart>
          </mc:Choice>
          <mc:Fallback xmlns="">
            <p:pic>
              <p:nvPicPr>
                <p:cNvPr id="45" name="Ink 44">
                  <a:extLst>
                    <a:ext uri="{FF2B5EF4-FFF2-40B4-BE49-F238E27FC236}">
                      <a16:creationId xmlns:a16="http://schemas.microsoft.com/office/drawing/2014/main" id="{8C5B5C93-7F1D-9BAC-64B5-ADFB084BD55B}"/>
                    </a:ext>
                  </a:extLst>
                </p:cNvPr>
                <p:cNvPicPr/>
                <p:nvPr/>
              </p:nvPicPr>
              <p:blipFill>
                <a:blip r:embed="rId115"/>
                <a:stretch>
                  <a:fillRect/>
                </a:stretch>
              </p:blipFill>
              <p:spPr>
                <a:xfrm>
                  <a:off x="1807492" y="6532823"/>
                  <a:ext cx="4068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46" name="Ink 45">
                  <a:extLst>
                    <a:ext uri="{FF2B5EF4-FFF2-40B4-BE49-F238E27FC236}">
                      <a16:creationId xmlns:a16="http://schemas.microsoft.com/office/drawing/2014/main" id="{0EF64CD0-0928-F1FC-0C1E-70381798ED88}"/>
                    </a:ext>
                  </a:extLst>
                </p14:cNvPr>
                <p14:cNvContentPartPr/>
                <p14:nvPr/>
              </p14:nvContentPartPr>
              <p14:xfrm>
                <a:off x="1808932" y="6590423"/>
                <a:ext cx="41040" cy="12960"/>
              </p14:xfrm>
            </p:contentPart>
          </mc:Choice>
          <mc:Fallback xmlns="">
            <p:pic>
              <p:nvPicPr>
                <p:cNvPr id="46" name="Ink 45">
                  <a:extLst>
                    <a:ext uri="{FF2B5EF4-FFF2-40B4-BE49-F238E27FC236}">
                      <a16:creationId xmlns:a16="http://schemas.microsoft.com/office/drawing/2014/main" id="{0EF64CD0-0928-F1FC-0C1E-70381798ED88}"/>
                    </a:ext>
                  </a:extLst>
                </p:cNvPr>
                <p:cNvPicPr/>
                <p:nvPr/>
              </p:nvPicPr>
              <p:blipFill>
                <a:blip r:embed="rId117"/>
                <a:stretch>
                  <a:fillRect/>
                </a:stretch>
              </p:blipFill>
              <p:spPr>
                <a:xfrm>
                  <a:off x="1799932" y="6581423"/>
                  <a:ext cx="58680" cy="3060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8" name="Ink 77">
                  <a:extLst>
                    <a:ext uri="{FF2B5EF4-FFF2-40B4-BE49-F238E27FC236}">
                      <a16:creationId xmlns:a16="http://schemas.microsoft.com/office/drawing/2014/main" id="{20416F05-682D-B5DE-2054-E2157F531119}"/>
                    </a:ext>
                  </a:extLst>
                </p14:cNvPr>
                <p14:cNvContentPartPr/>
                <p14:nvPr/>
              </p14:nvContentPartPr>
              <p14:xfrm>
                <a:off x="901732" y="6118823"/>
                <a:ext cx="1342800" cy="691200"/>
              </p14:xfrm>
            </p:contentPart>
          </mc:Choice>
          <mc:Fallback xmlns="">
            <p:pic>
              <p:nvPicPr>
                <p:cNvPr id="78" name="Ink 77">
                  <a:extLst>
                    <a:ext uri="{FF2B5EF4-FFF2-40B4-BE49-F238E27FC236}">
                      <a16:creationId xmlns:a16="http://schemas.microsoft.com/office/drawing/2014/main" id="{20416F05-682D-B5DE-2054-E2157F531119}"/>
                    </a:ext>
                  </a:extLst>
                </p:cNvPr>
                <p:cNvPicPr/>
                <p:nvPr/>
              </p:nvPicPr>
              <p:blipFill>
                <a:blip r:embed="rId119"/>
                <a:stretch>
                  <a:fillRect/>
                </a:stretch>
              </p:blipFill>
              <p:spPr>
                <a:xfrm>
                  <a:off x="893092" y="6109823"/>
                  <a:ext cx="1360440" cy="7088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1" name="Ink 80">
                  <a:extLst>
                    <a:ext uri="{FF2B5EF4-FFF2-40B4-BE49-F238E27FC236}">
                      <a16:creationId xmlns:a16="http://schemas.microsoft.com/office/drawing/2014/main" id="{7B1DF664-5512-D839-E88E-E869D6998F5B}"/>
                    </a:ext>
                  </a:extLst>
                </p14:cNvPr>
                <p14:cNvContentPartPr/>
                <p14:nvPr/>
              </p14:nvContentPartPr>
              <p14:xfrm>
                <a:off x="7926052" y="5970503"/>
                <a:ext cx="1372680" cy="768960"/>
              </p14:xfrm>
            </p:contentPart>
          </mc:Choice>
          <mc:Fallback xmlns="">
            <p:pic>
              <p:nvPicPr>
                <p:cNvPr id="81" name="Ink 80">
                  <a:extLst>
                    <a:ext uri="{FF2B5EF4-FFF2-40B4-BE49-F238E27FC236}">
                      <a16:creationId xmlns:a16="http://schemas.microsoft.com/office/drawing/2014/main" id="{7B1DF664-5512-D839-E88E-E869D6998F5B}"/>
                    </a:ext>
                  </a:extLst>
                </p:cNvPr>
                <p:cNvPicPr/>
                <p:nvPr/>
              </p:nvPicPr>
              <p:blipFill>
                <a:blip r:embed="rId121"/>
                <a:stretch>
                  <a:fillRect/>
                </a:stretch>
              </p:blipFill>
              <p:spPr>
                <a:xfrm>
                  <a:off x="7917052" y="5961863"/>
                  <a:ext cx="1390320" cy="786600"/>
                </a:xfrm>
                <a:prstGeom prst="rect">
                  <a:avLst/>
                </a:prstGeom>
              </p:spPr>
            </p:pic>
          </mc:Fallback>
        </mc:AlternateContent>
      </p:grpSp>
      <p:grpSp>
        <p:nvGrpSpPr>
          <p:cNvPr id="109" name="Group 108">
            <a:extLst>
              <a:ext uri="{FF2B5EF4-FFF2-40B4-BE49-F238E27FC236}">
                <a16:creationId xmlns:a16="http://schemas.microsoft.com/office/drawing/2014/main" id="{83A36D9C-6CF5-711A-0BE7-B56EDE994ED5}"/>
              </a:ext>
            </a:extLst>
          </p:cNvPr>
          <p:cNvGrpSpPr/>
          <p:nvPr/>
        </p:nvGrpSpPr>
        <p:grpSpPr>
          <a:xfrm>
            <a:off x="9993172" y="4940183"/>
            <a:ext cx="1597680" cy="1668240"/>
            <a:chOff x="9993172" y="4940183"/>
            <a:chExt cx="1597680" cy="1668240"/>
          </a:xfrm>
        </p:grpSpPr>
        <mc:AlternateContent xmlns:mc="http://schemas.openxmlformats.org/markup-compatibility/2006" xmlns:p14="http://schemas.microsoft.com/office/powerpoint/2010/main">
          <mc:Choice Requires="p14">
            <p:contentPart p14:bwMode="auto" r:id="rId122">
              <p14:nvContentPartPr>
                <p14:cNvPr id="83" name="Ink 82">
                  <a:extLst>
                    <a:ext uri="{FF2B5EF4-FFF2-40B4-BE49-F238E27FC236}">
                      <a16:creationId xmlns:a16="http://schemas.microsoft.com/office/drawing/2014/main" id="{E93EE90E-0108-4B13-09EC-03B33FBE7AFB}"/>
                    </a:ext>
                  </a:extLst>
                </p14:cNvPr>
                <p14:cNvContentPartPr/>
                <p14:nvPr/>
              </p14:nvContentPartPr>
              <p14:xfrm>
                <a:off x="9993172" y="4952423"/>
                <a:ext cx="1384200" cy="1055160"/>
              </p14:xfrm>
            </p:contentPart>
          </mc:Choice>
          <mc:Fallback xmlns="">
            <p:pic>
              <p:nvPicPr>
                <p:cNvPr id="83" name="Ink 82">
                  <a:extLst>
                    <a:ext uri="{FF2B5EF4-FFF2-40B4-BE49-F238E27FC236}">
                      <a16:creationId xmlns:a16="http://schemas.microsoft.com/office/drawing/2014/main" id="{E93EE90E-0108-4B13-09EC-03B33FBE7AFB}"/>
                    </a:ext>
                  </a:extLst>
                </p:cNvPr>
                <p:cNvPicPr/>
                <p:nvPr/>
              </p:nvPicPr>
              <p:blipFill>
                <a:blip r:embed="rId123"/>
                <a:stretch>
                  <a:fillRect/>
                </a:stretch>
              </p:blipFill>
              <p:spPr>
                <a:xfrm>
                  <a:off x="9984172" y="4943783"/>
                  <a:ext cx="1401840" cy="107280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4" name="Ink 83">
                  <a:extLst>
                    <a:ext uri="{FF2B5EF4-FFF2-40B4-BE49-F238E27FC236}">
                      <a16:creationId xmlns:a16="http://schemas.microsoft.com/office/drawing/2014/main" id="{2E8EB27A-89D7-BF15-930F-53CB976FDC90}"/>
                    </a:ext>
                  </a:extLst>
                </p14:cNvPr>
                <p14:cNvContentPartPr/>
                <p14:nvPr/>
              </p14:nvContentPartPr>
              <p14:xfrm>
                <a:off x="10007932" y="4940183"/>
                <a:ext cx="1582920" cy="1085400"/>
              </p14:xfrm>
            </p:contentPart>
          </mc:Choice>
          <mc:Fallback xmlns="">
            <p:pic>
              <p:nvPicPr>
                <p:cNvPr id="84" name="Ink 83">
                  <a:extLst>
                    <a:ext uri="{FF2B5EF4-FFF2-40B4-BE49-F238E27FC236}">
                      <a16:creationId xmlns:a16="http://schemas.microsoft.com/office/drawing/2014/main" id="{2E8EB27A-89D7-BF15-930F-53CB976FDC90}"/>
                    </a:ext>
                  </a:extLst>
                </p:cNvPr>
                <p:cNvPicPr/>
                <p:nvPr/>
              </p:nvPicPr>
              <p:blipFill>
                <a:blip r:embed="rId125"/>
                <a:stretch>
                  <a:fillRect/>
                </a:stretch>
              </p:blipFill>
              <p:spPr>
                <a:xfrm>
                  <a:off x="9999292" y="4931183"/>
                  <a:ext cx="1600560" cy="11030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6" name="Ink 85">
                  <a:extLst>
                    <a:ext uri="{FF2B5EF4-FFF2-40B4-BE49-F238E27FC236}">
                      <a16:creationId xmlns:a16="http://schemas.microsoft.com/office/drawing/2014/main" id="{9BE85FBD-0156-91B5-6031-B695C91991A8}"/>
                    </a:ext>
                  </a:extLst>
                </p14:cNvPr>
                <p14:cNvContentPartPr/>
                <p14:nvPr/>
              </p14:nvContentPartPr>
              <p14:xfrm>
                <a:off x="10205212" y="5186783"/>
                <a:ext cx="336600" cy="184680"/>
              </p14:xfrm>
            </p:contentPart>
          </mc:Choice>
          <mc:Fallback xmlns="">
            <p:pic>
              <p:nvPicPr>
                <p:cNvPr id="86" name="Ink 85">
                  <a:extLst>
                    <a:ext uri="{FF2B5EF4-FFF2-40B4-BE49-F238E27FC236}">
                      <a16:creationId xmlns:a16="http://schemas.microsoft.com/office/drawing/2014/main" id="{9BE85FBD-0156-91B5-6031-B695C91991A8}"/>
                    </a:ext>
                  </a:extLst>
                </p:cNvPr>
                <p:cNvPicPr/>
                <p:nvPr/>
              </p:nvPicPr>
              <p:blipFill>
                <a:blip r:embed="rId127"/>
                <a:stretch>
                  <a:fillRect/>
                </a:stretch>
              </p:blipFill>
              <p:spPr>
                <a:xfrm>
                  <a:off x="10196572" y="5178143"/>
                  <a:ext cx="354240" cy="2023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8164B424-B9A5-846D-574F-3A7FAB5EA77C}"/>
                    </a:ext>
                  </a:extLst>
                </p14:cNvPr>
                <p14:cNvContentPartPr/>
                <p14:nvPr/>
              </p14:nvContentPartPr>
              <p14:xfrm>
                <a:off x="10573132" y="5138543"/>
                <a:ext cx="25560" cy="53640"/>
              </p14:xfrm>
            </p:contentPart>
          </mc:Choice>
          <mc:Fallback xmlns="">
            <p:pic>
              <p:nvPicPr>
                <p:cNvPr id="88" name="Ink 87">
                  <a:extLst>
                    <a:ext uri="{FF2B5EF4-FFF2-40B4-BE49-F238E27FC236}">
                      <a16:creationId xmlns:a16="http://schemas.microsoft.com/office/drawing/2014/main" id="{8164B424-B9A5-846D-574F-3A7FAB5EA77C}"/>
                    </a:ext>
                  </a:extLst>
                </p:cNvPr>
                <p:cNvPicPr/>
                <p:nvPr/>
              </p:nvPicPr>
              <p:blipFill>
                <a:blip r:embed="rId129"/>
                <a:stretch>
                  <a:fillRect/>
                </a:stretch>
              </p:blipFill>
              <p:spPr>
                <a:xfrm>
                  <a:off x="10564132" y="5129543"/>
                  <a:ext cx="43200" cy="7128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9D5D2274-3C94-DAAA-560B-CE7C7E38CE75}"/>
                    </a:ext>
                  </a:extLst>
                </p14:cNvPr>
                <p14:cNvContentPartPr/>
                <p14:nvPr/>
              </p14:nvContentPartPr>
              <p14:xfrm>
                <a:off x="10606252" y="5227463"/>
                <a:ext cx="57960" cy="131760"/>
              </p14:xfrm>
            </p:contentPart>
          </mc:Choice>
          <mc:Fallback xmlns="">
            <p:pic>
              <p:nvPicPr>
                <p:cNvPr id="89" name="Ink 88">
                  <a:extLst>
                    <a:ext uri="{FF2B5EF4-FFF2-40B4-BE49-F238E27FC236}">
                      <a16:creationId xmlns:a16="http://schemas.microsoft.com/office/drawing/2014/main" id="{9D5D2274-3C94-DAAA-560B-CE7C7E38CE75}"/>
                    </a:ext>
                  </a:extLst>
                </p:cNvPr>
                <p:cNvPicPr/>
                <p:nvPr/>
              </p:nvPicPr>
              <p:blipFill>
                <a:blip r:embed="rId131"/>
                <a:stretch>
                  <a:fillRect/>
                </a:stretch>
              </p:blipFill>
              <p:spPr>
                <a:xfrm>
                  <a:off x="10597612" y="5218463"/>
                  <a:ext cx="75600" cy="14940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1" name="Ink 90">
                  <a:extLst>
                    <a:ext uri="{FF2B5EF4-FFF2-40B4-BE49-F238E27FC236}">
                      <a16:creationId xmlns:a16="http://schemas.microsoft.com/office/drawing/2014/main" id="{41A1A658-8DC3-A921-BE68-DA8E24B6FC19}"/>
                    </a:ext>
                  </a:extLst>
                </p14:cNvPr>
                <p14:cNvContentPartPr/>
                <p14:nvPr/>
              </p14:nvContentPartPr>
              <p14:xfrm>
                <a:off x="10732252" y="5222423"/>
                <a:ext cx="105120" cy="129600"/>
              </p14:xfrm>
            </p:contentPart>
          </mc:Choice>
          <mc:Fallback xmlns="">
            <p:pic>
              <p:nvPicPr>
                <p:cNvPr id="91" name="Ink 90">
                  <a:extLst>
                    <a:ext uri="{FF2B5EF4-FFF2-40B4-BE49-F238E27FC236}">
                      <a16:creationId xmlns:a16="http://schemas.microsoft.com/office/drawing/2014/main" id="{41A1A658-8DC3-A921-BE68-DA8E24B6FC19}"/>
                    </a:ext>
                  </a:extLst>
                </p:cNvPr>
                <p:cNvPicPr/>
                <p:nvPr/>
              </p:nvPicPr>
              <p:blipFill>
                <a:blip r:embed="rId133"/>
                <a:stretch>
                  <a:fillRect/>
                </a:stretch>
              </p:blipFill>
              <p:spPr>
                <a:xfrm>
                  <a:off x="10723612" y="5213783"/>
                  <a:ext cx="122760" cy="14724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2" name="Ink 91">
                  <a:extLst>
                    <a:ext uri="{FF2B5EF4-FFF2-40B4-BE49-F238E27FC236}">
                      <a16:creationId xmlns:a16="http://schemas.microsoft.com/office/drawing/2014/main" id="{A0B44C85-EE54-3041-C209-6D63B2A12547}"/>
                    </a:ext>
                  </a:extLst>
                </p14:cNvPr>
                <p14:cNvContentPartPr/>
                <p14:nvPr/>
              </p14:nvContentPartPr>
              <p14:xfrm>
                <a:off x="10852852" y="5138903"/>
                <a:ext cx="34200" cy="31320"/>
              </p14:xfrm>
            </p:contentPart>
          </mc:Choice>
          <mc:Fallback xmlns="">
            <p:pic>
              <p:nvPicPr>
                <p:cNvPr id="92" name="Ink 91">
                  <a:extLst>
                    <a:ext uri="{FF2B5EF4-FFF2-40B4-BE49-F238E27FC236}">
                      <a16:creationId xmlns:a16="http://schemas.microsoft.com/office/drawing/2014/main" id="{A0B44C85-EE54-3041-C209-6D63B2A12547}"/>
                    </a:ext>
                  </a:extLst>
                </p:cNvPr>
                <p:cNvPicPr/>
                <p:nvPr/>
              </p:nvPicPr>
              <p:blipFill>
                <a:blip r:embed="rId135"/>
                <a:stretch>
                  <a:fillRect/>
                </a:stretch>
              </p:blipFill>
              <p:spPr>
                <a:xfrm>
                  <a:off x="10843852" y="5130263"/>
                  <a:ext cx="5184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3" name="Ink 92">
                  <a:extLst>
                    <a:ext uri="{FF2B5EF4-FFF2-40B4-BE49-F238E27FC236}">
                      <a16:creationId xmlns:a16="http://schemas.microsoft.com/office/drawing/2014/main" id="{42CB0E4E-75ED-DA9A-D01C-1F467BB09CAC}"/>
                    </a:ext>
                  </a:extLst>
                </p14:cNvPr>
                <p14:cNvContentPartPr/>
                <p14:nvPr/>
              </p14:nvContentPartPr>
              <p14:xfrm>
                <a:off x="10930972" y="5233223"/>
                <a:ext cx="280440" cy="120240"/>
              </p14:xfrm>
            </p:contentPart>
          </mc:Choice>
          <mc:Fallback xmlns="">
            <p:pic>
              <p:nvPicPr>
                <p:cNvPr id="93" name="Ink 92">
                  <a:extLst>
                    <a:ext uri="{FF2B5EF4-FFF2-40B4-BE49-F238E27FC236}">
                      <a16:creationId xmlns:a16="http://schemas.microsoft.com/office/drawing/2014/main" id="{42CB0E4E-75ED-DA9A-D01C-1F467BB09CAC}"/>
                    </a:ext>
                  </a:extLst>
                </p:cNvPr>
                <p:cNvPicPr/>
                <p:nvPr/>
              </p:nvPicPr>
              <p:blipFill>
                <a:blip r:embed="rId137"/>
                <a:stretch>
                  <a:fillRect/>
                </a:stretch>
              </p:blipFill>
              <p:spPr>
                <a:xfrm>
                  <a:off x="10921972" y="5224583"/>
                  <a:ext cx="298080" cy="13788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5" name="Ink 94">
                  <a:extLst>
                    <a:ext uri="{FF2B5EF4-FFF2-40B4-BE49-F238E27FC236}">
                      <a16:creationId xmlns:a16="http://schemas.microsoft.com/office/drawing/2014/main" id="{78E1AD41-E667-C47E-1575-FACC6F349097}"/>
                    </a:ext>
                  </a:extLst>
                </p14:cNvPr>
                <p14:cNvContentPartPr/>
                <p14:nvPr/>
              </p14:nvContentPartPr>
              <p14:xfrm>
                <a:off x="10642612" y="5804183"/>
                <a:ext cx="104760" cy="100440"/>
              </p14:xfrm>
            </p:contentPart>
          </mc:Choice>
          <mc:Fallback xmlns="">
            <p:pic>
              <p:nvPicPr>
                <p:cNvPr id="95" name="Ink 94">
                  <a:extLst>
                    <a:ext uri="{FF2B5EF4-FFF2-40B4-BE49-F238E27FC236}">
                      <a16:creationId xmlns:a16="http://schemas.microsoft.com/office/drawing/2014/main" id="{78E1AD41-E667-C47E-1575-FACC6F349097}"/>
                    </a:ext>
                  </a:extLst>
                </p:cNvPr>
                <p:cNvPicPr/>
                <p:nvPr/>
              </p:nvPicPr>
              <p:blipFill>
                <a:blip r:embed="rId139"/>
                <a:stretch>
                  <a:fillRect/>
                </a:stretch>
              </p:blipFill>
              <p:spPr>
                <a:xfrm>
                  <a:off x="10633612" y="5795543"/>
                  <a:ext cx="1224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6" name="Ink 95">
                  <a:extLst>
                    <a:ext uri="{FF2B5EF4-FFF2-40B4-BE49-F238E27FC236}">
                      <a16:creationId xmlns:a16="http://schemas.microsoft.com/office/drawing/2014/main" id="{F6B1AB0B-36C1-A704-8189-F79B41C381AA}"/>
                    </a:ext>
                  </a:extLst>
                </p14:cNvPr>
                <p14:cNvContentPartPr/>
                <p14:nvPr/>
              </p14:nvContentPartPr>
              <p14:xfrm>
                <a:off x="10825492" y="5745863"/>
                <a:ext cx="115560" cy="168480"/>
              </p14:xfrm>
            </p:contentPart>
          </mc:Choice>
          <mc:Fallback xmlns="">
            <p:pic>
              <p:nvPicPr>
                <p:cNvPr id="96" name="Ink 95">
                  <a:extLst>
                    <a:ext uri="{FF2B5EF4-FFF2-40B4-BE49-F238E27FC236}">
                      <a16:creationId xmlns:a16="http://schemas.microsoft.com/office/drawing/2014/main" id="{F6B1AB0B-36C1-A704-8189-F79B41C381AA}"/>
                    </a:ext>
                  </a:extLst>
                </p:cNvPr>
                <p:cNvPicPr/>
                <p:nvPr/>
              </p:nvPicPr>
              <p:blipFill>
                <a:blip r:embed="rId141"/>
                <a:stretch>
                  <a:fillRect/>
                </a:stretch>
              </p:blipFill>
              <p:spPr>
                <a:xfrm>
                  <a:off x="10816852" y="5737223"/>
                  <a:ext cx="13320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7" name="Ink 96">
                  <a:extLst>
                    <a:ext uri="{FF2B5EF4-FFF2-40B4-BE49-F238E27FC236}">
                      <a16:creationId xmlns:a16="http://schemas.microsoft.com/office/drawing/2014/main" id="{5A2E8193-EF4F-6FD8-55EA-9EB2D8171D1C}"/>
                    </a:ext>
                  </a:extLst>
                </p14:cNvPr>
                <p14:cNvContentPartPr/>
                <p14:nvPr/>
              </p14:nvContentPartPr>
              <p14:xfrm>
                <a:off x="10522372" y="5633903"/>
                <a:ext cx="558000" cy="403200"/>
              </p14:xfrm>
            </p:contentPart>
          </mc:Choice>
          <mc:Fallback xmlns="">
            <p:pic>
              <p:nvPicPr>
                <p:cNvPr id="97" name="Ink 96">
                  <a:extLst>
                    <a:ext uri="{FF2B5EF4-FFF2-40B4-BE49-F238E27FC236}">
                      <a16:creationId xmlns:a16="http://schemas.microsoft.com/office/drawing/2014/main" id="{5A2E8193-EF4F-6FD8-55EA-9EB2D8171D1C}"/>
                    </a:ext>
                  </a:extLst>
                </p:cNvPr>
                <p:cNvPicPr/>
                <p:nvPr/>
              </p:nvPicPr>
              <p:blipFill>
                <a:blip r:embed="rId143"/>
                <a:stretch>
                  <a:fillRect/>
                </a:stretch>
              </p:blipFill>
              <p:spPr>
                <a:xfrm>
                  <a:off x="10513372" y="5625263"/>
                  <a:ext cx="575640" cy="4208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9" name="Ink 98">
                  <a:extLst>
                    <a:ext uri="{FF2B5EF4-FFF2-40B4-BE49-F238E27FC236}">
                      <a16:creationId xmlns:a16="http://schemas.microsoft.com/office/drawing/2014/main" id="{29361C5A-5382-182E-15C4-DDE1FBFAC4B9}"/>
                    </a:ext>
                  </a:extLst>
                </p14:cNvPr>
                <p14:cNvContentPartPr/>
                <p14:nvPr/>
              </p14:nvContentPartPr>
              <p14:xfrm>
                <a:off x="10874452" y="6092903"/>
                <a:ext cx="222480" cy="32040"/>
              </p14:xfrm>
            </p:contentPart>
          </mc:Choice>
          <mc:Fallback xmlns="">
            <p:pic>
              <p:nvPicPr>
                <p:cNvPr id="99" name="Ink 98">
                  <a:extLst>
                    <a:ext uri="{FF2B5EF4-FFF2-40B4-BE49-F238E27FC236}">
                      <a16:creationId xmlns:a16="http://schemas.microsoft.com/office/drawing/2014/main" id="{29361C5A-5382-182E-15C4-DDE1FBFAC4B9}"/>
                    </a:ext>
                  </a:extLst>
                </p:cNvPr>
                <p:cNvPicPr/>
                <p:nvPr/>
              </p:nvPicPr>
              <p:blipFill>
                <a:blip r:embed="rId145"/>
                <a:stretch>
                  <a:fillRect/>
                </a:stretch>
              </p:blipFill>
              <p:spPr>
                <a:xfrm>
                  <a:off x="10865812" y="6083903"/>
                  <a:ext cx="24012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00" name="Ink 99">
                  <a:extLst>
                    <a:ext uri="{FF2B5EF4-FFF2-40B4-BE49-F238E27FC236}">
                      <a16:creationId xmlns:a16="http://schemas.microsoft.com/office/drawing/2014/main" id="{F20CD00E-A318-33A8-5982-BAE26970B219}"/>
                    </a:ext>
                  </a:extLst>
                </p14:cNvPr>
                <p14:cNvContentPartPr/>
                <p14:nvPr/>
              </p14:nvContentPartPr>
              <p14:xfrm>
                <a:off x="10868332" y="6263903"/>
                <a:ext cx="228240" cy="22680"/>
              </p14:xfrm>
            </p:contentPart>
          </mc:Choice>
          <mc:Fallback xmlns="">
            <p:pic>
              <p:nvPicPr>
                <p:cNvPr id="100" name="Ink 99">
                  <a:extLst>
                    <a:ext uri="{FF2B5EF4-FFF2-40B4-BE49-F238E27FC236}">
                      <a16:creationId xmlns:a16="http://schemas.microsoft.com/office/drawing/2014/main" id="{F20CD00E-A318-33A8-5982-BAE26970B219}"/>
                    </a:ext>
                  </a:extLst>
                </p:cNvPr>
                <p:cNvPicPr/>
                <p:nvPr/>
              </p:nvPicPr>
              <p:blipFill>
                <a:blip r:embed="rId147"/>
                <a:stretch>
                  <a:fillRect/>
                </a:stretch>
              </p:blipFill>
              <p:spPr>
                <a:xfrm>
                  <a:off x="10859332" y="6254903"/>
                  <a:ext cx="24588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01" name="Ink 100">
                  <a:extLst>
                    <a:ext uri="{FF2B5EF4-FFF2-40B4-BE49-F238E27FC236}">
                      <a16:creationId xmlns:a16="http://schemas.microsoft.com/office/drawing/2014/main" id="{969B613F-B505-5F7F-70B5-4A42D807C1A2}"/>
                    </a:ext>
                  </a:extLst>
                </p14:cNvPr>
                <p14:cNvContentPartPr/>
                <p14:nvPr/>
              </p14:nvContentPartPr>
              <p14:xfrm>
                <a:off x="10880572" y="6486383"/>
                <a:ext cx="231120" cy="15840"/>
              </p14:xfrm>
            </p:contentPart>
          </mc:Choice>
          <mc:Fallback xmlns="">
            <p:pic>
              <p:nvPicPr>
                <p:cNvPr id="101" name="Ink 100">
                  <a:extLst>
                    <a:ext uri="{FF2B5EF4-FFF2-40B4-BE49-F238E27FC236}">
                      <a16:creationId xmlns:a16="http://schemas.microsoft.com/office/drawing/2014/main" id="{969B613F-B505-5F7F-70B5-4A42D807C1A2}"/>
                    </a:ext>
                  </a:extLst>
                </p:cNvPr>
                <p:cNvPicPr/>
                <p:nvPr/>
              </p:nvPicPr>
              <p:blipFill>
                <a:blip r:embed="rId149"/>
                <a:stretch>
                  <a:fillRect/>
                </a:stretch>
              </p:blipFill>
              <p:spPr>
                <a:xfrm>
                  <a:off x="10871572" y="6477383"/>
                  <a:ext cx="248760" cy="334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2" name="Ink 101">
                  <a:extLst>
                    <a:ext uri="{FF2B5EF4-FFF2-40B4-BE49-F238E27FC236}">
                      <a16:creationId xmlns:a16="http://schemas.microsoft.com/office/drawing/2014/main" id="{29059D95-783D-E9C1-0D4B-A7B054906445}"/>
                    </a:ext>
                  </a:extLst>
                </p14:cNvPr>
                <p14:cNvContentPartPr/>
                <p14:nvPr/>
              </p14:nvContentPartPr>
              <p14:xfrm>
                <a:off x="10868332" y="6596903"/>
                <a:ext cx="150120" cy="11520"/>
              </p14:xfrm>
            </p:contentPart>
          </mc:Choice>
          <mc:Fallback xmlns="">
            <p:pic>
              <p:nvPicPr>
                <p:cNvPr id="102" name="Ink 101">
                  <a:extLst>
                    <a:ext uri="{FF2B5EF4-FFF2-40B4-BE49-F238E27FC236}">
                      <a16:creationId xmlns:a16="http://schemas.microsoft.com/office/drawing/2014/main" id="{29059D95-783D-E9C1-0D4B-A7B054906445}"/>
                    </a:ext>
                  </a:extLst>
                </p:cNvPr>
                <p:cNvPicPr/>
                <p:nvPr/>
              </p:nvPicPr>
              <p:blipFill>
                <a:blip r:embed="rId151"/>
                <a:stretch>
                  <a:fillRect/>
                </a:stretch>
              </p:blipFill>
              <p:spPr>
                <a:xfrm>
                  <a:off x="10859332" y="6588263"/>
                  <a:ext cx="16776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3" name="Ink 102">
                  <a:extLst>
                    <a:ext uri="{FF2B5EF4-FFF2-40B4-BE49-F238E27FC236}">
                      <a16:creationId xmlns:a16="http://schemas.microsoft.com/office/drawing/2014/main" id="{F07B5CA6-0632-A40F-99A7-0525E6EC4978}"/>
                    </a:ext>
                  </a:extLst>
                </p14:cNvPr>
                <p14:cNvContentPartPr/>
                <p14:nvPr/>
              </p14:nvContentPartPr>
              <p14:xfrm>
                <a:off x="11205652" y="6167063"/>
                <a:ext cx="62280" cy="6840"/>
              </p14:xfrm>
            </p:contentPart>
          </mc:Choice>
          <mc:Fallback xmlns="">
            <p:pic>
              <p:nvPicPr>
                <p:cNvPr id="103" name="Ink 102">
                  <a:extLst>
                    <a:ext uri="{FF2B5EF4-FFF2-40B4-BE49-F238E27FC236}">
                      <a16:creationId xmlns:a16="http://schemas.microsoft.com/office/drawing/2014/main" id="{F07B5CA6-0632-A40F-99A7-0525E6EC4978}"/>
                    </a:ext>
                  </a:extLst>
                </p:cNvPr>
                <p:cNvPicPr/>
                <p:nvPr/>
              </p:nvPicPr>
              <p:blipFill>
                <a:blip r:embed="rId153"/>
                <a:stretch>
                  <a:fillRect/>
                </a:stretch>
              </p:blipFill>
              <p:spPr>
                <a:xfrm>
                  <a:off x="11197012" y="6158423"/>
                  <a:ext cx="79920" cy="244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4" name="Ink 103">
                  <a:extLst>
                    <a:ext uri="{FF2B5EF4-FFF2-40B4-BE49-F238E27FC236}">
                      <a16:creationId xmlns:a16="http://schemas.microsoft.com/office/drawing/2014/main" id="{92F79B99-AD7E-AC9B-A747-C6F71135A84E}"/>
                    </a:ext>
                  </a:extLst>
                </p14:cNvPr>
                <p14:cNvContentPartPr/>
                <p14:nvPr/>
              </p14:nvContentPartPr>
              <p14:xfrm>
                <a:off x="11212132" y="6222863"/>
                <a:ext cx="36360" cy="360"/>
              </p14:xfrm>
            </p:contentPart>
          </mc:Choice>
          <mc:Fallback xmlns="">
            <p:pic>
              <p:nvPicPr>
                <p:cNvPr id="104" name="Ink 103">
                  <a:extLst>
                    <a:ext uri="{FF2B5EF4-FFF2-40B4-BE49-F238E27FC236}">
                      <a16:creationId xmlns:a16="http://schemas.microsoft.com/office/drawing/2014/main" id="{92F79B99-AD7E-AC9B-A747-C6F71135A84E}"/>
                    </a:ext>
                  </a:extLst>
                </p:cNvPr>
                <p:cNvPicPr/>
                <p:nvPr/>
              </p:nvPicPr>
              <p:blipFill>
                <a:blip r:embed="rId155"/>
                <a:stretch>
                  <a:fillRect/>
                </a:stretch>
              </p:blipFill>
              <p:spPr>
                <a:xfrm>
                  <a:off x="11203132" y="6213863"/>
                  <a:ext cx="54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5" name="Ink 104">
                  <a:extLst>
                    <a:ext uri="{FF2B5EF4-FFF2-40B4-BE49-F238E27FC236}">
                      <a16:creationId xmlns:a16="http://schemas.microsoft.com/office/drawing/2014/main" id="{2A9703CE-78D6-E9B5-DB4D-D22717F4B7D8}"/>
                    </a:ext>
                  </a:extLst>
                </p14:cNvPr>
                <p14:cNvContentPartPr/>
                <p14:nvPr/>
              </p14:nvContentPartPr>
              <p14:xfrm>
                <a:off x="11224372" y="6326903"/>
                <a:ext cx="54720" cy="3960"/>
              </p14:xfrm>
            </p:contentPart>
          </mc:Choice>
          <mc:Fallback xmlns="">
            <p:pic>
              <p:nvPicPr>
                <p:cNvPr id="105" name="Ink 104">
                  <a:extLst>
                    <a:ext uri="{FF2B5EF4-FFF2-40B4-BE49-F238E27FC236}">
                      <a16:creationId xmlns:a16="http://schemas.microsoft.com/office/drawing/2014/main" id="{2A9703CE-78D6-E9B5-DB4D-D22717F4B7D8}"/>
                    </a:ext>
                  </a:extLst>
                </p:cNvPr>
                <p:cNvPicPr/>
                <p:nvPr/>
              </p:nvPicPr>
              <p:blipFill>
                <a:blip r:embed="rId157"/>
                <a:stretch>
                  <a:fillRect/>
                </a:stretch>
              </p:blipFill>
              <p:spPr>
                <a:xfrm>
                  <a:off x="11215372" y="6318263"/>
                  <a:ext cx="72360" cy="2160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06" name="Ink 105">
                  <a:extLst>
                    <a:ext uri="{FF2B5EF4-FFF2-40B4-BE49-F238E27FC236}">
                      <a16:creationId xmlns:a16="http://schemas.microsoft.com/office/drawing/2014/main" id="{C64D8AA9-7B64-9BA2-050C-191A51F3DFC8}"/>
                    </a:ext>
                  </a:extLst>
                </p14:cNvPr>
                <p14:cNvContentPartPr/>
                <p14:nvPr/>
              </p14:nvContentPartPr>
              <p14:xfrm>
                <a:off x="11205652" y="6381983"/>
                <a:ext cx="29520" cy="4320"/>
              </p14:xfrm>
            </p:contentPart>
          </mc:Choice>
          <mc:Fallback xmlns="">
            <p:pic>
              <p:nvPicPr>
                <p:cNvPr id="106" name="Ink 105">
                  <a:extLst>
                    <a:ext uri="{FF2B5EF4-FFF2-40B4-BE49-F238E27FC236}">
                      <a16:creationId xmlns:a16="http://schemas.microsoft.com/office/drawing/2014/main" id="{C64D8AA9-7B64-9BA2-050C-191A51F3DFC8}"/>
                    </a:ext>
                  </a:extLst>
                </p:cNvPr>
                <p:cNvPicPr/>
                <p:nvPr/>
              </p:nvPicPr>
              <p:blipFill>
                <a:blip r:embed="rId159"/>
                <a:stretch>
                  <a:fillRect/>
                </a:stretch>
              </p:blipFill>
              <p:spPr>
                <a:xfrm>
                  <a:off x="11197012" y="6373343"/>
                  <a:ext cx="4716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07" name="Ink 106">
                  <a:extLst>
                    <a:ext uri="{FF2B5EF4-FFF2-40B4-BE49-F238E27FC236}">
                      <a16:creationId xmlns:a16="http://schemas.microsoft.com/office/drawing/2014/main" id="{7946BE47-0CDA-84EA-985F-CF76A423BC67}"/>
                    </a:ext>
                  </a:extLst>
                </p14:cNvPr>
                <p14:cNvContentPartPr/>
                <p14:nvPr/>
              </p14:nvContentPartPr>
              <p14:xfrm>
                <a:off x="11193772" y="6504743"/>
                <a:ext cx="42120" cy="6120"/>
              </p14:xfrm>
            </p:contentPart>
          </mc:Choice>
          <mc:Fallback xmlns="">
            <p:pic>
              <p:nvPicPr>
                <p:cNvPr id="107" name="Ink 106">
                  <a:extLst>
                    <a:ext uri="{FF2B5EF4-FFF2-40B4-BE49-F238E27FC236}">
                      <a16:creationId xmlns:a16="http://schemas.microsoft.com/office/drawing/2014/main" id="{7946BE47-0CDA-84EA-985F-CF76A423BC67}"/>
                    </a:ext>
                  </a:extLst>
                </p:cNvPr>
                <p:cNvPicPr/>
                <p:nvPr/>
              </p:nvPicPr>
              <p:blipFill>
                <a:blip r:embed="rId161"/>
                <a:stretch>
                  <a:fillRect/>
                </a:stretch>
              </p:blipFill>
              <p:spPr>
                <a:xfrm>
                  <a:off x="11184772" y="6496103"/>
                  <a:ext cx="59760" cy="2376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08" name="Ink 107">
                  <a:extLst>
                    <a:ext uri="{FF2B5EF4-FFF2-40B4-BE49-F238E27FC236}">
                      <a16:creationId xmlns:a16="http://schemas.microsoft.com/office/drawing/2014/main" id="{F6DB909D-E525-9FE0-3A4D-2C04DA230E95}"/>
                    </a:ext>
                  </a:extLst>
                </p14:cNvPr>
                <p14:cNvContentPartPr/>
                <p14:nvPr/>
              </p14:nvContentPartPr>
              <p14:xfrm>
                <a:off x="11199532" y="6560183"/>
                <a:ext cx="34200" cy="6120"/>
              </p14:xfrm>
            </p:contentPart>
          </mc:Choice>
          <mc:Fallback xmlns="">
            <p:pic>
              <p:nvPicPr>
                <p:cNvPr id="108" name="Ink 107">
                  <a:extLst>
                    <a:ext uri="{FF2B5EF4-FFF2-40B4-BE49-F238E27FC236}">
                      <a16:creationId xmlns:a16="http://schemas.microsoft.com/office/drawing/2014/main" id="{F6DB909D-E525-9FE0-3A4D-2C04DA230E95}"/>
                    </a:ext>
                  </a:extLst>
                </p:cNvPr>
                <p:cNvPicPr/>
                <p:nvPr/>
              </p:nvPicPr>
              <p:blipFill>
                <a:blip r:embed="rId159"/>
                <a:stretch>
                  <a:fillRect/>
                </a:stretch>
              </p:blipFill>
              <p:spPr>
                <a:xfrm>
                  <a:off x="11190532" y="6551543"/>
                  <a:ext cx="51840" cy="23760"/>
                </a:xfrm>
                <a:prstGeom prst="rect">
                  <a:avLst/>
                </a:prstGeom>
              </p:spPr>
            </p:pic>
          </mc:Fallback>
        </mc:AlternateContent>
      </p:grpSp>
    </p:spTree>
    <p:extLst>
      <p:ext uri="{BB962C8B-B14F-4D97-AF65-F5344CB8AC3E}">
        <p14:creationId xmlns:p14="http://schemas.microsoft.com/office/powerpoint/2010/main" val="6318238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1CCC554-5F5F-4C41-842A-E233080CC55E}"/>
              </a:ext>
            </a:extLst>
          </p:cNvPr>
          <p:cNvSpPr>
            <a:spLocks noGrp="1"/>
          </p:cNvSpPr>
          <p:nvPr>
            <p:ph type="sldNum" sz="quarter" idx="12"/>
          </p:nvPr>
        </p:nvSpPr>
        <p:spPr>
          <a:xfrm>
            <a:off x="11701102" y="6446501"/>
            <a:ext cx="330114" cy="366087"/>
          </a:xfrm>
        </p:spPr>
        <p:txBody>
          <a:bodyPr/>
          <a:lstStyle/>
          <a:p>
            <a:fld id="{96E69268-9C8B-4EBF-A9EE-DC5DC2D48DC3}" type="slidenum">
              <a:rPr lang="en-US" sz="1333"/>
              <a:pPr/>
              <a:t>9</a:t>
            </a:fld>
            <a:endParaRPr lang="en-US" sz="1333" dirty="0">
              <a:latin typeface="Segoe UI Black" panose="020B0A02040204020203" pitchFamily="34" charset="0"/>
              <a:ea typeface="Segoe UI Black" panose="020B0A02040204020203" pitchFamily="34" charset="0"/>
            </a:endParaRPr>
          </a:p>
        </p:txBody>
      </p:sp>
      <p:sp>
        <p:nvSpPr>
          <p:cNvPr id="87" name="TextBox 86">
            <a:extLst>
              <a:ext uri="{FF2B5EF4-FFF2-40B4-BE49-F238E27FC236}">
                <a16:creationId xmlns:a16="http://schemas.microsoft.com/office/drawing/2014/main" id="{A775FDA3-5EF9-E28D-894C-872BB03E42EE}"/>
              </a:ext>
            </a:extLst>
          </p:cNvPr>
          <p:cNvSpPr txBox="1"/>
          <p:nvPr/>
        </p:nvSpPr>
        <p:spPr>
          <a:xfrm>
            <a:off x="224979" y="788088"/>
            <a:ext cx="11806237" cy="2308324"/>
          </a:xfrm>
          <a:prstGeom prst="rect">
            <a:avLst/>
          </a:prstGeom>
          <a:noFill/>
        </p:spPr>
        <p:txBody>
          <a:bodyPr wrap="square" rtlCol="0">
            <a:spAutoFit/>
          </a:bodyPr>
          <a:lstStyle/>
          <a:p>
            <a:pPr marL="285750" indent="-285750">
              <a:buFont typeface="Arial" panose="020B0604020202020204" pitchFamily="34" charset="0"/>
              <a:buChar char="•"/>
            </a:pPr>
            <a:r>
              <a:rPr lang="en-US" sz="1600" dirty="0"/>
              <a:t>The transaction behavior of a BO in the context of RAP is implemented in one or more than one global class.</a:t>
            </a:r>
          </a:p>
          <a:p>
            <a:pPr marL="285750" indent="-285750">
              <a:buFont typeface="Arial" panose="020B0604020202020204" pitchFamily="34" charset="0"/>
              <a:buChar char="•"/>
            </a:pPr>
            <a:r>
              <a:rPr lang="en-US" sz="1600" dirty="0"/>
              <a:t>These special classes are dedicated only to implementing the business object behavior and called as behavior pool.</a:t>
            </a:r>
          </a:p>
          <a:p>
            <a:pPr marL="285750" indent="-285750">
              <a:buFont typeface="Arial" panose="020B0604020202020204" pitchFamily="34" charset="0"/>
              <a:buChar char="•"/>
            </a:pPr>
            <a:r>
              <a:rPr lang="en-US" sz="1600" dirty="0"/>
              <a:t>You can assign any number of behavior pool to behavior definition (a 1:n relationship)</a:t>
            </a:r>
          </a:p>
          <a:p>
            <a:pPr marL="285750" indent="-285750">
              <a:buFont typeface="Arial" panose="020B0604020202020204" pitchFamily="34" charset="0"/>
              <a:buChar char="•"/>
            </a:pPr>
            <a:r>
              <a:rPr lang="en-US" sz="1600" dirty="0"/>
              <a:t>Within a single global class, we can define multiple local classes that can handle the business object behavior.</a:t>
            </a:r>
          </a:p>
          <a:p>
            <a:pPr marL="285750" indent="-285750">
              <a:buFont typeface="Arial" panose="020B0604020202020204" pitchFamily="34" charset="0"/>
              <a:buChar char="•"/>
            </a:pPr>
            <a:r>
              <a:rPr lang="en-US" sz="1600" dirty="0"/>
              <a:t>The global class is just like a container and basically empty while the actual behavior logic is written inside the class pool.</a:t>
            </a:r>
          </a:p>
          <a:p>
            <a:pPr marL="285750" indent="-285750">
              <a:buFont typeface="Arial" panose="020B0604020202020204" pitchFamily="34" charset="0"/>
              <a:buChar char="•"/>
            </a:pPr>
            <a:r>
              <a:rPr lang="en-US" sz="1600" dirty="0"/>
              <a:t>We can assign any number of behavior pool to behavior definition (1:n). This allows us to distribute our implementation across multiple units. This is called </a:t>
            </a:r>
            <a:r>
              <a:rPr lang="en-US" sz="1600" b="1" dirty="0"/>
              <a:t>contribution design pattern.</a:t>
            </a:r>
            <a:r>
              <a:rPr lang="en-US" sz="1600" dirty="0"/>
              <a:t> Which allow team to work in parallel on multiple tasks.</a:t>
            </a:r>
          </a:p>
          <a:p>
            <a:pPr marL="285750" indent="-285750">
              <a:buFont typeface="Arial" panose="020B0604020202020204" pitchFamily="34" charset="0"/>
              <a:buChar char="•"/>
            </a:pPr>
            <a:r>
              <a:rPr lang="en-US" sz="1600" dirty="0"/>
              <a:t>A behavior implementation class always inherits from </a:t>
            </a:r>
            <a:r>
              <a:rPr lang="en-US" sz="1600" b="1" dirty="0" err="1"/>
              <a:t>cl_abap_behavior_handler</a:t>
            </a:r>
            <a:r>
              <a:rPr lang="en-US" sz="1600" b="1" dirty="0"/>
              <a:t> </a:t>
            </a:r>
            <a:r>
              <a:rPr lang="en-US" sz="1600" dirty="0"/>
              <a:t>class.</a:t>
            </a:r>
          </a:p>
          <a:p>
            <a:endParaRPr lang="en-IN" sz="1600" dirty="0"/>
          </a:p>
        </p:txBody>
      </p:sp>
      <p:sp>
        <p:nvSpPr>
          <p:cNvPr id="90" name="TextBox 89">
            <a:extLst>
              <a:ext uri="{FF2B5EF4-FFF2-40B4-BE49-F238E27FC236}">
                <a16:creationId xmlns:a16="http://schemas.microsoft.com/office/drawing/2014/main" id="{C8312175-0071-5A91-06A9-3499F67EC833}"/>
              </a:ext>
            </a:extLst>
          </p:cNvPr>
          <p:cNvSpPr txBox="1"/>
          <p:nvPr/>
        </p:nvSpPr>
        <p:spPr>
          <a:xfrm>
            <a:off x="191294" y="895"/>
            <a:ext cx="11231710" cy="646203"/>
          </a:xfrm>
          <a:prstGeom prst="rect">
            <a:avLst/>
          </a:prstGeom>
          <a:noFill/>
        </p:spPr>
        <p:txBody>
          <a:bodyPr wrap="square" rtlCol="0">
            <a:spAutoFit/>
          </a:bodyPr>
          <a:lstStyle/>
          <a:p>
            <a:r>
              <a:rPr lang="en-US" sz="3599" dirty="0">
                <a:latin typeface="Cooper Black" panose="0208090404030B020404" pitchFamily="18" charset="0"/>
              </a:rPr>
              <a:t>Behavior Pool</a:t>
            </a:r>
            <a:endParaRPr lang="en-IN" sz="3599" dirty="0">
              <a:latin typeface="Cooper Black" panose="0208090404030B020404" pitchFamily="18" charset="0"/>
            </a:endParaRPr>
          </a:p>
        </p:txBody>
      </p:sp>
      <p:sp>
        <p:nvSpPr>
          <p:cNvPr id="2" name="TextBox 1">
            <a:extLst>
              <a:ext uri="{FF2B5EF4-FFF2-40B4-BE49-F238E27FC236}">
                <a16:creationId xmlns:a16="http://schemas.microsoft.com/office/drawing/2014/main" id="{0B33C8CC-0F2E-5DA3-7FA8-B6BA9EE56AA2}"/>
              </a:ext>
            </a:extLst>
          </p:cNvPr>
          <p:cNvSpPr txBox="1"/>
          <p:nvPr/>
        </p:nvSpPr>
        <p:spPr>
          <a:xfrm>
            <a:off x="9249806" y="6491044"/>
            <a:ext cx="2961680" cy="276999"/>
          </a:xfrm>
          <a:prstGeom prst="rect">
            <a:avLst/>
          </a:prstGeom>
          <a:noFill/>
        </p:spPr>
        <p:txBody>
          <a:bodyPr wrap="square" rtlCol="0">
            <a:spAutoFit/>
          </a:bodyPr>
          <a:lstStyle/>
          <a:p>
            <a:r>
              <a:rPr lang="en-US" sz="1200" dirty="0">
                <a:latin typeface="Cooper Black" panose="0208090404030B020404" pitchFamily="18" charset="0"/>
              </a:rPr>
              <a:t>www.anubhavtrainings.com</a:t>
            </a:r>
            <a:endParaRPr lang="en-IN" sz="1200" dirty="0">
              <a:latin typeface="Cooper Black" panose="0208090404030B020404" pitchFamily="18" charset="0"/>
            </a:endParaRPr>
          </a:p>
        </p:txBody>
      </p:sp>
      <p:pic>
        <p:nvPicPr>
          <p:cNvPr id="3" name="Picture 2">
            <a:extLst>
              <a:ext uri="{FF2B5EF4-FFF2-40B4-BE49-F238E27FC236}">
                <a16:creationId xmlns:a16="http://schemas.microsoft.com/office/drawing/2014/main" id="{F89C887D-D9BC-50F6-8EC1-542E14ED8A8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688213" y="45412"/>
            <a:ext cx="436629" cy="431260"/>
          </a:xfrm>
          <a:prstGeom prst="rect">
            <a:avLst/>
          </a:prstGeom>
          <a:effectLst>
            <a:outerShdw blurRad="50800" dist="38100" dir="2700000" algn="tl" rotWithShape="0">
              <a:prstClr val="black">
                <a:alpha val="40000"/>
              </a:prstClr>
            </a:outerShdw>
          </a:effectLst>
        </p:spPr>
      </p:pic>
      <p:sp>
        <p:nvSpPr>
          <p:cNvPr id="5" name="Rectangle 4">
            <a:extLst>
              <a:ext uri="{FF2B5EF4-FFF2-40B4-BE49-F238E27FC236}">
                <a16:creationId xmlns:a16="http://schemas.microsoft.com/office/drawing/2014/main" id="{EA130312-D3D9-6A47-4758-EEF1BED72D9C}"/>
              </a:ext>
            </a:extLst>
          </p:cNvPr>
          <p:cNvSpPr/>
          <p:nvPr/>
        </p:nvSpPr>
        <p:spPr>
          <a:xfrm>
            <a:off x="2061964" y="3356992"/>
            <a:ext cx="1440160"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t>Travel</a:t>
            </a:r>
          </a:p>
          <a:p>
            <a:pPr algn="ctr"/>
            <a:r>
              <a:rPr lang="en-IN" sz="1600" dirty="0"/>
              <a:t>(root)</a:t>
            </a:r>
          </a:p>
        </p:txBody>
      </p:sp>
      <p:sp>
        <p:nvSpPr>
          <p:cNvPr id="7" name="Rectangle 6">
            <a:extLst>
              <a:ext uri="{FF2B5EF4-FFF2-40B4-BE49-F238E27FC236}">
                <a16:creationId xmlns:a16="http://schemas.microsoft.com/office/drawing/2014/main" id="{27635E8E-2BC8-1BF5-92C5-FA68A6295A2E}"/>
              </a:ext>
            </a:extLst>
          </p:cNvPr>
          <p:cNvSpPr/>
          <p:nvPr/>
        </p:nvSpPr>
        <p:spPr>
          <a:xfrm>
            <a:off x="2039198" y="4608191"/>
            <a:ext cx="1440160"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t>Booking</a:t>
            </a:r>
          </a:p>
        </p:txBody>
      </p:sp>
      <p:sp>
        <p:nvSpPr>
          <p:cNvPr id="8" name="Rectangle 7">
            <a:extLst>
              <a:ext uri="{FF2B5EF4-FFF2-40B4-BE49-F238E27FC236}">
                <a16:creationId xmlns:a16="http://schemas.microsoft.com/office/drawing/2014/main" id="{9BC4B80E-AF86-72D5-20CE-90A8CD02BC76}"/>
              </a:ext>
            </a:extLst>
          </p:cNvPr>
          <p:cNvSpPr/>
          <p:nvPr/>
        </p:nvSpPr>
        <p:spPr>
          <a:xfrm>
            <a:off x="2052346" y="5842971"/>
            <a:ext cx="1440160"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t>Booking </a:t>
            </a:r>
            <a:r>
              <a:rPr lang="en-IN" sz="1600" dirty="0" err="1"/>
              <a:t>Suppl</a:t>
            </a:r>
            <a:endParaRPr lang="en-IN" sz="1600" dirty="0"/>
          </a:p>
        </p:txBody>
      </p:sp>
      <p:sp>
        <p:nvSpPr>
          <p:cNvPr id="9" name="Rectangle 8">
            <a:extLst>
              <a:ext uri="{FF2B5EF4-FFF2-40B4-BE49-F238E27FC236}">
                <a16:creationId xmlns:a16="http://schemas.microsoft.com/office/drawing/2014/main" id="{A389BD4B-BFA4-2F57-4B2B-780CA5FAFDFC}"/>
              </a:ext>
            </a:extLst>
          </p:cNvPr>
          <p:cNvSpPr/>
          <p:nvPr/>
        </p:nvSpPr>
        <p:spPr>
          <a:xfrm>
            <a:off x="5302324" y="3429000"/>
            <a:ext cx="2808312" cy="50405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latin typeface="72 Monospace" panose="020B0509030603020204" pitchFamily="49" charset="0"/>
                <a:cs typeface="72 Monospace" panose="020B0509030603020204" pitchFamily="49" charset="0"/>
              </a:rPr>
              <a:t>Behavior pool</a:t>
            </a:r>
          </a:p>
        </p:txBody>
      </p:sp>
      <p:sp>
        <p:nvSpPr>
          <p:cNvPr id="10" name="Rectangle 9">
            <a:extLst>
              <a:ext uri="{FF2B5EF4-FFF2-40B4-BE49-F238E27FC236}">
                <a16:creationId xmlns:a16="http://schemas.microsoft.com/office/drawing/2014/main" id="{DA7ED10D-FD44-9DB7-0789-2A46D480C312}"/>
              </a:ext>
            </a:extLst>
          </p:cNvPr>
          <p:cNvSpPr/>
          <p:nvPr/>
        </p:nvSpPr>
        <p:spPr>
          <a:xfrm>
            <a:off x="5302324" y="4680199"/>
            <a:ext cx="2808312" cy="50405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latin typeface="72 Monospace" panose="020B0509030603020204" pitchFamily="49" charset="0"/>
                <a:cs typeface="72 Monospace" panose="020B0509030603020204" pitchFamily="49" charset="0"/>
              </a:rPr>
              <a:t>Behavior pool</a:t>
            </a:r>
          </a:p>
        </p:txBody>
      </p:sp>
      <p:sp>
        <p:nvSpPr>
          <p:cNvPr id="11" name="Rectangle 10">
            <a:extLst>
              <a:ext uri="{FF2B5EF4-FFF2-40B4-BE49-F238E27FC236}">
                <a16:creationId xmlns:a16="http://schemas.microsoft.com/office/drawing/2014/main" id="{8E0D5D67-F1A9-48F6-5DD1-06123EF778F9}"/>
              </a:ext>
            </a:extLst>
          </p:cNvPr>
          <p:cNvSpPr/>
          <p:nvPr/>
        </p:nvSpPr>
        <p:spPr>
          <a:xfrm>
            <a:off x="5302324" y="5942445"/>
            <a:ext cx="2808312" cy="50405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latin typeface="72 Monospace" panose="020B0509030603020204" pitchFamily="49" charset="0"/>
                <a:cs typeface="72 Monospace" panose="020B0509030603020204" pitchFamily="49" charset="0"/>
              </a:rPr>
              <a:t>Behavior pool</a:t>
            </a:r>
          </a:p>
        </p:txBody>
      </p:sp>
      <p:cxnSp>
        <p:nvCxnSpPr>
          <p:cNvPr id="13" name="Straight Arrow Connector 12">
            <a:extLst>
              <a:ext uri="{FF2B5EF4-FFF2-40B4-BE49-F238E27FC236}">
                <a16:creationId xmlns:a16="http://schemas.microsoft.com/office/drawing/2014/main" id="{CC6CC2BA-2AED-DFB9-B610-F0372C470F78}"/>
              </a:ext>
            </a:extLst>
          </p:cNvPr>
          <p:cNvCxnSpPr>
            <a:cxnSpLocks/>
          </p:cNvCxnSpPr>
          <p:nvPr/>
        </p:nvCxnSpPr>
        <p:spPr>
          <a:xfrm>
            <a:off x="3502124" y="3716488"/>
            <a:ext cx="1800200" cy="0"/>
          </a:xfrm>
          <a:prstGeom prst="straightConnector1">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BB30F208-DFB1-6C3C-D4F2-959A85B8C9C2}"/>
              </a:ext>
            </a:extLst>
          </p:cNvPr>
          <p:cNvCxnSpPr>
            <a:cxnSpLocks/>
          </p:cNvCxnSpPr>
          <p:nvPr/>
        </p:nvCxnSpPr>
        <p:spPr>
          <a:xfrm>
            <a:off x="3479358" y="4932227"/>
            <a:ext cx="1800200" cy="0"/>
          </a:xfrm>
          <a:prstGeom prst="straightConnector1">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5" name="Straight Arrow Connector 14">
            <a:extLst>
              <a:ext uri="{FF2B5EF4-FFF2-40B4-BE49-F238E27FC236}">
                <a16:creationId xmlns:a16="http://schemas.microsoft.com/office/drawing/2014/main" id="{BFA11392-17DB-0B42-38A3-A7EEF4B93825}"/>
              </a:ext>
            </a:extLst>
          </p:cNvPr>
          <p:cNvCxnSpPr>
            <a:cxnSpLocks/>
          </p:cNvCxnSpPr>
          <p:nvPr/>
        </p:nvCxnSpPr>
        <p:spPr>
          <a:xfrm>
            <a:off x="3504093" y="6189193"/>
            <a:ext cx="1800200" cy="0"/>
          </a:xfrm>
          <a:prstGeom prst="straightConnector1">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Rectangle 15">
            <a:extLst>
              <a:ext uri="{FF2B5EF4-FFF2-40B4-BE49-F238E27FC236}">
                <a16:creationId xmlns:a16="http://schemas.microsoft.com/office/drawing/2014/main" id="{BCFC91A0-B637-49C1-64FA-9DAD1EE20937}"/>
              </a:ext>
            </a:extLst>
          </p:cNvPr>
          <p:cNvSpPr/>
          <p:nvPr/>
        </p:nvSpPr>
        <p:spPr>
          <a:xfrm>
            <a:off x="9711849" y="4441904"/>
            <a:ext cx="1976364" cy="936104"/>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latin typeface="72 Monospace" panose="020B0509030603020204" pitchFamily="49" charset="0"/>
                <a:cs typeface="72 Monospace" panose="020B0509030603020204" pitchFamily="49" charset="0"/>
              </a:rPr>
              <a:t>Helper classes</a:t>
            </a:r>
          </a:p>
        </p:txBody>
      </p:sp>
      <p:grpSp>
        <p:nvGrpSpPr>
          <p:cNvPr id="19" name="Group 18">
            <a:extLst>
              <a:ext uri="{FF2B5EF4-FFF2-40B4-BE49-F238E27FC236}">
                <a16:creationId xmlns:a16="http://schemas.microsoft.com/office/drawing/2014/main" id="{C538B628-82F8-E858-30F3-2D694B3E73DD}"/>
              </a:ext>
            </a:extLst>
          </p:cNvPr>
          <p:cNvGrpSpPr/>
          <p:nvPr/>
        </p:nvGrpSpPr>
        <p:grpSpPr>
          <a:xfrm>
            <a:off x="2047612" y="3200663"/>
            <a:ext cx="5985000" cy="1048320"/>
            <a:chOff x="2047612" y="3200663"/>
            <a:chExt cx="5985000" cy="1048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FA46415E-31B9-9646-702D-F3EC6D6E9819}"/>
                    </a:ext>
                  </a:extLst>
                </p14:cNvPr>
                <p14:cNvContentPartPr/>
                <p14:nvPr/>
              </p14:nvContentPartPr>
              <p14:xfrm>
                <a:off x="2047612" y="3245663"/>
                <a:ext cx="1312920" cy="1003320"/>
              </p14:xfrm>
            </p:contentPart>
          </mc:Choice>
          <mc:Fallback xmlns="">
            <p:pic>
              <p:nvPicPr>
                <p:cNvPr id="6" name="Ink 5">
                  <a:extLst>
                    <a:ext uri="{FF2B5EF4-FFF2-40B4-BE49-F238E27FC236}">
                      <a16:creationId xmlns:a16="http://schemas.microsoft.com/office/drawing/2014/main" id="{FA46415E-31B9-9646-702D-F3EC6D6E9819}"/>
                    </a:ext>
                  </a:extLst>
                </p:cNvPr>
                <p:cNvPicPr/>
                <p:nvPr/>
              </p:nvPicPr>
              <p:blipFill>
                <a:blip r:embed="rId4"/>
                <a:stretch>
                  <a:fillRect/>
                </a:stretch>
              </p:blipFill>
              <p:spPr>
                <a:xfrm>
                  <a:off x="2038972" y="3236663"/>
                  <a:ext cx="1330560" cy="102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2" name="Ink 11">
                  <a:extLst>
                    <a:ext uri="{FF2B5EF4-FFF2-40B4-BE49-F238E27FC236}">
                      <a16:creationId xmlns:a16="http://schemas.microsoft.com/office/drawing/2014/main" id="{BA68C4B3-4550-E90D-D862-AB4653F8DA27}"/>
                    </a:ext>
                  </a:extLst>
                </p14:cNvPr>
                <p14:cNvContentPartPr/>
                <p14:nvPr/>
              </p14:nvContentPartPr>
              <p14:xfrm>
                <a:off x="4178812" y="3823103"/>
                <a:ext cx="1407600" cy="15120"/>
              </p14:xfrm>
            </p:contentPart>
          </mc:Choice>
          <mc:Fallback xmlns="">
            <p:pic>
              <p:nvPicPr>
                <p:cNvPr id="12" name="Ink 11">
                  <a:extLst>
                    <a:ext uri="{FF2B5EF4-FFF2-40B4-BE49-F238E27FC236}">
                      <a16:creationId xmlns:a16="http://schemas.microsoft.com/office/drawing/2014/main" id="{BA68C4B3-4550-E90D-D862-AB4653F8DA27}"/>
                    </a:ext>
                  </a:extLst>
                </p:cNvPr>
                <p:cNvPicPr/>
                <p:nvPr/>
              </p:nvPicPr>
              <p:blipFill>
                <a:blip r:embed="rId6"/>
                <a:stretch>
                  <a:fillRect/>
                </a:stretch>
              </p:blipFill>
              <p:spPr>
                <a:xfrm>
                  <a:off x="4170172" y="3814103"/>
                  <a:ext cx="1425240" cy="327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7" name="Ink 16">
                  <a:extLst>
                    <a:ext uri="{FF2B5EF4-FFF2-40B4-BE49-F238E27FC236}">
                      <a16:creationId xmlns:a16="http://schemas.microsoft.com/office/drawing/2014/main" id="{3D7EBCF9-B77D-A518-D6F1-1CDC8F91F5AB}"/>
                    </a:ext>
                  </a:extLst>
                </p14:cNvPr>
                <p14:cNvContentPartPr/>
                <p14:nvPr/>
              </p14:nvContentPartPr>
              <p14:xfrm>
                <a:off x="5455732" y="3731303"/>
                <a:ext cx="173520" cy="225360"/>
              </p14:xfrm>
            </p:contentPart>
          </mc:Choice>
          <mc:Fallback xmlns="">
            <p:pic>
              <p:nvPicPr>
                <p:cNvPr id="17" name="Ink 16">
                  <a:extLst>
                    <a:ext uri="{FF2B5EF4-FFF2-40B4-BE49-F238E27FC236}">
                      <a16:creationId xmlns:a16="http://schemas.microsoft.com/office/drawing/2014/main" id="{3D7EBCF9-B77D-A518-D6F1-1CDC8F91F5AB}"/>
                    </a:ext>
                  </a:extLst>
                </p:cNvPr>
                <p:cNvPicPr/>
                <p:nvPr/>
              </p:nvPicPr>
              <p:blipFill>
                <a:blip r:embed="rId8"/>
                <a:stretch>
                  <a:fillRect/>
                </a:stretch>
              </p:blipFill>
              <p:spPr>
                <a:xfrm>
                  <a:off x="5446732" y="3722303"/>
                  <a:ext cx="191160" cy="243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8" name="Ink 17">
                  <a:extLst>
                    <a:ext uri="{FF2B5EF4-FFF2-40B4-BE49-F238E27FC236}">
                      <a16:creationId xmlns:a16="http://schemas.microsoft.com/office/drawing/2014/main" id="{8A3D5CAE-4E98-18C6-7743-B2C85CADBB00}"/>
                    </a:ext>
                  </a:extLst>
                </p14:cNvPr>
                <p14:cNvContentPartPr/>
                <p14:nvPr/>
              </p14:nvContentPartPr>
              <p14:xfrm>
                <a:off x="5809612" y="3200663"/>
                <a:ext cx="2223000" cy="919800"/>
              </p14:xfrm>
            </p:contentPart>
          </mc:Choice>
          <mc:Fallback xmlns="">
            <p:pic>
              <p:nvPicPr>
                <p:cNvPr id="18" name="Ink 17">
                  <a:extLst>
                    <a:ext uri="{FF2B5EF4-FFF2-40B4-BE49-F238E27FC236}">
                      <a16:creationId xmlns:a16="http://schemas.microsoft.com/office/drawing/2014/main" id="{8A3D5CAE-4E98-18C6-7743-B2C85CADBB00}"/>
                    </a:ext>
                  </a:extLst>
                </p:cNvPr>
                <p:cNvPicPr/>
                <p:nvPr/>
              </p:nvPicPr>
              <p:blipFill>
                <a:blip r:embed="rId10"/>
                <a:stretch>
                  <a:fillRect/>
                </a:stretch>
              </p:blipFill>
              <p:spPr>
                <a:xfrm>
                  <a:off x="5800612" y="3192023"/>
                  <a:ext cx="2240640" cy="937440"/>
                </a:xfrm>
                <a:prstGeom prst="rect">
                  <a:avLst/>
                </a:prstGeom>
              </p:spPr>
            </p:pic>
          </mc:Fallback>
        </mc:AlternateContent>
      </p:grpSp>
      <p:grpSp>
        <p:nvGrpSpPr>
          <p:cNvPr id="24" name="Group 23">
            <a:extLst>
              <a:ext uri="{FF2B5EF4-FFF2-40B4-BE49-F238E27FC236}">
                <a16:creationId xmlns:a16="http://schemas.microsoft.com/office/drawing/2014/main" id="{1B047983-2A72-9780-FE4E-1E569F532C39}"/>
              </a:ext>
            </a:extLst>
          </p:cNvPr>
          <p:cNvGrpSpPr/>
          <p:nvPr/>
        </p:nvGrpSpPr>
        <p:grpSpPr>
          <a:xfrm>
            <a:off x="2114572" y="4422863"/>
            <a:ext cx="5506920" cy="1000800"/>
            <a:chOff x="2114572" y="4422863"/>
            <a:chExt cx="5506920" cy="1000800"/>
          </a:xfrm>
        </p:grpSpPr>
        <mc:AlternateContent xmlns:mc="http://schemas.openxmlformats.org/markup-compatibility/2006" xmlns:p14="http://schemas.microsoft.com/office/powerpoint/2010/main">
          <mc:Choice Requires="p14">
            <p:contentPart p14:bwMode="auto" r:id="rId11">
              <p14:nvContentPartPr>
                <p14:cNvPr id="20" name="Ink 19">
                  <a:extLst>
                    <a:ext uri="{FF2B5EF4-FFF2-40B4-BE49-F238E27FC236}">
                      <a16:creationId xmlns:a16="http://schemas.microsoft.com/office/drawing/2014/main" id="{A84F233B-89FE-3E81-C609-C56C5C2BDA2E}"/>
                    </a:ext>
                  </a:extLst>
                </p14:cNvPr>
                <p14:cNvContentPartPr/>
                <p14:nvPr/>
              </p14:nvContentPartPr>
              <p14:xfrm>
                <a:off x="2114572" y="4639583"/>
                <a:ext cx="1379520" cy="784080"/>
              </p14:xfrm>
            </p:contentPart>
          </mc:Choice>
          <mc:Fallback xmlns="">
            <p:pic>
              <p:nvPicPr>
                <p:cNvPr id="20" name="Ink 19">
                  <a:extLst>
                    <a:ext uri="{FF2B5EF4-FFF2-40B4-BE49-F238E27FC236}">
                      <a16:creationId xmlns:a16="http://schemas.microsoft.com/office/drawing/2014/main" id="{A84F233B-89FE-3E81-C609-C56C5C2BDA2E}"/>
                    </a:ext>
                  </a:extLst>
                </p:cNvPr>
                <p:cNvPicPr/>
                <p:nvPr/>
              </p:nvPicPr>
              <p:blipFill>
                <a:blip r:embed="rId12"/>
                <a:stretch>
                  <a:fillRect/>
                </a:stretch>
              </p:blipFill>
              <p:spPr>
                <a:xfrm>
                  <a:off x="2105572" y="4630583"/>
                  <a:ext cx="1397160" cy="8017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1" name="Ink 20">
                  <a:extLst>
                    <a:ext uri="{FF2B5EF4-FFF2-40B4-BE49-F238E27FC236}">
                      <a16:creationId xmlns:a16="http://schemas.microsoft.com/office/drawing/2014/main" id="{E8AE83E0-5BF6-9487-7383-C4BAC51BA317}"/>
                    </a:ext>
                  </a:extLst>
                </p14:cNvPr>
                <p14:cNvContentPartPr/>
                <p14:nvPr/>
              </p14:nvContentPartPr>
              <p14:xfrm>
                <a:off x="3534772" y="5148623"/>
                <a:ext cx="1517760" cy="7200"/>
              </p14:xfrm>
            </p:contentPart>
          </mc:Choice>
          <mc:Fallback xmlns="">
            <p:pic>
              <p:nvPicPr>
                <p:cNvPr id="21" name="Ink 20">
                  <a:extLst>
                    <a:ext uri="{FF2B5EF4-FFF2-40B4-BE49-F238E27FC236}">
                      <a16:creationId xmlns:a16="http://schemas.microsoft.com/office/drawing/2014/main" id="{E8AE83E0-5BF6-9487-7383-C4BAC51BA317}"/>
                    </a:ext>
                  </a:extLst>
                </p:cNvPr>
                <p:cNvPicPr/>
                <p:nvPr/>
              </p:nvPicPr>
              <p:blipFill>
                <a:blip r:embed="rId14"/>
                <a:stretch>
                  <a:fillRect/>
                </a:stretch>
              </p:blipFill>
              <p:spPr>
                <a:xfrm>
                  <a:off x="3525772" y="5139983"/>
                  <a:ext cx="153540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2" name="Ink 21">
                  <a:extLst>
                    <a:ext uri="{FF2B5EF4-FFF2-40B4-BE49-F238E27FC236}">
                      <a16:creationId xmlns:a16="http://schemas.microsoft.com/office/drawing/2014/main" id="{7B1FE325-FEAD-10F9-ECCF-D36E35A315FB}"/>
                    </a:ext>
                  </a:extLst>
                </p14:cNvPr>
                <p14:cNvContentPartPr/>
                <p14:nvPr/>
              </p14:nvContentPartPr>
              <p14:xfrm>
                <a:off x="4927972" y="5044223"/>
                <a:ext cx="170280" cy="194760"/>
              </p14:xfrm>
            </p:contentPart>
          </mc:Choice>
          <mc:Fallback xmlns="">
            <p:pic>
              <p:nvPicPr>
                <p:cNvPr id="22" name="Ink 21">
                  <a:extLst>
                    <a:ext uri="{FF2B5EF4-FFF2-40B4-BE49-F238E27FC236}">
                      <a16:creationId xmlns:a16="http://schemas.microsoft.com/office/drawing/2014/main" id="{7B1FE325-FEAD-10F9-ECCF-D36E35A315FB}"/>
                    </a:ext>
                  </a:extLst>
                </p:cNvPr>
                <p:cNvPicPr/>
                <p:nvPr/>
              </p:nvPicPr>
              <p:blipFill>
                <a:blip r:embed="rId16"/>
                <a:stretch>
                  <a:fillRect/>
                </a:stretch>
              </p:blipFill>
              <p:spPr>
                <a:xfrm>
                  <a:off x="4918972" y="5035583"/>
                  <a:ext cx="187920" cy="2124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23" name="Ink 22">
                  <a:extLst>
                    <a:ext uri="{FF2B5EF4-FFF2-40B4-BE49-F238E27FC236}">
                      <a16:creationId xmlns:a16="http://schemas.microsoft.com/office/drawing/2014/main" id="{C6446685-5EA6-0E07-09C4-367CE842BE4C}"/>
                    </a:ext>
                  </a:extLst>
                </p14:cNvPr>
                <p14:cNvContentPartPr/>
                <p14:nvPr/>
              </p14:nvContentPartPr>
              <p14:xfrm>
                <a:off x="5816812" y="4422863"/>
                <a:ext cx="1804680" cy="899640"/>
              </p14:xfrm>
            </p:contentPart>
          </mc:Choice>
          <mc:Fallback xmlns="">
            <p:pic>
              <p:nvPicPr>
                <p:cNvPr id="23" name="Ink 22">
                  <a:extLst>
                    <a:ext uri="{FF2B5EF4-FFF2-40B4-BE49-F238E27FC236}">
                      <a16:creationId xmlns:a16="http://schemas.microsoft.com/office/drawing/2014/main" id="{C6446685-5EA6-0E07-09C4-367CE842BE4C}"/>
                    </a:ext>
                  </a:extLst>
                </p:cNvPr>
                <p:cNvPicPr/>
                <p:nvPr/>
              </p:nvPicPr>
              <p:blipFill>
                <a:blip r:embed="rId18"/>
                <a:stretch>
                  <a:fillRect/>
                </a:stretch>
              </p:blipFill>
              <p:spPr>
                <a:xfrm>
                  <a:off x="5808172" y="4414223"/>
                  <a:ext cx="1822320" cy="917280"/>
                </a:xfrm>
                <a:prstGeom prst="rect">
                  <a:avLst/>
                </a:prstGeom>
              </p:spPr>
            </p:pic>
          </mc:Fallback>
        </mc:AlternateContent>
      </p:grpSp>
    </p:spTree>
    <p:extLst>
      <p:ext uri="{BB962C8B-B14F-4D97-AF65-F5344CB8AC3E}">
        <p14:creationId xmlns:p14="http://schemas.microsoft.com/office/powerpoint/2010/main" val="30444547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1CCC554-5F5F-4C41-842A-E233080CC55E}"/>
              </a:ext>
            </a:extLst>
          </p:cNvPr>
          <p:cNvSpPr>
            <a:spLocks noGrp="1"/>
          </p:cNvSpPr>
          <p:nvPr>
            <p:ph type="sldNum" sz="quarter" idx="12"/>
          </p:nvPr>
        </p:nvSpPr>
        <p:spPr>
          <a:xfrm>
            <a:off x="11701102" y="6446501"/>
            <a:ext cx="330114" cy="366087"/>
          </a:xfrm>
        </p:spPr>
        <p:txBody>
          <a:bodyPr/>
          <a:lstStyle/>
          <a:p>
            <a:fld id="{96E69268-9C8B-4EBF-A9EE-DC5DC2D48DC3}" type="slidenum">
              <a:rPr lang="en-US" sz="1333"/>
              <a:pPr/>
              <a:t>10</a:t>
            </a:fld>
            <a:endParaRPr lang="en-US" sz="1333" dirty="0">
              <a:latin typeface="Segoe UI Black" panose="020B0A02040204020203" pitchFamily="34" charset="0"/>
              <a:ea typeface="Segoe UI Black" panose="020B0A02040204020203" pitchFamily="34" charset="0"/>
            </a:endParaRPr>
          </a:p>
        </p:txBody>
      </p:sp>
      <p:sp>
        <p:nvSpPr>
          <p:cNvPr id="87" name="TextBox 86">
            <a:extLst>
              <a:ext uri="{FF2B5EF4-FFF2-40B4-BE49-F238E27FC236}">
                <a16:creationId xmlns:a16="http://schemas.microsoft.com/office/drawing/2014/main" id="{A775FDA3-5EF9-E28D-894C-872BB03E42EE}"/>
              </a:ext>
            </a:extLst>
          </p:cNvPr>
          <p:cNvSpPr txBox="1"/>
          <p:nvPr/>
        </p:nvSpPr>
        <p:spPr>
          <a:xfrm>
            <a:off x="224979" y="788088"/>
            <a:ext cx="11806237" cy="5909310"/>
          </a:xfrm>
          <a:prstGeom prst="rect">
            <a:avLst/>
          </a:prstGeom>
          <a:noFill/>
        </p:spPr>
        <p:txBody>
          <a:bodyPr wrap="square" rtlCol="0">
            <a:spAutoFit/>
          </a:bodyPr>
          <a:lstStyle/>
          <a:p>
            <a:r>
              <a:rPr lang="en-US" sz="1800" dirty="0"/>
              <a:t>When implementing a BO contract, we can make use of implicit parameters. These parameters do not have FIX data type, instead they are assigned by the compiler with the type derived from BDEF.</a:t>
            </a:r>
          </a:p>
          <a:p>
            <a:r>
              <a:rPr lang="en-US" sz="1800" dirty="0"/>
              <a:t>The implicit parameters can be declared explicitly as CHANGING parameters in the method signature of the class using generic type</a:t>
            </a:r>
          </a:p>
          <a:p>
            <a:r>
              <a:rPr lang="en-US" sz="1800" dirty="0"/>
              <a:t>DATA: </a:t>
            </a:r>
            <a:r>
              <a:rPr lang="en-US" sz="1800" dirty="0" err="1"/>
              <a:t>lt_imp_param</a:t>
            </a:r>
            <a:r>
              <a:rPr lang="en-US" sz="1800" dirty="0"/>
              <a:t> FOR &lt;OPERATION&gt; entity.</a:t>
            </a:r>
          </a:p>
          <a:p>
            <a:r>
              <a:rPr lang="en-US" sz="1800" dirty="0"/>
              <a:t>Data : </a:t>
            </a:r>
            <a:r>
              <a:rPr lang="en-IN" sz="1800" dirty="0" err="1">
                <a:solidFill>
                  <a:srgbClr val="000000"/>
                </a:solidFill>
                <a:effectLst/>
                <a:latin typeface="Consolas" panose="020B0609020204030204" pitchFamily="49" charset="0"/>
              </a:rPr>
              <a:t>lt_mapped</a:t>
            </a:r>
            <a:r>
              <a:rPr lang="en-US" sz="1800" dirty="0">
                <a:solidFill>
                  <a:srgbClr val="000000"/>
                </a:solidFill>
                <a:effectLst/>
                <a:latin typeface="Consolas" panose="020B0609020204030204" pitchFamily="49" charset="0"/>
              </a:rPr>
              <a:t> FOR CREATE BO-Travel.</a:t>
            </a:r>
            <a:endParaRPr lang="en-IN" sz="1800" dirty="0">
              <a:solidFill>
                <a:srgbClr val="000000"/>
              </a:solidFill>
              <a:effectLst/>
              <a:latin typeface="Consolas" panose="020B0609020204030204" pitchFamily="49" charset="0"/>
            </a:endParaRPr>
          </a:p>
          <a:p>
            <a:r>
              <a:rPr lang="en-IN" sz="1800" b="1" dirty="0">
                <a:solidFill>
                  <a:srgbClr val="000000"/>
                </a:solidFill>
                <a:latin typeface="Consolas" panose="020B0609020204030204" pitchFamily="49" charset="0"/>
              </a:rPr>
              <a:t>FAILED</a:t>
            </a:r>
          </a:p>
          <a:p>
            <a:r>
              <a:rPr lang="en-IN" sz="1800" dirty="0">
                <a:solidFill>
                  <a:srgbClr val="000000"/>
                </a:solidFill>
                <a:latin typeface="Consolas" panose="020B0609020204030204" pitchFamily="49" charset="0"/>
              </a:rPr>
              <a:t>This is an exporting parameter which is defined as nested table contains one table for each entity. The failed table includes the information for identifying the data set where the error occurred. It has %CID, the ID of the BO instance, %FAIL which has the reason of failure. </a:t>
            </a:r>
            <a:r>
              <a:rPr lang="en-IN" sz="1800" dirty="0" err="1">
                <a:solidFill>
                  <a:srgbClr val="000000"/>
                </a:solidFill>
                <a:latin typeface="Consolas" panose="020B0609020204030204" pitchFamily="49" charset="0"/>
              </a:rPr>
              <a:t>If_abap_behv</a:t>
            </a:r>
            <a:r>
              <a:rPr lang="en-IN" sz="1800" dirty="0">
                <a:solidFill>
                  <a:srgbClr val="000000"/>
                </a:solidFill>
                <a:latin typeface="Consolas" panose="020B0609020204030204" pitchFamily="49" charset="0"/>
              </a:rPr>
              <a:t>=&gt;</a:t>
            </a:r>
            <a:r>
              <a:rPr lang="en-IN" sz="1800" dirty="0" err="1">
                <a:solidFill>
                  <a:srgbClr val="000000"/>
                </a:solidFill>
                <a:latin typeface="Consolas" panose="020B0609020204030204" pitchFamily="49" charset="0"/>
              </a:rPr>
              <a:t>t_failinfo</a:t>
            </a:r>
            <a:endParaRPr lang="en-IN" sz="1800" dirty="0">
              <a:solidFill>
                <a:srgbClr val="000000"/>
              </a:solidFill>
              <a:latin typeface="Consolas" panose="020B0609020204030204" pitchFamily="49" charset="0"/>
            </a:endParaRPr>
          </a:p>
          <a:p>
            <a:r>
              <a:rPr lang="en-IN" sz="1800" b="1" dirty="0">
                <a:solidFill>
                  <a:srgbClr val="000000"/>
                </a:solidFill>
                <a:effectLst/>
                <a:latin typeface="Consolas" panose="020B0609020204030204" pitchFamily="49" charset="0"/>
              </a:rPr>
              <a:t>REPORTED – </a:t>
            </a:r>
          </a:p>
          <a:p>
            <a:r>
              <a:rPr lang="en-IN" sz="1800" dirty="0">
                <a:solidFill>
                  <a:srgbClr val="000000"/>
                </a:solidFill>
                <a:latin typeface="Consolas" panose="020B0609020204030204" pitchFamily="49" charset="0"/>
              </a:rPr>
              <a:t>This is an exporting parameter which is defined as nested table contains one table for each entity.it includes the instance specific messages. </a:t>
            </a:r>
          </a:p>
          <a:p>
            <a:r>
              <a:rPr lang="en-IN" sz="1800" dirty="0">
                <a:solidFill>
                  <a:srgbClr val="000000"/>
                </a:solidFill>
                <a:effectLst/>
                <a:latin typeface="Consolas" panose="020B0609020204030204" pitchFamily="49" charset="0"/>
              </a:rPr>
              <a:t>%CID</a:t>
            </a:r>
            <a:r>
              <a:rPr lang="en-IN" sz="1800" dirty="0">
                <a:solidFill>
                  <a:srgbClr val="000000"/>
                </a:solidFill>
                <a:latin typeface="Consolas" panose="020B0609020204030204" pitchFamily="49" charset="0"/>
              </a:rPr>
              <a:t>, ID of the relevant BO, %MSG with the message interface, %ELEMENT </a:t>
            </a:r>
            <a:endParaRPr lang="en-IN" sz="1800" dirty="0">
              <a:solidFill>
                <a:srgbClr val="000000"/>
              </a:solidFill>
              <a:effectLst/>
              <a:latin typeface="Consolas" panose="020B0609020204030204" pitchFamily="49" charset="0"/>
            </a:endParaRPr>
          </a:p>
          <a:p>
            <a:r>
              <a:rPr lang="en-IN" sz="1800" b="1" dirty="0">
                <a:solidFill>
                  <a:srgbClr val="000000"/>
                </a:solidFill>
                <a:latin typeface="Consolas" panose="020B0609020204030204" pitchFamily="49" charset="0"/>
              </a:rPr>
              <a:t>MAPPED – Only during Create/Update operation</a:t>
            </a:r>
          </a:p>
          <a:p>
            <a:r>
              <a:rPr lang="en-IN" sz="1800" dirty="0">
                <a:solidFill>
                  <a:srgbClr val="000000"/>
                </a:solidFill>
                <a:latin typeface="Consolas" panose="020B0609020204030204" pitchFamily="49" charset="0"/>
              </a:rPr>
              <a:t>This is an exporting parameter which is defined as nested table contains one table for each entity. The mapped parameter provide the consumer with ID mapping information. They include information about key values were created by the application for given content id. The BO runtime passes the created key values in any subsequent call in the sample request.</a:t>
            </a:r>
          </a:p>
          <a:p>
            <a:r>
              <a:rPr lang="en-IN" sz="1800" dirty="0">
                <a:solidFill>
                  <a:srgbClr val="000000"/>
                </a:solidFill>
                <a:effectLst/>
                <a:latin typeface="Consolas" panose="020B0609020204030204" pitchFamily="49" charset="0"/>
              </a:rPr>
              <a:t>%CID and %KEY</a:t>
            </a:r>
            <a:endParaRPr lang="en-US" sz="1800" dirty="0">
              <a:solidFill>
                <a:srgbClr val="000000"/>
              </a:solidFill>
              <a:effectLst/>
              <a:latin typeface="Consolas" panose="020B0609020204030204" pitchFamily="49" charset="0"/>
            </a:endParaRPr>
          </a:p>
        </p:txBody>
      </p:sp>
      <p:sp>
        <p:nvSpPr>
          <p:cNvPr id="90" name="TextBox 89">
            <a:extLst>
              <a:ext uri="{FF2B5EF4-FFF2-40B4-BE49-F238E27FC236}">
                <a16:creationId xmlns:a16="http://schemas.microsoft.com/office/drawing/2014/main" id="{C8312175-0071-5A91-06A9-3499F67EC833}"/>
              </a:ext>
            </a:extLst>
          </p:cNvPr>
          <p:cNvSpPr txBox="1"/>
          <p:nvPr/>
        </p:nvSpPr>
        <p:spPr>
          <a:xfrm>
            <a:off x="191294" y="895"/>
            <a:ext cx="11231710" cy="646203"/>
          </a:xfrm>
          <a:prstGeom prst="rect">
            <a:avLst/>
          </a:prstGeom>
          <a:noFill/>
        </p:spPr>
        <p:txBody>
          <a:bodyPr wrap="square" rtlCol="0">
            <a:spAutoFit/>
          </a:bodyPr>
          <a:lstStyle/>
          <a:p>
            <a:r>
              <a:rPr lang="en-US" sz="3599" dirty="0">
                <a:latin typeface="Cooper Black" panose="0208090404030B020404" pitchFamily="18" charset="0"/>
              </a:rPr>
              <a:t>Implicit Response Parameters</a:t>
            </a:r>
            <a:endParaRPr lang="en-IN" sz="3599" dirty="0">
              <a:latin typeface="Cooper Black" panose="0208090404030B020404" pitchFamily="18" charset="0"/>
            </a:endParaRPr>
          </a:p>
        </p:txBody>
      </p:sp>
      <p:sp>
        <p:nvSpPr>
          <p:cNvPr id="2" name="TextBox 1">
            <a:extLst>
              <a:ext uri="{FF2B5EF4-FFF2-40B4-BE49-F238E27FC236}">
                <a16:creationId xmlns:a16="http://schemas.microsoft.com/office/drawing/2014/main" id="{0B33C8CC-0F2E-5DA3-7FA8-B6BA9EE56AA2}"/>
              </a:ext>
            </a:extLst>
          </p:cNvPr>
          <p:cNvSpPr txBox="1"/>
          <p:nvPr/>
        </p:nvSpPr>
        <p:spPr>
          <a:xfrm>
            <a:off x="9249806" y="6491044"/>
            <a:ext cx="2961680" cy="276999"/>
          </a:xfrm>
          <a:prstGeom prst="rect">
            <a:avLst/>
          </a:prstGeom>
          <a:noFill/>
        </p:spPr>
        <p:txBody>
          <a:bodyPr wrap="square" rtlCol="0">
            <a:spAutoFit/>
          </a:bodyPr>
          <a:lstStyle/>
          <a:p>
            <a:r>
              <a:rPr lang="en-US" sz="1200" dirty="0">
                <a:latin typeface="Cooper Black" panose="0208090404030B020404" pitchFamily="18" charset="0"/>
              </a:rPr>
              <a:t>www.anubhavtrainings.com</a:t>
            </a:r>
            <a:endParaRPr lang="en-IN" sz="1200" dirty="0">
              <a:latin typeface="Cooper Black" panose="0208090404030B020404" pitchFamily="18" charset="0"/>
            </a:endParaRPr>
          </a:p>
        </p:txBody>
      </p:sp>
      <p:pic>
        <p:nvPicPr>
          <p:cNvPr id="3" name="Picture 2">
            <a:extLst>
              <a:ext uri="{FF2B5EF4-FFF2-40B4-BE49-F238E27FC236}">
                <a16:creationId xmlns:a16="http://schemas.microsoft.com/office/drawing/2014/main" id="{F89C887D-D9BC-50F6-8EC1-542E14ED8A8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688213" y="45412"/>
            <a:ext cx="436629" cy="43126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0081304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1CCC554-5F5F-4C41-842A-E233080CC55E}"/>
              </a:ext>
            </a:extLst>
          </p:cNvPr>
          <p:cNvSpPr>
            <a:spLocks noGrp="1"/>
          </p:cNvSpPr>
          <p:nvPr>
            <p:ph type="sldNum" sz="quarter" idx="12"/>
          </p:nvPr>
        </p:nvSpPr>
        <p:spPr>
          <a:xfrm>
            <a:off x="11701102" y="6446501"/>
            <a:ext cx="330114" cy="366087"/>
          </a:xfrm>
        </p:spPr>
        <p:txBody>
          <a:bodyPr/>
          <a:lstStyle/>
          <a:p>
            <a:fld id="{96E69268-9C8B-4EBF-A9EE-DC5DC2D48DC3}" type="slidenum">
              <a:rPr lang="en-US" sz="1333"/>
              <a:pPr/>
              <a:t>11</a:t>
            </a:fld>
            <a:endParaRPr lang="en-US" sz="1333" dirty="0">
              <a:latin typeface="Segoe UI Black" panose="020B0A02040204020203" pitchFamily="34" charset="0"/>
              <a:ea typeface="Segoe UI Black" panose="020B0A02040204020203" pitchFamily="34" charset="0"/>
            </a:endParaRPr>
          </a:p>
        </p:txBody>
      </p:sp>
      <p:sp>
        <p:nvSpPr>
          <p:cNvPr id="87" name="TextBox 86">
            <a:extLst>
              <a:ext uri="{FF2B5EF4-FFF2-40B4-BE49-F238E27FC236}">
                <a16:creationId xmlns:a16="http://schemas.microsoft.com/office/drawing/2014/main" id="{A775FDA3-5EF9-E28D-894C-872BB03E42EE}"/>
              </a:ext>
            </a:extLst>
          </p:cNvPr>
          <p:cNvSpPr txBox="1"/>
          <p:nvPr/>
        </p:nvSpPr>
        <p:spPr>
          <a:xfrm>
            <a:off x="224979" y="788088"/>
            <a:ext cx="11806237" cy="1754326"/>
          </a:xfrm>
          <a:prstGeom prst="rect">
            <a:avLst/>
          </a:prstGeom>
          <a:noFill/>
        </p:spPr>
        <p:txBody>
          <a:bodyPr wrap="square" rtlCol="0">
            <a:spAutoFit/>
          </a:bodyPr>
          <a:lstStyle/>
          <a:p>
            <a:r>
              <a:rPr lang="en-US" sz="1800" b="1" dirty="0"/>
              <a:t>Early numbering</a:t>
            </a:r>
          </a:p>
          <a:p>
            <a:pPr marL="285750" indent="-285750">
              <a:buFont typeface="Arial" panose="020B0604020202020204" pitchFamily="34" charset="0"/>
              <a:buChar char="•"/>
            </a:pPr>
            <a:r>
              <a:rPr lang="en-US" sz="1800" dirty="0"/>
              <a:t>It allows a managed numbering for </a:t>
            </a:r>
            <a:r>
              <a:rPr lang="en-US" sz="1800" dirty="0" err="1"/>
              <a:t>bo</a:t>
            </a:r>
            <a:r>
              <a:rPr lang="en-US" sz="1800" dirty="0"/>
              <a:t> instances during creation process. Like in ABAP we use sequence numbers (SNRO) to auto generate primary keys, here in RAP we can use early numbering. It can be handled for all the entities. For this we need to implement the logic in RAP BIMP.</a:t>
            </a:r>
          </a:p>
          <a:p>
            <a:pPr marL="285750" indent="-285750">
              <a:buFont typeface="Arial" panose="020B0604020202020204" pitchFamily="34" charset="0"/>
              <a:buChar char="•"/>
            </a:pPr>
            <a:r>
              <a:rPr lang="en-US" sz="1800" dirty="0"/>
              <a:t>Every assigned key must be unique, otherwise the instances will be rejected by the database which will result to dump. We will be reusing a SNRO sequence already created by SAP in the system.</a:t>
            </a:r>
            <a:endParaRPr lang="en-IN" sz="1800" dirty="0"/>
          </a:p>
        </p:txBody>
      </p:sp>
      <p:sp>
        <p:nvSpPr>
          <p:cNvPr id="90" name="TextBox 89">
            <a:extLst>
              <a:ext uri="{FF2B5EF4-FFF2-40B4-BE49-F238E27FC236}">
                <a16:creationId xmlns:a16="http://schemas.microsoft.com/office/drawing/2014/main" id="{C8312175-0071-5A91-06A9-3499F67EC833}"/>
              </a:ext>
            </a:extLst>
          </p:cNvPr>
          <p:cNvSpPr txBox="1"/>
          <p:nvPr/>
        </p:nvSpPr>
        <p:spPr>
          <a:xfrm>
            <a:off x="191294" y="895"/>
            <a:ext cx="11231710" cy="646203"/>
          </a:xfrm>
          <a:prstGeom prst="rect">
            <a:avLst/>
          </a:prstGeom>
          <a:noFill/>
        </p:spPr>
        <p:txBody>
          <a:bodyPr wrap="square" rtlCol="0">
            <a:spAutoFit/>
          </a:bodyPr>
          <a:lstStyle/>
          <a:p>
            <a:r>
              <a:rPr lang="en-US" sz="3599" dirty="0">
                <a:latin typeface="Cooper Black" panose="0208090404030B020404" pitchFamily="18" charset="0"/>
              </a:rPr>
              <a:t>BO instance features</a:t>
            </a:r>
            <a:endParaRPr lang="en-IN" sz="3599" dirty="0">
              <a:latin typeface="Cooper Black" panose="0208090404030B020404" pitchFamily="18" charset="0"/>
            </a:endParaRPr>
          </a:p>
        </p:txBody>
      </p:sp>
      <p:sp>
        <p:nvSpPr>
          <p:cNvPr id="2" name="TextBox 1">
            <a:extLst>
              <a:ext uri="{FF2B5EF4-FFF2-40B4-BE49-F238E27FC236}">
                <a16:creationId xmlns:a16="http://schemas.microsoft.com/office/drawing/2014/main" id="{0B33C8CC-0F2E-5DA3-7FA8-B6BA9EE56AA2}"/>
              </a:ext>
            </a:extLst>
          </p:cNvPr>
          <p:cNvSpPr txBox="1"/>
          <p:nvPr/>
        </p:nvSpPr>
        <p:spPr>
          <a:xfrm>
            <a:off x="9249806" y="6491044"/>
            <a:ext cx="2961680" cy="276999"/>
          </a:xfrm>
          <a:prstGeom prst="rect">
            <a:avLst/>
          </a:prstGeom>
          <a:noFill/>
        </p:spPr>
        <p:txBody>
          <a:bodyPr wrap="square" rtlCol="0">
            <a:spAutoFit/>
          </a:bodyPr>
          <a:lstStyle/>
          <a:p>
            <a:r>
              <a:rPr lang="en-US" sz="1200" dirty="0">
                <a:latin typeface="Cooper Black" panose="0208090404030B020404" pitchFamily="18" charset="0"/>
              </a:rPr>
              <a:t>www.anubhavtrainings.com</a:t>
            </a:r>
            <a:endParaRPr lang="en-IN" sz="1200" dirty="0">
              <a:latin typeface="Cooper Black" panose="0208090404030B020404" pitchFamily="18" charset="0"/>
            </a:endParaRPr>
          </a:p>
        </p:txBody>
      </p:sp>
      <p:pic>
        <p:nvPicPr>
          <p:cNvPr id="3" name="Picture 2">
            <a:extLst>
              <a:ext uri="{FF2B5EF4-FFF2-40B4-BE49-F238E27FC236}">
                <a16:creationId xmlns:a16="http://schemas.microsoft.com/office/drawing/2014/main" id="{F89C887D-D9BC-50F6-8EC1-542E14ED8A8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688213" y="45412"/>
            <a:ext cx="436629" cy="431260"/>
          </a:xfrm>
          <a:prstGeom prst="rect">
            <a:avLst/>
          </a:prstGeom>
          <a:effectLst>
            <a:outerShdw blurRad="50800" dist="38100" dir="2700000" algn="tl" rotWithShape="0">
              <a:prstClr val="black">
                <a:alpha val="40000"/>
              </a:prstClr>
            </a:outerShdw>
          </a:effectLst>
        </p:spPr>
      </p:pic>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56339E5-7A33-A923-1F0F-1FBEB490FBDB}"/>
                  </a:ext>
                </a:extLst>
              </p14:cNvPr>
              <p14:cNvContentPartPr/>
              <p14:nvPr/>
            </p14:nvContentPartPr>
            <p14:xfrm>
              <a:off x="2098372" y="2049383"/>
              <a:ext cx="360" cy="360"/>
            </p14:xfrm>
          </p:contentPart>
        </mc:Choice>
        <mc:Fallback xmlns="">
          <p:pic>
            <p:nvPicPr>
              <p:cNvPr id="5" name="Ink 4">
                <a:extLst>
                  <a:ext uri="{FF2B5EF4-FFF2-40B4-BE49-F238E27FC236}">
                    <a16:creationId xmlns:a16="http://schemas.microsoft.com/office/drawing/2014/main" id="{956339E5-7A33-A923-1F0F-1FBEB490FBDB}"/>
                  </a:ext>
                </a:extLst>
              </p:cNvPr>
              <p:cNvPicPr/>
              <p:nvPr/>
            </p:nvPicPr>
            <p:blipFill>
              <a:blip r:embed="rId4"/>
              <a:stretch>
                <a:fillRect/>
              </a:stretch>
            </p:blipFill>
            <p:spPr>
              <a:xfrm>
                <a:off x="2080732" y="2031383"/>
                <a:ext cx="36000" cy="36000"/>
              </a:xfrm>
              <a:prstGeom prst="rect">
                <a:avLst/>
              </a:prstGeom>
            </p:spPr>
          </p:pic>
        </mc:Fallback>
      </mc:AlternateContent>
    </p:spTree>
    <p:extLst>
      <p:ext uri="{BB962C8B-B14F-4D97-AF65-F5344CB8AC3E}">
        <p14:creationId xmlns:p14="http://schemas.microsoft.com/office/powerpoint/2010/main" val="16663629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1CCC554-5F5F-4C41-842A-E233080CC55E}"/>
              </a:ext>
            </a:extLst>
          </p:cNvPr>
          <p:cNvSpPr>
            <a:spLocks noGrp="1"/>
          </p:cNvSpPr>
          <p:nvPr>
            <p:ph type="sldNum" sz="quarter" idx="12"/>
          </p:nvPr>
        </p:nvSpPr>
        <p:spPr>
          <a:xfrm>
            <a:off x="11701102" y="6446501"/>
            <a:ext cx="330114" cy="366087"/>
          </a:xfrm>
        </p:spPr>
        <p:txBody>
          <a:bodyPr/>
          <a:lstStyle/>
          <a:p>
            <a:fld id="{96E69268-9C8B-4EBF-A9EE-DC5DC2D48DC3}" type="slidenum">
              <a:rPr lang="en-US" sz="1333"/>
              <a:pPr/>
              <a:t>12</a:t>
            </a:fld>
            <a:endParaRPr lang="en-US" sz="1333" dirty="0">
              <a:latin typeface="Segoe UI Black" panose="020B0A02040204020203" pitchFamily="34" charset="0"/>
              <a:ea typeface="Segoe UI Black" panose="020B0A02040204020203" pitchFamily="34" charset="0"/>
            </a:endParaRPr>
          </a:p>
        </p:txBody>
      </p:sp>
      <p:sp>
        <p:nvSpPr>
          <p:cNvPr id="90" name="TextBox 89">
            <a:extLst>
              <a:ext uri="{FF2B5EF4-FFF2-40B4-BE49-F238E27FC236}">
                <a16:creationId xmlns:a16="http://schemas.microsoft.com/office/drawing/2014/main" id="{C8312175-0071-5A91-06A9-3499F67EC833}"/>
              </a:ext>
            </a:extLst>
          </p:cNvPr>
          <p:cNvSpPr txBox="1"/>
          <p:nvPr/>
        </p:nvSpPr>
        <p:spPr>
          <a:xfrm>
            <a:off x="191294" y="895"/>
            <a:ext cx="11231710" cy="646203"/>
          </a:xfrm>
          <a:prstGeom prst="rect">
            <a:avLst/>
          </a:prstGeom>
          <a:noFill/>
        </p:spPr>
        <p:txBody>
          <a:bodyPr wrap="square" rtlCol="0">
            <a:spAutoFit/>
          </a:bodyPr>
          <a:lstStyle/>
          <a:p>
            <a:r>
              <a:rPr lang="en-US" sz="3599" dirty="0">
                <a:latin typeface="Cooper Black" panose="0208090404030B020404" pitchFamily="18" charset="0"/>
              </a:rPr>
              <a:t>Sequence of calls</a:t>
            </a:r>
            <a:endParaRPr lang="en-IN" sz="3599" dirty="0">
              <a:latin typeface="Cooper Black" panose="0208090404030B020404" pitchFamily="18" charset="0"/>
            </a:endParaRPr>
          </a:p>
        </p:txBody>
      </p:sp>
      <p:sp>
        <p:nvSpPr>
          <p:cNvPr id="2" name="TextBox 1">
            <a:extLst>
              <a:ext uri="{FF2B5EF4-FFF2-40B4-BE49-F238E27FC236}">
                <a16:creationId xmlns:a16="http://schemas.microsoft.com/office/drawing/2014/main" id="{0B33C8CC-0F2E-5DA3-7FA8-B6BA9EE56AA2}"/>
              </a:ext>
            </a:extLst>
          </p:cNvPr>
          <p:cNvSpPr txBox="1"/>
          <p:nvPr/>
        </p:nvSpPr>
        <p:spPr>
          <a:xfrm>
            <a:off x="9249806" y="6491044"/>
            <a:ext cx="2961680" cy="276999"/>
          </a:xfrm>
          <a:prstGeom prst="rect">
            <a:avLst/>
          </a:prstGeom>
          <a:noFill/>
        </p:spPr>
        <p:txBody>
          <a:bodyPr wrap="square" rtlCol="0">
            <a:spAutoFit/>
          </a:bodyPr>
          <a:lstStyle/>
          <a:p>
            <a:r>
              <a:rPr lang="en-US" sz="1200" dirty="0">
                <a:latin typeface="Cooper Black" panose="0208090404030B020404" pitchFamily="18" charset="0"/>
              </a:rPr>
              <a:t>www.anubhavtrainings.com</a:t>
            </a:r>
            <a:endParaRPr lang="en-IN" sz="1200" dirty="0">
              <a:latin typeface="Cooper Black" panose="0208090404030B020404" pitchFamily="18" charset="0"/>
            </a:endParaRPr>
          </a:p>
        </p:txBody>
      </p:sp>
      <p:pic>
        <p:nvPicPr>
          <p:cNvPr id="3" name="Picture 2">
            <a:extLst>
              <a:ext uri="{FF2B5EF4-FFF2-40B4-BE49-F238E27FC236}">
                <a16:creationId xmlns:a16="http://schemas.microsoft.com/office/drawing/2014/main" id="{F89C887D-D9BC-50F6-8EC1-542E14ED8A8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688213" y="45412"/>
            <a:ext cx="436629" cy="431260"/>
          </a:xfrm>
          <a:prstGeom prst="rect">
            <a:avLst/>
          </a:prstGeom>
          <a:effectLst>
            <a:outerShdw blurRad="50800" dist="38100" dir="2700000" algn="tl" rotWithShape="0">
              <a:prstClr val="black">
                <a:alpha val="40000"/>
              </a:prstClr>
            </a:outerShdw>
          </a:effectLst>
        </p:spPr>
      </p:pic>
      <p:sp>
        <p:nvSpPr>
          <p:cNvPr id="5" name="Smiley Face 4">
            <a:extLst>
              <a:ext uri="{FF2B5EF4-FFF2-40B4-BE49-F238E27FC236}">
                <a16:creationId xmlns:a16="http://schemas.microsoft.com/office/drawing/2014/main" id="{397C1A14-8545-15D4-A4BE-883A4A247DF4}"/>
              </a:ext>
            </a:extLst>
          </p:cNvPr>
          <p:cNvSpPr/>
          <p:nvPr/>
        </p:nvSpPr>
        <p:spPr>
          <a:xfrm>
            <a:off x="333772" y="620688"/>
            <a:ext cx="432049" cy="432048"/>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7" name="Straight Connector 6">
            <a:extLst>
              <a:ext uri="{FF2B5EF4-FFF2-40B4-BE49-F238E27FC236}">
                <a16:creationId xmlns:a16="http://schemas.microsoft.com/office/drawing/2014/main" id="{739F3C4B-CCF8-C0B5-DB02-9D9A5CE7C4C7}"/>
              </a:ext>
            </a:extLst>
          </p:cNvPr>
          <p:cNvCxnSpPr>
            <a:stCxn id="5" idx="4"/>
          </p:cNvCxnSpPr>
          <p:nvPr/>
        </p:nvCxnSpPr>
        <p:spPr>
          <a:xfrm flipH="1">
            <a:off x="549796" y="1052736"/>
            <a:ext cx="1" cy="5616624"/>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9BDCE121-3119-56ED-A335-B960F01B5B4D}"/>
              </a:ext>
            </a:extLst>
          </p:cNvPr>
          <p:cNvSpPr/>
          <p:nvPr/>
        </p:nvSpPr>
        <p:spPr>
          <a:xfrm>
            <a:off x="1485900" y="620688"/>
            <a:ext cx="1512168" cy="4320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Fiori app</a:t>
            </a:r>
          </a:p>
        </p:txBody>
      </p:sp>
      <p:cxnSp>
        <p:nvCxnSpPr>
          <p:cNvPr id="9" name="Straight Connector 8">
            <a:extLst>
              <a:ext uri="{FF2B5EF4-FFF2-40B4-BE49-F238E27FC236}">
                <a16:creationId xmlns:a16="http://schemas.microsoft.com/office/drawing/2014/main" id="{2BEE97BF-4614-BD76-12F5-DD97C3F87440}"/>
              </a:ext>
            </a:extLst>
          </p:cNvPr>
          <p:cNvCxnSpPr/>
          <p:nvPr/>
        </p:nvCxnSpPr>
        <p:spPr>
          <a:xfrm flipH="1">
            <a:off x="2241984" y="1031576"/>
            <a:ext cx="1" cy="5616624"/>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0" name="Rectangle 9">
            <a:extLst>
              <a:ext uri="{FF2B5EF4-FFF2-40B4-BE49-F238E27FC236}">
                <a16:creationId xmlns:a16="http://schemas.microsoft.com/office/drawing/2014/main" id="{BE766A60-0B77-9765-9547-75DA3C9E35D8}"/>
              </a:ext>
            </a:extLst>
          </p:cNvPr>
          <p:cNvSpPr/>
          <p:nvPr/>
        </p:nvSpPr>
        <p:spPr>
          <a:xfrm>
            <a:off x="3646140" y="617548"/>
            <a:ext cx="1512168" cy="4320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OData</a:t>
            </a:r>
          </a:p>
        </p:txBody>
      </p:sp>
      <p:cxnSp>
        <p:nvCxnSpPr>
          <p:cNvPr id="11" name="Straight Connector 10">
            <a:extLst>
              <a:ext uri="{FF2B5EF4-FFF2-40B4-BE49-F238E27FC236}">
                <a16:creationId xmlns:a16="http://schemas.microsoft.com/office/drawing/2014/main" id="{5CC8DF21-EA0F-9512-CEF2-B1ECA3B42F08}"/>
              </a:ext>
            </a:extLst>
          </p:cNvPr>
          <p:cNvCxnSpPr/>
          <p:nvPr/>
        </p:nvCxnSpPr>
        <p:spPr>
          <a:xfrm flipH="1">
            <a:off x="4402224" y="1028436"/>
            <a:ext cx="1" cy="5616624"/>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2" name="Rectangle 11">
            <a:extLst>
              <a:ext uri="{FF2B5EF4-FFF2-40B4-BE49-F238E27FC236}">
                <a16:creationId xmlns:a16="http://schemas.microsoft.com/office/drawing/2014/main" id="{BD51BE1F-ACBE-B1AD-32FF-87583ACDEE22}"/>
              </a:ext>
            </a:extLst>
          </p:cNvPr>
          <p:cNvSpPr/>
          <p:nvPr/>
        </p:nvSpPr>
        <p:spPr>
          <a:xfrm>
            <a:off x="6038971" y="614953"/>
            <a:ext cx="1512168" cy="4320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RAP</a:t>
            </a:r>
          </a:p>
        </p:txBody>
      </p:sp>
      <p:cxnSp>
        <p:nvCxnSpPr>
          <p:cNvPr id="13" name="Straight Connector 12">
            <a:extLst>
              <a:ext uri="{FF2B5EF4-FFF2-40B4-BE49-F238E27FC236}">
                <a16:creationId xmlns:a16="http://schemas.microsoft.com/office/drawing/2014/main" id="{18729125-FE73-9F26-4CBC-38C2E30231B4}"/>
              </a:ext>
            </a:extLst>
          </p:cNvPr>
          <p:cNvCxnSpPr/>
          <p:nvPr/>
        </p:nvCxnSpPr>
        <p:spPr>
          <a:xfrm flipH="1">
            <a:off x="6795055" y="1025841"/>
            <a:ext cx="1" cy="5616624"/>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4" name="Rectangle 13">
            <a:extLst>
              <a:ext uri="{FF2B5EF4-FFF2-40B4-BE49-F238E27FC236}">
                <a16:creationId xmlns:a16="http://schemas.microsoft.com/office/drawing/2014/main" id="{17B78569-0C1B-210A-D929-CD73423A176B}"/>
              </a:ext>
            </a:extLst>
          </p:cNvPr>
          <p:cNvSpPr/>
          <p:nvPr/>
        </p:nvSpPr>
        <p:spPr>
          <a:xfrm>
            <a:off x="10378888" y="636113"/>
            <a:ext cx="1512168" cy="4320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HANADB</a:t>
            </a:r>
          </a:p>
        </p:txBody>
      </p:sp>
      <p:cxnSp>
        <p:nvCxnSpPr>
          <p:cNvPr id="15" name="Straight Connector 14">
            <a:extLst>
              <a:ext uri="{FF2B5EF4-FFF2-40B4-BE49-F238E27FC236}">
                <a16:creationId xmlns:a16="http://schemas.microsoft.com/office/drawing/2014/main" id="{8EB3ACAC-1578-5827-40B1-A7819B4B37D8}"/>
              </a:ext>
            </a:extLst>
          </p:cNvPr>
          <p:cNvCxnSpPr/>
          <p:nvPr/>
        </p:nvCxnSpPr>
        <p:spPr>
          <a:xfrm flipH="1">
            <a:off x="11134972" y="1047001"/>
            <a:ext cx="1" cy="5616624"/>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4388A78-D9C3-6072-DA2E-C462DCA5E7A9}"/>
              </a:ext>
            </a:extLst>
          </p:cNvPr>
          <p:cNvCxnSpPr/>
          <p:nvPr/>
        </p:nvCxnSpPr>
        <p:spPr>
          <a:xfrm>
            <a:off x="549796" y="1340768"/>
            <a:ext cx="169218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08B3EDD-CC43-3268-28A6-756C333A62DE}"/>
              </a:ext>
            </a:extLst>
          </p:cNvPr>
          <p:cNvCxnSpPr>
            <a:cxnSpLocks/>
          </p:cNvCxnSpPr>
          <p:nvPr/>
        </p:nvCxnSpPr>
        <p:spPr>
          <a:xfrm>
            <a:off x="2277988" y="1556792"/>
            <a:ext cx="212423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F71A387C-3FD3-BAC8-A05C-510332A11559}"/>
              </a:ext>
            </a:extLst>
          </p:cNvPr>
          <p:cNvCxnSpPr>
            <a:cxnSpLocks/>
            <a:endCxn id="27" idx="0"/>
          </p:cNvCxnSpPr>
          <p:nvPr/>
        </p:nvCxnSpPr>
        <p:spPr>
          <a:xfrm flipV="1">
            <a:off x="4402224" y="1823664"/>
            <a:ext cx="2369972" cy="211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324CEBFA-7D66-E94D-D40A-63258B060367}"/>
              </a:ext>
            </a:extLst>
          </p:cNvPr>
          <p:cNvCxnSpPr>
            <a:cxnSpLocks/>
            <a:endCxn id="24" idx="0"/>
          </p:cNvCxnSpPr>
          <p:nvPr/>
        </p:nvCxnSpPr>
        <p:spPr>
          <a:xfrm flipV="1">
            <a:off x="6814492" y="2330347"/>
            <a:ext cx="4309049" cy="185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7F6AAB8-91A8-D9A9-2E76-87F7A9BBECAA}"/>
              </a:ext>
            </a:extLst>
          </p:cNvPr>
          <p:cNvSpPr/>
          <p:nvPr/>
        </p:nvSpPr>
        <p:spPr>
          <a:xfrm>
            <a:off x="11100681" y="2330347"/>
            <a:ext cx="45719" cy="2769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6" name="Straight Arrow Connector 25">
            <a:extLst>
              <a:ext uri="{FF2B5EF4-FFF2-40B4-BE49-F238E27FC236}">
                <a16:creationId xmlns:a16="http://schemas.microsoft.com/office/drawing/2014/main" id="{092014B3-4B0B-2CF8-1AB7-DB3DB9197B27}"/>
              </a:ext>
            </a:extLst>
          </p:cNvPr>
          <p:cNvCxnSpPr>
            <a:cxnSpLocks/>
            <a:stCxn id="24" idx="2"/>
            <a:endCxn id="27" idx="2"/>
          </p:cNvCxnSpPr>
          <p:nvPr/>
        </p:nvCxnSpPr>
        <p:spPr>
          <a:xfrm flipH="1" flipV="1">
            <a:off x="6772196" y="2600327"/>
            <a:ext cx="4351345" cy="70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7EB172FB-168C-E9B2-8D4F-1E62E12E083D}"/>
              </a:ext>
            </a:extLst>
          </p:cNvPr>
          <p:cNvSpPr/>
          <p:nvPr/>
        </p:nvSpPr>
        <p:spPr>
          <a:xfrm>
            <a:off x="6749336" y="1823664"/>
            <a:ext cx="45719" cy="776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9" name="Straight Arrow Connector 28">
            <a:extLst>
              <a:ext uri="{FF2B5EF4-FFF2-40B4-BE49-F238E27FC236}">
                <a16:creationId xmlns:a16="http://schemas.microsoft.com/office/drawing/2014/main" id="{E22502EA-3465-5BBA-216F-3403C31FEB87}"/>
              </a:ext>
            </a:extLst>
          </p:cNvPr>
          <p:cNvCxnSpPr>
            <a:cxnSpLocks/>
            <a:stCxn id="27" idx="2"/>
          </p:cNvCxnSpPr>
          <p:nvPr/>
        </p:nvCxnSpPr>
        <p:spPr>
          <a:xfrm flipH="1">
            <a:off x="4447943" y="2600327"/>
            <a:ext cx="2324253" cy="70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47FA871-0F65-385D-2234-09E1A99F32E3}"/>
              </a:ext>
            </a:extLst>
          </p:cNvPr>
          <p:cNvCxnSpPr/>
          <p:nvPr/>
        </p:nvCxnSpPr>
        <p:spPr>
          <a:xfrm flipH="1">
            <a:off x="2277988" y="2924944"/>
            <a:ext cx="212423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D4F9DC7-B795-4DA8-C1EB-5C6E338265E0}"/>
              </a:ext>
            </a:extLst>
          </p:cNvPr>
          <p:cNvCxnSpPr/>
          <p:nvPr/>
        </p:nvCxnSpPr>
        <p:spPr>
          <a:xfrm flipH="1">
            <a:off x="549796" y="3212976"/>
            <a:ext cx="169218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37295707-1C64-EFC0-49D4-938F2BA18F41}"/>
              </a:ext>
            </a:extLst>
          </p:cNvPr>
          <p:cNvSpPr/>
          <p:nvPr/>
        </p:nvSpPr>
        <p:spPr>
          <a:xfrm>
            <a:off x="4402224" y="1553654"/>
            <a:ext cx="45719" cy="12992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5" name="Rectangle 34">
            <a:extLst>
              <a:ext uri="{FF2B5EF4-FFF2-40B4-BE49-F238E27FC236}">
                <a16:creationId xmlns:a16="http://schemas.microsoft.com/office/drawing/2014/main" id="{8EFCCC11-1FB8-B25F-1B53-A6D149BFC7BA}"/>
              </a:ext>
            </a:extLst>
          </p:cNvPr>
          <p:cNvSpPr/>
          <p:nvPr/>
        </p:nvSpPr>
        <p:spPr>
          <a:xfrm>
            <a:off x="2232269" y="1364624"/>
            <a:ext cx="45719" cy="184834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5524566F-6F2A-F095-3C3F-14536EC01361}"/>
              </a:ext>
            </a:extLst>
          </p:cNvPr>
          <p:cNvSpPr/>
          <p:nvPr/>
        </p:nvSpPr>
        <p:spPr>
          <a:xfrm>
            <a:off x="8248590" y="621743"/>
            <a:ext cx="1512168" cy="43204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BIMP</a:t>
            </a:r>
          </a:p>
        </p:txBody>
      </p:sp>
      <p:cxnSp>
        <p:nvCxnSpPr>
          <p:cNvPr id="41" name="Straight Connector 40">
            <a:extLst>
              <a:ext uri="{FF2B5EF4-FFF2-40B4-BE49-F238E27FC236}">
                <a16:creationId xmlns:a16="http://schemas.microsoft.com/office/drawing/2014/main" id="{36274AFA-4073-6370-09FC-0ADFF13210E0}"/>
              </a:ext>
            </a:extLst>
          </p:cNvPr>
          <p:cNvCxnSpPr/>
          <p:nvPr/>
        </p:nvCxnSpPr>
        <p:spPr>
          <a:xfrm flipH="1">
            <a:off x="9019763" y="1044269"/>
            <a:ext cx="1" cy="5616624"/>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3" name="Straight Arrow Connector 42">
            <a:extLst>
              <a:ext uri="{FF2B5EF4-FFF2-40B4-BE49-F238E27FC236}">
                <a16:creationId xmlns:a16="http://schemas.microsoft.com/office/drawing/2014/main" id="{EE8236B2-722A-E639-A076-5E475FCD4754}"/>
              </a:ext>
            </a:extLst>
          </p:cNvPr>
          <p:cNvCxnSpPr>
            <a:cxnSpLocks/>
          </p:cNvCxnSpPr>
          <p:nvPr/>
        </p:nvCxnSpPr>
        <p:spPr>
          <a:xfrm flipV="1">
            <a:off x="6772195" y="1927172"/>
            <a:ext cx="2222764" cy="352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2423030E-0BC3-B0EB-9AF5-5B7317FC2842}"/>
              </a:ext>
            </a:extLst>
          </p:cNvPr>
          <p:cNvSpPr/>
          <p:nvPr/>
        </p:nvSpPr>
        <p:spPr>
          <a:xfrm>
            <a:off x="8994959" y="1902658"/>
            <a:ext cx="45719" cy="276995"/>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47" name="Straight Arrow Connector 46">
            <a:extLst>
              <a:ext uri="{FF2B5EF4-FFF2-40B4-BE49-F238E27FC236}">
                <a16:creationId xmlns:a16="http://schemas.microsoft.com/office/drawing/2014/main" id="{FD4F023D-62A2-84DC-13E9-CCCB5798C126}"/>
              </a:ext>
            </a:extLst>
          </p:cNvPr>
          <p:cNvCxnSpPr>
            <a:cxnSpLocks/>
            <a:stCxn id="45" idx="2"/>
            <a:endCxn id="27" idx="3"/>
          </p:cNvCxnSpPr>
          <p:nvPr/>
        </p:nvCxnSpPr>
        <p:spPr>
          <a:xfrm flipH="1">
            <a:off x="6795055" y="2179653"/>
            <a:ext cx="2222764" cy="323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1" name="Multiplication Sign 50">
            <a:extLst>
              <a:ext uri="{FF2B5EF4-FFF2-40B4-BE49-F238E27FC236}">
                <a16:creationId xmlns:a16="http://schemas.microsoft.com/office/drawing/2014/main" id="{3954C2E5-2E6E-9944-4977-9EA616E9186C}"/>
              </a:ext>
            </a:extLst>
          </p:cNvPr>
          <p:cNvSpPr/>
          <p:nvPr/>
        </p:nvSpPr>
        <p:spPr>
          <a:xfrm>
            <a:off x="6605309" y="2078118"/>
            <a:ext cx="315572" cy="307725"/>
          </a:xfrm>
          <a:prstGeom prst="mathMultiply">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IN"/>
          </a:p>
        </p:txBody>
      </p:sp>
      <p:sp>
        <p:nvSpPr>
          <p:cNvPr id="54" name="TextBox 53">
            <a:extLst>
              <a:ext uri="{FF2B5EF4-FFF2-40B4-BE49-F238E27FC236}">
                <a16:creationId xmlns:a16="http://schemas.microsoft.com/office/drawing/2014/main" id="{B741D58F-CF33-EF1D-4FA0-64B8701356A6}"/>
              </a:ext>
            </a:extLst>
          </p:cNvPr>
          <p:cNvSpPr txBox="1"/>
          <p:nvPr/>
        </p:nvSpPr>
        <p:spPr>
          <a:xfrm>
            <a:off x="8248590" y="1695744"/>
            <a:ext cx="1584175" cy="276999"/>
          </a:xfrm>
          <a:prstGeom prst="rect">
            <a:avLst/>
          </a:prstGeom>
          <a:noFill/>
        </p:spPr>
        <p:txBody>
          <a:bodyPr wrap="square" rtlCol="0">
            <a:spAutoFit/>
          </a:bodyPr>
          <a:lstStyle/>
          <a:p>
            <a:r>
              <a:rPr lang="en-IN" sz="1200" b="1" dirty="0"/>
              <a:t>entities</a:t>
            </a:r>
          </a:p>
        </p:txBody>
      </p:sp>
      <p:sp>
        <p:nvSpPr>
          <p:cNvPr id="55" name="TextBox 54">
            <a:extLst>
              <a:ext uri="{FF2B5EF4-FFF2-40B4-BE49-F238E27FC236}">
                <a16:creationId xmlns:a16="http://schemas.microsoft.com/office/drawing/2014/main" id="{C45C42B8-4DED-2C78-C934-FD2ABA6B6483}"/>
              </a:ext>
            </a:extLst>
          </p:cNvPr>
          <p:cNvSpPr txBox="1"/>
          <p:nvPr/>
        </p:nvSpPr>
        <p:spPr>
          <a:xfrm>
            <a:off x="8264034" y="2098994"/>
            <a:ext cx="1584175" cy="461665"/>
          </a:xfrm>
          <a:prstGeom prst="rect">
            <a:avLst/>
          </a:prstGeom>
          <a:noFill/>
        </p:spPr>
        <p:txBody>
          <a:bodyPr wrap="square" rtlCol="0">
            <a:spAutoFit/>
          </a:bodyPr>
          <a:lstStyle/>
          <a:p>
            <a:r>
              <a:rPr lang="en-IN" sz="1200" b="1" dirty="0"/>
              <a:t>FAILED, MAPPED, REPORTED</a:t>
            </a:r>
          </a:p>
        </p:txBody>
      </p:sp>
    </p:spTree>
    <p:extLst>
      <p:ext uri="{BB962C8B-B14F-4D97-AF65-F5344CB8AC3E}">
        <p14:creationId xmlns:p14="http://schemas.microsoft.com/office/powerpoint/2010/main" val="12206568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1CCC554-5F5F-4C41-842A-E233080CC55E}"/>
              </a:ext>
            </a:extLst>
          </p:cNvPr>
          <p:cNvSpPr>
            <a:spLocks noGrp="1"/>
          </p:cNvSpPr>
          <p:nvPr>
            <p:ph type="sldNum" sz="quarter" idx="12"/>
          </p:nvPr>
        </p:nvSpPr>
        <p:spPr>
          <a:xfrm>
            <a:off x="11701102" y="6446501"/>
            <a:ext cx="330114" cy="366087"/>
          </a:xfrm>
        </p:spPr>
        <p:txBody>
          <a:bodyPr/>
          <a:lstStyle/>
          <a:p>
            <a:fld id="{96E69268-9C8B-4EBF-A9EE-DC5DC2D48DC3}" type="slidenum">
              <a:rPr lang="en-US" sz="1333"/>
              <a:pPr/>
              <a:t>13</a:t>
            </a:fld>
            <a:endParaRPr lang="en-US" sz="1333" dirty="0">
              <a:latin typeface="Segoe UI Black" panose="020B0A02040204020203" pitchFamily="34" charset="0"/>
              <a:ea typeface="Segoe UI Black" panose="020B0A02040204020203" pitchFamily="34" charset="0"/>
            </a:endParaRPr>
          </a:p>
        </p:txBody>
      </p:sp>
      <p:sp>
        <p:nvSpPr>
          <p:cNvPr id="90" name="TextBox 89">
            <a:extLst>
              <a:ext uri="{FF2B5EF4-FFF2-40B4-BE49-F238E27FC236}">
                <a16:creationId xmlns:a16="http://schemas.microsoft.com/office/drawing/2014/main" id="{C8312175-0071-5A91-06A9-3499F67EC833}"/>
              </a:ext>
            </a:extLst>
          </p:cNvPr>
          <p:cNvSpPr txBox="1"/>
          <p:nvPr/>
        </p:nvSpPr>
        <p:spPr>
          <a:xfrm>
            <a:off x="191294" y="895"/>
            <a:ext cx="11231710" cy="646203"/>
          </a:xfrm>
          <a:prstGeom prst="rect">
            <a:avLst/>
          </a:prstGeom>
          <a:noFill/>
        </p:spPr>
        <p:txBody>
          <a:bodyPr wrap="square" rtlCol="0">
            <a:spAutoFit/>
          </a:bodyPr>
          <a:lstStyle/>
          <a:p>
            <a:r>
              <a:rPr lang="en-US" sz="3599" dirty="0">
                <a:latin typeface="Cooper Black" panose="0208090404030B020404" pitchFamily="18" charset="0"/>
              </a:rPr>
              <a:t>Sequence of calls</a:t>
            </a:r>
            <a:endParaRPr lang="en-IN" sz="3599" dirty="0">
              <a:latin typeface="Cooper Black" panose="0208090404030B020404" pitchFamily="18" charset="0"/>
            </a:endParaRPr>
          </a:p>
        </p:txBody>
      </p:sp>
      <p:sp>
        <p:nvSpPr>
          <p:cNvPr id="2" name="TextBox 1">
            <a:extLst>
              <a:ext uri="{FF2B5EF4-FFF2-40B4-BE49-F238E27FC236}">
                <a16:creationId xmlns:a16="http://schemas.microsoft.com/office/drawing/2014/main" id="{0B33C8CC-0F2E-5DA3-7FA8-B6BA9EE56AA2}"/>
              </a:ext>
            </a:extLst>
          </p:cNvPr>
          <p:cNvSpPr txBox="1"/>
          <p:nvPr/>
        </p:nvSpPr>
        <p:spPr>
          <a:xfrm>
            <a:off x="9249806" y="6491044"/>
            <a:ext cx="2961680" cy="276999"/>
          </a:xfrm>
          <a:prstGeom prst="rect">
            <a:avLst/>
          </a:prstGeom>
          <a:noFill/>
        </p:spPr>
        <p:txBody>
          <a:bodyPr wrap="square" rtlCol="0">
            <a:spAutoFit/>
          </a:bodyPr>
          <a:lstStyle/>
          <a:p>
            <a:r>
              <a:rPr lang="en-US" sz="1200" dirty="0">
                <a:latin typeface="Cooper Black" panose="0208090404030B020404" pitchFamily="18" charset="0"/>
              </a:rPr>
              <a:t>www.anubhavtrainings.com</a:t>
            </a:r>
            <a:endParaRPr lang="en-IN" sz="1200" dirty="0">
              <a:latin typeface="Cooper Black" panose="0208090404030B020404" pitchFamily="18" charset="0"/>
            </a:endParaRPr>
          </a:p>
        </p:txBody>
      </p:sp>
      <p:pic>
        <p:nvPicPr>
          <p:cNvPr id="3" name="Picture 2">
            <a:extLst>
              <a:ext uri="{FF2B5EF4-FFF2-40B4-BE49-F238E27FC236}">
                <a16:creationId xmlns:a16="http://schemas.microsoft.com/office/drawing/2014/main" id="{F89C887D-D9BC-50F6-8EC1-542E14ED8A8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688213" y="45412"/>
            <a:ext cx="436629" cy="431260"/>
          </a:xfrm>
          <a:prstGeom prst="rect">
            <a:avLst/>
          </a:prstGeom>
          <a:effectLst>
            <a:outerShdw blurRad="50800" dist="38100" dir="2700000" algn="tl" rotWithShape="0">
              <a:prstClr val="black">
                <a:alpha val="40000"/>
              </a:prstClr>
            </a:outerShdw>
          </a:effectLst>
        </p:spPr>
      </p:pic>
      <p:sp>
        <p:nvSpPr>
          <p:cNvPr id="5" name="Smiley Face 4">
            <a:extLst>
              <a:ext uri="{FF2B5EF4-FFF2-40B4-BE49-F238E27FC236}">
                <a16:creationId xmlns:a16="http://schemas.microsoft.com/office/drawing/2014/main" id="{397C1A14-8545-15D4-A4BE-883A4A247DF4}"/>
              </a:ext>
            </a:extLst>
          </p:cNvPr>
          <p:cNvSpPr/>
          <p:nvPr/>
        </p:nvSpPr>
        <p:spPr>
          <a:xfrm>
            <a:off x="333772" y="620688"/>
            <a:ext cx="432049" cy="432048"/>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7" name="Straight Connector 6">
            <a:extLst>
              <a:ext uri="{FF2B5EF4-FFF2-40B4-BE49-F238E27FC236}">
                <a16:creationId xmlns:a16="http://schemas.microsoft.com/office/drawing/2014/main" id="{739F3C4B-CCF8-C0B5-DB02-9D9A5CE7C4C7}"/>
              </a:ext>
            </a:extLst>
          </p:cNvPr>
          <p:cNvCxnSpPr>
            <a:stCxn id="5" idx="4"/>
          </p:cNvCxnSpPr>
          <p:nvPr/>
        </p:nvCxnSpPr>
        <p:spPr>
          <a:xfrm flipH="1">
            <a:off x="549796" y="1052736"/>
            <a:ext cx="1" cy="5616624"/>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9BDCE121-3119-56ED-A335-B960F01B5B4D}"/>
              </a:ext>
            </a:extLst>
          </p:cNvPr>
          <p:cNvSpPr/>
          <p:nvPr/>
        </p:nvSpPr>
        <p:spPr>
          <a:xfrm>
            <a:off x="1485900" y="620688"/>
            <a:ext cx="1512168" cy="4320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Fiori app</a:t>
            </a:r>
          </a:p>
        </p:txBody>
      </p:sp>
      <p:cxnSp>
        <p:nvCxnSpPr>
          <p:cNvPr id="9" name="Straight Connector 8">
            <a:extLst>
              <a:ext uri="{FF2B5EF4-FFF2-40B4-BE49-F238E27FC236}">
                <a16:creationId xmlns:a16="http://schemas.microsoft.com/office/drawing/2014/main" id="{2BEE97BF-4614-BD76-12F5-DD97C3F87440}"/>
              </a:ext>
            </a:extLst>
          </p:cNvPr>
          <p:cNvCxnSpPr/>
          <p:nvPr/>
        </p:nvCxnSpPr>
        <p:spPr>
          <a:xfrm flipH="1">
            <a:off x="2241984" y="1031576"/>
            <a:ext cx="1" cy="5616624"/>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0" name="Rectangle 9">
            <a:extLst>
              <a:ext uri="{FF2B5EF4-FFF2-40B4-BE49-F238E27FC236}">
                <a16:creationId xmlns:a16="http://schemas.microsoft.com/office/drawing/2014/main" id="{BE766A60-0B77-9765-9547-75DA3C9E35D8}"/>
              </a:ext>
            </a:extLst>
          </p:cNvPr>
          <p:cNvSpPr/>
          <p:nvPr/>
        </p:nvSpPr>
        <p:spPr>
          <a:xfrm>
            <a:off x="3646140" y="617548"/>
            <a:ext cx="1512168" cy="4320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OData</a:t>
            </a:r>
          </a:p>
        </p:txBody>
      </p:sp>
      <p:cxnSp>
        <p:nvCxnSpPr>
          <p:cNvPr id="11" name="Straight Connector 10">
            <a:extLst>
              <a:ext uri="{FF2B5EF4-FFF2-40B4-BE49-F238E27FC236}">
                <a16:creationId xmlns:a16="http://schemas.microsoft.com/office/drawing/2014/main" id="{5CC8DF21-EA0F-9512-CEF2-B1ECA3B42F08}"/>
              </a:ext>
            </a:extLst>
          </p:cNvPr>
          <p:cNvCxnSpPr/>
          <p:nvPr/>
        </p:nvCxnSpPr>
        <p:spPr>
          <a:xfrm flipH="1">
            <a:off x="4402224" y="1028436"/>
            <a:ext cx="1" cy="5616624"/>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2" name="Rectangle 11">
            <a:extLst>
              <a:ext uri="{FF2B5EF4-FFF2-40B4-BE49-F238E27FC236}">
                <a16:creationId xmlns:a16="http://schemas.microsoft.com/office/drawing/2014/main" id="{BD51BE1F-ACBE-B1AD-32FF-87583ACDEE22}"/>
              </a:ext>
            </a:extLst>
          </p:cNvPr>
          <p:cNvSpPr/>
          <p:nvPr/>
        </p:nvSpPr>
        <p:spPr>
          <a:xfrm>
            <a:off x="6038971" y="614953"/>
            <a:ext cx="1512168" cy="4320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RAP</a:t>
            </a:r>
          </a:p>
        </p:txBody>
      </p:sp>
      <p:cxnSp>
        <p:nvCxnSpPr>
          <p:cNvPr id="13" name="Straight Connector 12">
            <a:extLst>
              <a:ext uri="{FF2B5EF4-FFF2-40B4-BE49-F238E27FC236}">
                <a16:creationId xmlns:a16="http://schemas.microsoft.com/office/drawing/2014/main" id="{18729125-FE73-9F26-4CBC-38C2E30231B4}"/>
              </a:ext>
            </a:extLst>
          </p:cNvPr>
          <p:cNvCxnSpPr/>
          <p:nvPr/>
        </p:nvCxnSpPr>
        <p:spPr>
          <a:xfrm flipH="1">
            <a:off x="6795055" y="1025841"/>
            <a:ext cx="1" cy="5616624"/>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4" name="Rectangle 13">
            <a:extLst>
              <a:ext uri="{FF2B5EF4-FFF2-40B4-BE49-F238E27FC236}">
                <a16:creationId xmlns:a16="http://schemas.microsoft.com/office/drawing/2014/main" id="{17B78569-0C1B-210A-D929-CD73423A176B}"/>
              </a:ext>
            </a:extLst>
          </p:cNvPr>
          <p:cNvSpPr/>
          <p:nvPr/>
        </p:nvSpPr>
        <p:spPr>
          <a:xfrm>
            <a:off x="10378888" y="636113"/>
            <a:ext cx="1512168" cy="4320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HANADB</a:t>
            </a:r>
          </a:p>
        </p:txBody>
      </p:sp>
      <p:cxnSp>
        <p:nvCxnSpPr>
          <p:cNvPr id="15" name="Straight Connector 14">
            <a:extLst>
              <a:ext uri="{FF2B5EF4-FFF2-40B4-BE49-F238E27FC236}">
                <a16:creationId xmlns:a16="http://schemas.microsoft.com/office/drawing/2014/main" id="{8EB3ACAC-1578-5827-40B1-A7819B4B37D8}"/>
              </a:ext>
            </a:extLst>
          </p:cNvPr>
          <p:cNvCxnSpPr/>
          <p:nvPr/>
        </p:nvCxnSpPr>
        <p:spPr>
          <a:xfrm flipH="1">
            <a:off x="11134972" y="1047001"/>
            <a:ext cx="1" cy="5616624"/>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4388A78-D9C3-6072-DA2E-C462DCA5E7A9}"/>
              </a:ext>
            </a:extLst>
          </p:cNvPr>
          <p:cNvCxnSpPr/>
          <p:nvPr/>
        </p:nvCxnSpPr>
        <p:spPr>
          <a:xfrm>
            <a:off x="549796" y="1340768"/>
            <a:ext cx="169218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08B3EDD-CC43-3268-28A6-756C333A62DE}"/>
              </a:ext>
            </a:extLst>
          </p:cNvPr>
          <p:cNvCxnSpPr>
            <a:cxnSpLocks/>
          </p:cNvCxnSpPr>
          <p:nvPr/>
        </p:nvCxnSpPr>
        <p:spPr>
          <a:xfrm>
            <a:off x="2277988" y="1556792"/>
            <a:ext cx="212423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F71A387C-3FD3-BAC8-A05C-510332A11559}"/>
              </a:ext>
            </a:extLst>
          </p:cNvPr>
          <p:cNvCxnSpPr>
            <a:cxnSpLocks/>
            <a:endCxn id="27" idx="0"/>
          </p:cNvCxnSpPr>
          <p:nvPr/>
        </p:nvCxnSpPr>
        <p:spPr>
          <a:xfrm flipV="1">
            <a:off x="4402224" y="1823664"/>
            <a:ext cx="2369972" cy="211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324CEBFA-7D66-E94D-D40A-63258B060367}"/>
              </a:ext>
            </a:extLst>
          </p:cNvPr>
          <p:cNvCxnSpPr>
            <a:cxnSpLocks/>
            <a:endCxn id="24" idx="0"/>
          </p:cNvCxnSpPr>
          <p:nvPr/>
        </p:nvCxnSpPr>
        <p:spPr>
          <a:xfrm flipV="1">
            <a:off x="6814492" y="2330347"/>
            <a:ext cx="4309049" cy="185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7F6AAB8-91A8-D9A9-2E76-87F7A9BBECAA}"/>
              </a:ext>
            </a:extLst>
          </p:cNvPr>
          <p:cNvSpPr/>
          <p:nvPr/>
        </p:nvSpPr>
        <p:spPr>
          <a:xfrm>
            <a:off x="11100681" y="2330347"/>
            <a:ext cx="45719" cy="2769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6" name="Straight Arrow Connector 25">
            <a:extLst>
              <a:ext uri="{FF2B5EF4-FFF2-40B4-BE49-F238E27FC236}">
                <a16:creationId xmlns:a16="http://schemas.microsoft.com/office/drawing/2014/main" id="{092014B3-4B0B-2CF8-1AB7-DB3DB9197B27}"/>
              </a:ext>
            </a:extLst>
          </p:cNvPr>
          <p:cNvCxnSpPr>
            <a:cxnSpLocks/>
            <a:stCxn id="24" idx="2"/>
            <a:endCxn id="27" idx="2"/>
          </p:cNvCxnSpPr>
          <p:nvPr/>
        </p:nvCxnSpPr>
        <p:spPr>
          <a:xfrm flipH="1" flipV="1">
            <a:off x="6772196" y="2600327"/>
            <a:ext cx="4351345" cy="70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7EB172FB-168C-E9B2-8D4F-1E62E12E083D}"/>
              </a:ext>
            </a:extLst>
          </p:cNvPr>
          <p:cNvSpPr/>
          <p:nvPr/>
        </p:nvSpPr>
        <p:spPr>
          <a:xfrm>
            <a:off x="6749336" y="1823664"/>
            <a:ext cx="45719" cy="776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9" name="Straight Arrow Connector 28">
            <a:extLst>
              <a:ext uri="{FF2B5EF4-FFF2-40B4-BE49-F238E27FC236}">
                <a16:creationId xmlns:a16="http://schemas.microsoft.com/office/drawing/2014/main" id="{E22502EA-3465-5BBA-216F-3403C31FEB87}"/>
              </a:ext>
            </a:extLst>
          </p:cNvPr>
          <p:cNvCxnSpPr>
            <a:cxnSpLocks/>
            <a:stCxn id="27" idx="2"/>
          </p:cNvCxnSpPr>
          <p:nvPr/>
        </p:nvCxnSpPr>
        <p:spPr>
          <a:xfrm flipH="1">
            <a:off x="4447943" y="2600327"/>
            <a:ext cx="2324253" cy="70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47FA871-0F65-385D-2234-09E1A99F32E3}"/>
              </a:ext>
            </a:extLst>
          </p:cNvPr>
          <p:cNvCxnSpPr/>
          <p:nvPr/>
        </p:nvCxnSpPr>
        <p:spPr>
          <a:xfrm flipH="1">
            <a:off x="2277988" y="2924944"/>
            <a:ext cx="212423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D4F9DC7-B795-4DA8-C1EB-5C6E338265E0}"/>
              </a:ext>
            </a:extLst>
          </p:cNvPr>
          <p:cNvCxnSpPr/>
          <p:nvPr/>
        </p:nvCxnSpPr>
        <p:spPr>
          <a:xfrm flipH="1">
            <a:off x="549796" y="3212976"/>
            <a:ext cx="169218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37295707-1C64-EFC0-49D4-938F2BA18F41}"/>
              </a:ext>
            </a:extLst>
          </p:cNvPr>
          <p:cNvSpPr/>
          <p:nvPr/>
        </p:nvSpPr>
        <p:spPr>
          <a:xfrm>
            <a:off x="4402224" y="1553654"/>
            <a:ext cx="45719" cy="12992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5" name="Rectangle 34">
            <a:extLst>
              <a:ext uri="{FF2B5EF4-FFF2-40B4-BE49-F238E27FC236}">
                <a16:creationId xmlns:a16="http://schemas.microsoft.com/office/drawing/2014/main" id="{8EFCCC11-1FB8-B25F-1B53-A6D149BFC7BA}"/>
              </a:ext>
            </a:extLst>
          </p:cNvPr>
          <p:cNvSpPr/>
          <p:nvPr/>
        </p:nvSpPr>
        <p:spPr>
          <a:xfrm>
            <a:off x="2232269" y="1364624"/>
            <a:ext cx="45719" cy="184834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5524566F-6F2A-F095-3C3F-14536EC01361}"/>
              </a:ext>
            </a:extLst>
          </p:cNvPr>
          <p:cNvSpPr/>
          <p:nvPr/>
        </p:nvSpPr>
        <p:spPr>
          <a:xfrm>
            <a:off x="8263679" y="633381"/>
            <a:ext cx="1512168" cy="43204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BIMP</a:t>
            </a:r>
          </a:p>
        </p:txBody>
      </p:sp>
      <p:cxnSp>
        <p:nvCxnSpPr>
          <p:cNvPr id="41" name="Straight Connector 40">
            <a:extLst>
              <a:ext uri="{FF2B5EF4-FFF2-40B4-BE49-F238E27FC236}">
                <a16:creationId xmlns:a16="http://schemas.microsoft.com/office/drawing/2014/main" id="{36274AFA-4073-6370-09FC-0ADFF13210E0}"/>
              </a:ext>
            </a:extLst>
          </p:cNvPr>
          <p:cNvCxnSpPr/>
          <p:nvPr/>
        </p:nvCxnSpPr>
        <p:spPr>
          <a:xfrm flipH="1">
            <a:off x="9019763" y="1044269"/>
            <a:ext cx="1" cy="5616624"/>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3" name="Straight Arrow Connector 42">
            <a:extLst>
              <a:ext uri="{FF2B5EF4-FFF2-40B4-BE49-F238E27FC236}">
                <a16:creationId xmlns:a16="http://schemas.microsoft.com/office/drawing/2014/main" id="{EE8236B2-722A-E639-A076-5E475FCD4754}"/>
              </a:ext>
            </a:extLst>
          </p:cNvPr>
          <p:cNvCxnSpPr>
            <a:cxnSpLocks/>
          </p:cNvCxnSpPr>
          <p:nvPr/>
        </p:nvCxnSpPr>
        <p:spPr>
          <a:xfrm flipV="1">
            <a:off x="6772195" y="1927172"/>
            <a:ext cx="2222764" cy="352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2423030E-0BC3-B0EB-9AF5-5B7317FC2842}"/>
              </a:ext>
            </a:extLst>
          </p:cNvPr>
          <p:cNvSpPr/>
          <p:nvPr/>
        </p:nvSpPr>
        <p:spPr>
          <a:xfrm>
            <a:off x="8994959" y="1902658"/>
            <a:ext cx="45719" cy="276995"/>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47" name="Straight Arrow Connector 46">
            <a:extLst>
              <a:ext uri="{FF2B5EF4-FFF2-40B4-BE49-F238E27FC236}">
                <a16:creationId xmlns:a16="http://schemas.microsoft.com/office/drawing/2014/main" id="{FD4F023D-62A2-84DC-13E9-CCCB5798C126}"/>
              </a:ext>
            </a:extLst>
          </p:cNvPr>
          <p:cNvCxnSpPr>
            <a:cxnSpLocks/>
            <a:stCxn id="45" idx="2"/>
            <a:endCxn id="27" idx="3"/>
          </p:cNvCxnSpPr>
          <p:nvPr/>
        </p:nvCxnSpPr>
        <p:spPr>
          <a:xfrm flipH="1">
            <a:off x="6795055" y="2179653"/>
            <a:ext cx="2222764" cy="323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1" name="Multiplication Sign 50">
            <a:extLst>
              <a:ext uri="{FF2B5EF4-FFF2-40B4-BE49-F238E27FC236}">
                <a16:creationId xmlns:a16="http://schemas.microsoft.com/office/drawing/2014/main" id="{3954C2E5-2E6E-9944-4977-9EA616E9186C}"/>
              </a:ext>
            </a:extLst>
          </p:cNvPr>
          <p:cNvSpPr/>
          <p:nvPr/>
        </p:nvSpPr>
        <p:spPr>
          <a:xfrm>
            <a:off x="6605309" y="2078118"/>
            <a:ext cx="315572" cy="307725"/>
          </a:xfrm>
          <a:prstGeom prst="mathMultiply">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IN"/>
          </a:p>
        </p:txBody>
      </p:sp>
      <p:sp>
        <p:nvSpPr>
          <p:cNvPr id="54" name="TextBox 53">
            <a:extLst>
              <a:ext uri="{FF2B5EF4-FFF2-40B4-BE49-F238E27FC236}">
                <a16:creationId xmlns:a16="http://schemas.microsoft.com/office/drawing/2014/main" id="{B741D58F-CF33-EF1D-4FA0-64B8701356A6}"/>
              </a:ext>
            </a:extLst>
          </p:cNvPr>
          <p:cNvSpPr txBox="1"/>
          <p:nvPr/>
        </p:nvSpPr>
        <p:spPr>
          <a:xfrm>
            <a:off x="8248590" y="1695744"/>
            <a:ext cx="1584175" cy="276999"/>
          </a:xfrm>
          <a:prstGeom prst="rect">
            <a:avLst/>
          </a:prstGeom>
          <a:noFill/>
        </p:spPr>
        <p:txBody>
          <a:bodyPr wrap="square" rtlCol="0">
            <a:spAutoFit/>
          </a:bodyPr>
          <a:lstStyle/>
          <a:p>
            <a:r>
              <a:rPr lang="en-IN" sz="1200" b="1" dirty="0"/>
              <a:t>entities</a:t>
            </a:r>
          </a:p>
        </p:txBody>
      </p:sp>
      <p:sp>
        <p:nvSpPr>
          <p:cNvPr id="55" name="TextBox 54">
            <a:extLst>
              <a:ext uri="{FF2B5EF4-FFF2-40B4-BE49-F238E27FC236}">
                <a16:creationId xmlns:a16="http://schemas.microsoft.com/office/drawing/2014/main" id="{C45C42B8-4DED-2C78-C934-FD2ABA6B6483}"/>
              </a:ext>
            </a:extLst>
          </p:cNvPr>
          <p:cNvSpPr txBox="1"/>
          <p:nvPr/>
        </p:nvSpPr>
        <p:spPr>
          <a:xfrm>
            <a:off x="8264034" y="2098994"/>
            <a:ext cx="1584175" cy="461665"/>
          </a:xfrm>
          <a:prstGeom prst="rect">
            <a:avLst/>
          </a:prstGeom>
          <a:noFill/>
        </p:spPr>
        <p:txBody>
          <a:bodyPr wrap="square" rtlCol="0">
            <a:spAutoFit/>
          </a:bodyPr>
          <a:lstStyle/>
          <a:p>
            <a:r>
              <a:rPr lang="en-IN" sz="1200" b="1" dirty="0"/>
              <a:t>FAILED, MAPPED, REPORTED</a:t>
            </a:r>
          </a:p>
        </p:txBody>
      </p:sp>
    </p:spTree>
    <p:extLst>
      <p:ext uri="{BB962C8B-B14F-4D97-AF65-F5344CB8AC3E}">
        <p14:creationId xmlns:p14="http://schemas.microsoft.com/office/powerpoint/2010/main" val="39406264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1CCC554-5F5F-4C41-842A-E233080CC55E}"/>
              </a:ext>
            </a:extLst>
          </p:cNvPr>
          <p:cNvSpPr>
            <a:spLocks noGrp="1"/>
          </p:cNvSpPr>
          <p:nvPr>
            <p:ph type="sldNum" sz="quarter" idx="12"/>
          </p:nvPr>
        </p:nvSpPr>
        <p:spPr>
          <a:xfrm>
            <a:off x="11701102" y="6446501"/>
            <a:ext cx="330114" cy="366087"/>
          </a:xfrm>
        </p:spPr>
        <p:txBody>
          <a:bodyPr/>
          <a:lstStyle/>
          <a:p>
            <a:fld id="{96E69268-9C8B-4EBF-A9EE-DC5DC2D48DC3}" type="slidenum">
              <a:rPr lang="en-US" sz="1333"/>
              <a:pPr/>
              <a:t>14</a:t>
            </a:fld>
            <a:endParaRPr lang="en-US" sz="1333" dirty="0">
              <a:latin typeface="Segoe UI Black" panose="020B0A02040204020203" pitchFamily="34" charset="0"/>
              <a:ea typeface="Segoe UI Black" panose="020B0A02040204020203" pitchFamily="34" charset="0"/>
            </a:endParaRPr>
          </a:p>
        </p:txBody>
      </p:sp>
      <p:sp>
        <p:nvSpPr>
          <p:cNvPr id="87" name="TextBox 86">
            <a:extLst>
              <a:ext uri="{FF2B5EF4-FFF2-40B4-BE49-F238E27FC236}">
                <a16:creationId xmlns:a16="http://schemas.microsoft.com/office/drawing/2014/main" id="{A775FDA3-5EF9-E28D-894C-872BB03E42EE}"/>
              </a:ext>
            </a:extLst>
          </p:cNvPr>
          <p:cNvSpPr txBox="1"/>
          <p:nvPr/>
        </p:nvSpPr>
        <p:spPr>
          <a:xfrm>
            <a:off x="224979" y="788088"/>
            <a:ext cx="11806237" cy="369332"/>
          </a:xfrm>
          <a:prstGeom prst="rect">
            <a:avLst/>
          </a:prstGeom>
          <a:noFill/>
        </p:spPr>
        <p:txBody>
          <a:bodyPr wrap="square" rtlCol="0">
            <a:spAutoFit/>
          </a:bodyPr>
          <a:lstStyle/>
          <a:p>
            <a:r>
              <a:rPr lang="en-US" sz="1800" dirty="0"/>
              <a:t>Assign the booking Supplement ID automatically during creation with </a:t>
            </a:r>
            <a:r>
              <a:rPr lang="en-US" sz="1800"/>
              <a:t>early numbering.</a:t>
            </a:r>
            <a:endParaRPr lang="en-IN" sz="1800" dirty="0"/>
          </a:p>
        </p:txBody>
      </p:sp>
      <p:sp>
        <p:nvSpPr>
          <p:cNvPr id="90" name="TextBox 89">
            <a:extLst>
              <a:ext uri="{FF2B5EF4-FFF2-40B4-BE49-F238E27FC236}">
                <a16:creationId xmlns:a16="http://schemas.microsoft.com/office/drawing/2014/main" id="{C8312175-0071-5A91-06A9-3499F67EC833}"/>
              </a:ext>
            </a:extLst>
          </p:cNvPr>
          <p:cNvSpPr txBox="1"/>
          <p:nvPr/>
        </p:nvSpPr>
        <p:spPr>
          <a:xfrm>
            <a:off x="191294" y="895"/>
            <a:ext cx="11231710" cy="646203"/>
          </a:xfrm>
          <a:prstGeom prst="rect">
            <a:avLst/>
          </a:prstGeom>
          <a:noFill/>
        </p:spPr>
        <p:txBody>
          <a:bodyPr wrap="square" rtlCol="0">
            <a:spAutoFit/>
          </a:bodyPr>
          <a:lstStyle/>
          <a:p>
            <a:r>
              <a:rPr lang="en-US" sz="3599" dirty="0">
                <a:latin typeface="Cooper Black" panose="0208090404030B020404" pitchFamily="18" charset="0"/>
              </a:rPr>
              <a:t>Exercise</a:t>
            </a:r>
            <a:endParaRPr lang="en-IN" sz="3599" dirty="0">
              <a:latin typeface="Cooper Black" panose="0208090404030B020404" pitchFamily="18" charset="0"/>
            </a:endParaRPr>
          </a:p>
        </p:txBody>
      </p:sp>
      <p:sp>
        <p:nvSpPr>
          <p:cNvPr id="2" name="TextBox 1">
            <a:extLst>
              <a:ext uri="{FF2B5EF4-FFF2-40B4-BE49-F238E27FC236}">
                <a16:creationId xmlns:a16="http://schemas.microsoft.com/office/drawing/2014/main" id="{0B33C8CC-0F2E-5DA3-7FA8-B6BA9EE56AA2}"/>
              </a:ext>
            </a:extLst>
          </p:cNvPr>
          <p:cNvSpPr txBox="1"/>
          <p:nvPr/>
        </p:nvSpPr>
        <p:spPr>
          <a:xfrm>
            <a:off x="9249806" y="6491044"/>
            <a:ext cx="2961680" cy="276999"/>
          </a:xfrm>
          <a:prstGeom prst="rect">
            <a:avLst/>
          </a:prstGeom>
          <a:noFill/>
        </p:spPr>
        <p:txBody>
          <a:bodyPr wrap="square" rtlCol="0">
            <a:spAutoFit/>
          </a:bodyPr>
          <a:lstStyle/>
          <a:p>
            <a:r>
              <a:rPr lang="en-US" sz="1200" dirty="0">
                <a:latin typeface="Cooper Black" panose="0208090404030B020404" pitchFamily="18" charset="0"/>
              </a:rPr>
              <a:t>www.anubhavtrainings.com</a:t>
            </a:r>
            <a:endParaRPr lang="en-IN" sz="1200" dirty="0">
              <a:latin typeface="Cooper Black" panose="0208090404030B020404" pitchFamily="18" charset="0"/>
            </a:endParaRPr>
          </a:p>
        </p:txBody>
      </p:sp>
      <p:pic>
        <p:nvPicPr>
          <p:cNvPr id="3" name="Picture 2">
            <a:extLst>
              <a:ext uri="{FF2B5EF4-FFF2-40B4-BE49-F238E27FC236}">
                <a16:creationId xmlns:a16="http://schemas.microsoft.com/office/drawing/2014/main" id="{F89C887D-D9BC-50F6-8EC1-542E14ED8A8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688213" y="45412"/>
            <a:ext cx="436629" cy="431260"/>
          </a:xfrm>
          <a:prstGeom prst="rect">
            <a:avLst/>
          </a:prstGeom>
          <a:effectLst>
            <a:outerShdw blurRad="50800" dist="38100" dir="2700000" algn="tl" rotWithShape="0">
              <a:prstClr val="black">
                <a:alpha val="40000"/>
              </a:prstClr>
            </a:outerShdw>
          </a:effectLst>
        </p:spPr>
      </p:pic>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A45F1575-E708-EF6C-633A-2AD5D9EB5792}"/>
                  </a:ext>
                </a:extLst>
              </p14:cNvPr>
              <p14:cNvContentPartPr/>
              <p14:nvPr/>
            </p14:nvContentPartPr>
            <p14:xfrm>
              <a:off x="2418052" y="957143"/>
              <a:ext cx="360" cy="360"/>
            </p14:xfrm>
          </p:contentPart>
        </mc:Choice>
        <mc:Fallback xmlns="">
          <p:pic>
            <p:nvPicPr>
              <p:cNvPr id="5" name="Ink 4">
                <a:extLst>
                  <a:ext uri="{FF2B5EF4-FFF2-40B4-BE49-F238E27FC236}">
                    <a16:creationId xmlns:a16="http://schemas.microsoft.com/office/drawing/2014/main" id="{A45F1575-E708-EF6C-633A-2AD5D9EB5792}"/>
                  </a:ext>
                </a:extLst>
              </p:cNvPr>
              <p:cNvPicPr/>
              <p:nvPr/>
            </p:nvPicPr>
            <p:blipFill>
              <a:blip r:embed="rId4"/>
              <a:stretch>
                <a:fillRect/>
              </a:stretch>
            </p:blipFill>
            <p:spPr>
              <a:xfrm>
                <a:off x="2400052" y="939503"/>
                <a:ext cx="36000" cy="36000"/>
              </a:xfrm>
              <a:prstGeom prst="rect">
                <a:avLst/>
              </a:prstGeom>
            </p:spPr>
          </p:pic>
        </mc:Fallback>
      </mc:AlternateContent>
    </p:spTree>
    <p:extLst>
      <p:ext uri="{BB962C8B-B14F-4D97-AF65-F5344CB8AC3E}">
        <p14:creationId xmlns:p14="http://schemas.microsoft.com/office/powerpoint/2010/main" val="32028670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1CCC554-5F5F-4C41-842A-E233080CC55E}"/>
              </a:ext>
            </a:extLst>
          </p:cNvPr>
          <p:cNvSpPr>
            <a:spLocks noGrp="1"/>
          </p:cNvSpPr>
          <p:nvPr>
            <p:ph type="sldNum" sz="quarter" idx="12"/>
          </p:nvPr>
        </p:nvSpPr>
        <p:spPr>
          <a:xfrm>
            <a:off x="11701102" y="6446501"/>
            <a:ext cx="330114" cy="366087"/>
          </a:xfrm>
        </p:spPr>
        <p:txBody>
          <a:bodyPr/>
          <a:lstStyle/>
          <a:p>
            <a:fld id="{96E69268-9C8B-4EBF-A9EE-DC5DC2D48DC3}" type="slidenum">
              <a:rPr lang="en-US" sz="1333"/>
              <a:pPr/>
              <a:t>15</a:t>
            </a:fld>
            <a:endParaRPr lang="en-US" sz="1333" dirty="0">
              <a:latin typeface="Segoe UI Black" panose="020B0A02040204020203" pitchFamily="34" charset="0"/>
              <a:ea typeface="Segoe UI Black" panose="020B0A02040204020203" pitchFamily="34" charset="0"/>
            </a:endParaRPr>
          </a:p>
        </p:txBody>
      </p:sp>
      <p:sp>
        <p:nvSpPr>
          <p:cNvPr id="87" name="TextBox 86">
            <a:extLst>
              <a:ext uri="{FF2B5EF4-FFF2-40B4-BE49-F238E27FC236}">
                <a16:creationId xmlns:a16="http://schemas.microsoft.com/office/drawing/2014/main" id="{A775FDA3-5EF9-E28D-894C-872BB03E42EE}"/>
              </a:ext>
            </a:extLst>
          </p:cNvPr>
          <p:cNvSpPr txBox="1"/>
          <p:nvPr/>
        </p:nvSpPr>
        <p:spPr>
          <a:xfrm>
            <a:off x="224979" y="788088"/>
            <a:ext cx="11806237" cy="2031325"/>
          </a:xfrm>
          <a:prstGeom prst="rect">
            <a:avLst/>
          </a:prstGeom>
          <a:noFill/>
        </p:spPr>
        <p:txBody>
          <a:bodyPr wrap="square" rtlCol="0">
            <a:spAutoFit/>
          </a:bodyPr>
          <a:lstStyle/>
          <a:p>
            <a:r>
              <a:rPr lang="en-US" sz="1800" dirty="0"/>
              <a:t>As an application developer we want to determine which entities of our BO needs to allow create-, update-, delete- operations. Apart from that which properties of BO are allowed to be mandatory, read only, creatable, updatable. We can also control the availability of our data actions.</a:t>
            </a:r>
          </a:p>
          <a:p>
            <a:r>
              <a:rPr lang="en-US" sz="1800" dirty="0"/>
              <a:t>In RAP, feature controls are of 2 types:</a:t>
            </a:r>
          </a:p>
          <a:p>
            <a:pPr marL="342900" indent="-342900">
              <a:buAutoNum type="arabicPeriod"/>
            </a:pPr>
            <a:r>
              <a:rPr lang="en-US" sz="1800" dirty="0"/>
              <a:t>Static feature control – are specified at the level of behavior definition only. Statically declared and easy to implement.</a:t>
            </a:r>
          </a:p>
          <a:p>
            <a:pPr marL="342900" indent="-342900">
              <a:buAutoNum type="arabicPeriod"/>
            </a:pPr>
            <a:r>
              <a:rPr lang="en-US" sz="1800" dirty="0"/>
              <a:t>Dynamic feature control – complex to implement for more complex requirements. They require a mandatory implementation in BIMP class. We use keyword </a:t>
            </a:r>
            <a:r>
              <a:rPr lang="en-US" sz="1800" b="1" dirty="0" err="1"/>
              <a:t>features:instance</a:t>
            </a:r>
            <a:endParaRPr lang="en-IN" sz="1800" b="1" dirty="0"/>
          </a:p>
        </p:txBody>
      </p:sp>
      <p:sp>
        <p:nvSpPr>
          <p:cNvPr id="90" name="TextBox 89">
            <a:extLst>
              <a:ext uri="{FF2B5EF4-FFF2-40B4-BE49-F238E27FC236}">
                <a16:creationId xmlns:a16="http://schemas.microsoft.com/office/drawing/2014/main" id="{C8312175-0071-5A91-06A9-3499F67EC833}"/>
              </a:ext>
            </a:extLst>
          </p:cNvPr>
          <p:cNvSpPr txBox="1"/>
          <p:nvPr/>
        </p:nvSpPr>
        <p:spPr>
          <a:xfrm>
            <a:off x="191294" y="895"/>
            <a:ext cx="11231710" cy="646203"/>
          </a:xfrm>
          <a:prstGeom prst="rect">
            <a:avLst/>
          </a:prstGeom>
          <a:noFill/>
        </p:spPr>
        <p:txBody>
          <a:bodyPr wrap="square" rtlCol="0">
            <a:spAutoFit/>
          </a:bodyPr>
          <a:lstStyle/>
          <a:p>
            <a:r>
              <a:rPr lang="en-US" sz="3599" dirty="0">
                <a:latin typeface="Cooper Black" panose="0208090404030B020404" pitchFamily="18" charset="0"/>
              </a:rPr>
              <a:t>Feature Control</a:t>
            </a:r>
            <a:endParaRPr lang="en-IN" sz="3599" dirty="0">
              <a:latin typeface="Cooper Black" panose="0208090404030B020404" pitchFamily="18" charset="0"/>
            </a:endParaRPr>
          </a:p>
        </p:txBody>
      </p:sp>
      <p:sp>
        <p:nvSpPr>
          <p:cNvPr id="2" name="TextBox 1">
            <a:extLst>
              <a:ext uri="{FF2B5EF4-FFF2-40B4-BE49-F238E27FC236}">
                <a16:creationId xmlns:a16="http://schemas.microsoft.com/office/drawing/2014/main" id="{0B33C8CC-0F2E-5DA3-7FA8-B6BA9EE56AA2}"/>
              </a:ext>
            </a:extLst>
          </p:cNvPr>
          <p:cNvSpPr txBox="1"/>
          <p:nvPr/>
        </p:nvSpPr>
        <p:spPr>
          <a:xfrm>
            <a:off x="9249806" y="6491044"/>
            <a:ext cx="2961680" cy="276999"/>
          </a:xfrm>
          <a:prstGeom prst="rect">
            <a:avLst/>
          </a:prstGeom>
          <a:noFill/>
        </p:spPr>
        <p:txBody>
          <a:bodyPr wrap="square" rtlCol="0">
            <a:spAutoFit/>
          </a:bodyPr>
          <a:lstStyle/>
          <a:p>
            <a:r>
              <a:rPr lang="en-US" sz="1200" dirty="0">
                <a:latin typeface="Cooper Black" panose="0208090404030B020404" pitchFamily="18" charset="0"/>
              </a:rPr>
              <a:t>www.anubhavtrainings.com</a:t>
            </a:r>
            <a:endParaRPr lang="en-IN" sz="1200" dirty="0">
              <a:latin typeface="Cooper Black" panose="0208090404030B020404" pitchFamily="18" charset="0"/>
            </a:endParaRPr>
          </a:p>
        </p:txBody>
      </p:sp>
      <p:pic>
        <p:nvPicPr>
          <p:cNvPr id="3" name="Picture 2">
            <a:extLst>
              <a:ext uri="{FF2B5EF4-FFF2-40B4-BE49-F238E27FC236}">
                <a16:creationId xmlns:a16="http://schemas.microsoft.com/office/drawing/2014/main" id="{F89C887D-D9BC-50F6-8EC1-542E14ED8A8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688213" y="45412"/>
            <a:ext cx="436629" cy="431260"/>
          </a:xfrm>
          <a:prstGeom prst="rect">
            <a:avLst/>
          </a:prstGeom>
          <a:effectLst>
            <a:outerShdw blurRad="50800" dist="38100" dir="2700000" algn="tl" rotWithShape="0">
              <a:prstClr val="black">
                <a:alpha val="40000"/>
              </a:prstClr>
            </a:outerShdw>
          </a:effectLst>
        </p:spPr>
      </p:pic>
      <p:pic>
        <p:nvPicPr>
          <p:cNvPr id="8" name="Picture 7">
            <a:extLst>
              <a:ext uri="{FF2B5EF4-FFF2-40B4-BE49-F238E27FC236}">
                <a16:creationId xmlns:a16="http://schemas.microsoft.com/office/drawing/2014/main" id="{F197B89D-2325-12C8-E987-51633A1ECDD4}"/>
              </a:ext>
            </a:extLst>
          </p:cNvPr>
          <p:cNvPicPr>
            <a:picLocks noChangeAspect="1"/>
          </p:cNvPicPr>
          <p:nvPr/>
        </p:nvPicPr>
        <p:blipFill>
          <a:blip r:embed="rId3"/>
          <a:stretch>
            <a:fillRect/>
          </a:stretch>
        </p:blipFill>
        <p:spPr>
          <a:xfrm>
            <a:off x="1978950" y="3270974"/>
            <a:ext cx="7773521" cy="3089713"/>
          </a:xfrm>
          <a:prstGeom prst="rect">
            <a:avLst/>
          </a:prstGeom>
        </p:spPr>
      </p:pic>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6824B257-FB7F-C6D7-B108-273EAB7C2E1B}"/>
                  </a:ext>
                </a:extLst>
              </p14:cNvPr>
              <p14:cNvContentPartPr/>
              <p14:nvPr/>
            </p14:nvContentPartPr>
            <p14:xfrm>
              <a:off x="5412172" y="2722943"/>
              <a:ext cx="2126520" cy="315000"/>
            </p14:xfrm>
          </p:contentPart>
        </mc:Choice>
        <mc:Fallback xmlns="">
          <p:pic>
            <p:nvPicPr>
              <p:cNvPr id="5" name="Ink 4">
                <a:extLst>
                  <a:ext uri="{FF2B5EF4-FFF2-40B4-BE49-F238E27FC236}">
                    <a16:creationId xmlns:a16="http://schemas.microsoft.com/office/drawing/2014/main" id="{6824B257-FB7F-C6D7-B108-273EAB7C2E1B}"/>
                  </a:ext>
                </a:extLst>
              </p:cNvPr>
              <p:cNvPicPr/>
              <p:nvPr/>
            </p:nvPicPr>
            <p:blipFill>
              <a:blip r:embed="rId5"/>
              <a:stretch>
                <a:fillRect/>
              </a:stretch>
            </p:blipFill>
            <p:spPr>
              <a:xfrm>
                <a:off x="5403172" y="2713943"/>
                <a:ext cx="2144160" cy="332640"/>
              </a:xfrm>
              <a:prstGeom prst="rect">
                <a:avLst/>
              </a:prstGeom>
            </p:spPr>
          </p:pic>
        </mc:Fallback>
      </mc:AlternateContent>
    </p:spTree>
    <p:extLst>
      <p:ext uri="{BB962C8B-B14F-4D97-AF65-F5344CB8AC3E}">
        <p14:creationId xmlns:p14="http://schemas.microsoft.com/office/powerpoint/2010/main" val="24376959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1CCC554-5F5F-4C41-842A-E233080CC55E}"/>
              </a:ext>
            </a:extLst>
          </p:cNvPr>
          <p:cNvSpPr>
            <a:spLocks noGrp="1"/>
          </p:cNvSpPr>
          <p:nvPr>
            <p:ph type="sldNum" sz="quarter" idx="12"/>
          </p:nvPr>
        </p:nvSpPr>
        <p:spPr>
          <a:xfrm>
            <a:off x="11701102" y="6446501"/>
            <a:ext cx="330114" cy="366087"/>
          </a:xfrm>
        </p:spPr>
        <p:txBody>
          <a:bodyPr/>
          <a:lstStyle/>
          <a:p>
            <a:fld id="{96E69268-9C8B-4EBF-A9EE-DC5DC2D48DC3}" type="slidenum">
              <a:rPr lang="en-US" sz="1333"/>
              <a:pPr/>
              <a:t>16</a:t>
            </a:fld>
            <a:endParaRPr lang="en-US" sz="1333" dirty="0">
              <a:latin typeface="Segoe UI Black" panose="020B0A02040204020203" pitchFamily="34" charset="0"/>
              <a:ea typeface="Segoe UI Black" panose="020B0A02040204020203" pitchFamily="34" charset="0"/>
            </a:endParaRPr>
          </a:p>
        </p:txBody>
      </p:sp>
      <p:sp>
        <p:nvSpPr>
          <p:cNvPr id="87" name="TextBox 86">
            <a:extLst>
              <a:ext uri="{FF2B5EF4-FFF2-40B4-BE49-F238E27FC236}">
                <a16:creationId xmlns:a16="http://schemas.microsoft.com/office/drawing/2014/main" id="{A775FDA3-5EF9-E28D-894C-872BB03E42EE}"/>
              </a:ext>
            </a:extLst>
          </p:cNvPr>
          <p:cNvSpPr txBox="1"/>
          <p:nvPr/>
        </p:nvSpPr>
        <p:spPr>
          <a:xfrm>
            <a:off x="224979" y="788088"/>
            <a:ext cx="11806237" cy="4524315"/>
          </a:xfrm>
          <a:prstGeom prst="rect">
            <a:avLst/>
          </a:prstGeom>
          <a:noFill/>
        </p:spPr>
        <p:txBody>
          <a:bodyPr wrap="square" rtlCol="0">
            <a:spAutoFit/>
          </a:bodyPr>
          <a:lstStyle/>
          <a:p>
            <a:r>
              <a:rPr lang="en-US" sz="1800" dirty="0"/>
              <a:t>In the context of RAP, an action is a non-standard operation that change the data of a BO instance or create new BO instances. They are self implemented operations. There are two main categories of data actions can be implemented in RAP:</a:t>
            </a:r>
          </a:p>
          <a:p>
            <a:endParaRPr lang="en-US" sz="1800" dirty="0"/>
          </a:p>
          <a:p>
            <a:r>
              <a:rPr lang="en-US" sz="1800" b="1" dirty="0"/>
              <a:t>Non factory action: </a:t>
            </a:r>
            <a:r>
              <a:rPr lang="en-US" sz="1800" dirty="0"/>
              <a:t>Defines a RAP action which offers the non-standard behavior and implement custom logic in handler with MODIFY clause. A non factory action can be of 2 sub types (</a:t>
            </a:r>
            <a:r>
              <a:rPr lang="en-US" sz="1800" b="1" dirty="0"/>
              <a:t>change a property of a record)</a:t>
            </a:r>
            <a:endParaRPr lang="en-US" sz="1800" dirty="0"/>
          </a:p>
          <a:p>
            <a:pPr marL="342900" indent="-342900">
              <a:buAutoNum type="alphaLcPeriod"/>
            </a:pPr>
            <a:r>
              <a:rPr lang="en-US" sz="1800" b="1" dirty="0"/>
              <a:t>Static – </a:t>
            </a:r>
            <a:r>
              <a:rPr lang="en-US" sz="1800" dirty="0"/>
              <a:t>they are not bound to any instance, they are generic and can be applied to all instances, like we want to change the booking fees for all travel request as fix price during promotion period.</a:t>
            </a:r>
          </a:p>
          <a:p>
            <a:pPr marL="342900" indent="-342900">
              <a:buAutoNum type="alphaLcPeriod"/>
            </a:pPr>
            <a:r>
              <a:rPr lang="en-US" sz="1800" b="1" dirty="0"/>
              <a:t>Instance – </a:t>
            </a:r>
            <a:r>
              <a:rPr lang="en-US" sz="1800" dirty="0"/>
              <a:t>An action that, by default relates to a BO RAP entity instance and changes the state of BO instance. E.g. like approve or reject a travel request where user choose a instance which they want to work with.</a:t>
            </a:r>
          </a:p>
          <a:p>
            <a:pPr marL="342900" indent="-342900">
              <a:buAutoNum type="alphaLcPeriod"/>
            </a:pPr>
            <a:endParaRPr lang="en-US" sz="1800" b="1" dirty="0"/>
          </a:p>
          <a:p>
            <a:r>
              <a:rPr lang="en-US" sz="1800" b="1" dirty="0"/>
              <a:t>Factory Action – </a:t>
            </a:r>
            <a:r>
              <a:rPr lang="en-US" sz="1800" dirty="0"/>
              <a:t>A factory action used to </a:t>
            </a:r>
            <a:r>
              <a:rPr lang="en-US" sz="1800" b="1" dirty="0"/>
              <a:t>create</a:t>
            </a:r>
            <a:r>
              <a:rPr lang="en-US" sz="1800" dirty="0"/>
              <a:t> new BO instances. A factory action can be instance-bound (default) or static.</a:t>
            </a:r>
            <a:endParaRPr lang="en-IN" sz="1800" dirty="0"/>
          </a:p>
          <a:p>
            <a:pPr marL="342900" indent="-342900">
              <a:buAutoNum type="alphaLcPeriod"/>
            </a:pPr>
            <a:r>
              <a:rPr lang="en-IN" sz="1800" dirty="0"/>
              <a:t>Instance – that copy specific values of an instance and create new instances based on copied data</a:t>
            </a:r>
          </a:p>
          <a:p>
            <a:pPr marL="342900" indent="-342900">
              <a:buAutoNum type="alphaLcPeriod"/>
            </a:pPr>
            <a:r>
              <a:rPr lang="en-IN" sz="1800" dirty="0"/>
              <a:t>Static – can be used to create instances with prefilled default values</a:t>
            </a:r>
          </a:p>
          <a:p>
            <a:endParaRPr lang="en-US" sz="1800" dirty="0"/>
          </a:p>
        </p:txBody>
      </p:sp>
      <p:sp>
        <p:nvSpPr>
          <p:cNvPr id="90" name="TextBox 89">
            <a:extLst>
              <a:ext uri="{FF2B5EF4-FFF2-40B4-BE49-F238E27FC236}">
                <a16:creationId xmlns:a16="http://schemas.microsoft.com/office/drawing/2014/main" id="{C8312175-0071-5A91-06A9-3499F67EC833}"/>
              </a:ext>
            </a:extLst>
          </p:cNvPr>
          <p:cNvSpPr txBox="1"/>
          <p:nvPr/>
        </p:nvSpPr>
        <p:spPr>
          <a:xfrm>
            <a:off x="191294" y="895"/>
            <a:ext cx="11231710" cy="646203"/>
          </a:xfrm>
          <a:prstGeom prst="rect">
            <a:avLst/>
          </a:prstGeom>
          <a:noFill/>
        </p:spPr>
        <p:txBody>
          <a:bodyPr wrap="square" rtlCol="0">
            <a:spAutoFit/>
          </a:bodyPr>
          <a:lstStyle/>
          <a:p>
            <a:r>
              <a:rPr lang="en-US" sz="3599" dirty="0">
                <a:latin typeface="Cooper Black" panose="0208090404030B020404" pitchFamily="18" charset="0"/>
              </a:rPr>
              <a:t>Data Actions in RAP</a:t>
            </a:r>
            <a:endParaRPr lang="en-IN" sz="3599" dirty="0">
              <a:latin typeface="Cooper Black" panose="0208090404030B020404" pitchFamily="18" charset="0"/>
            </a:endParaRPr>
          </a:p>
        </p:txBody>
      </p:sp>
      <p:sp>
        <p:nvSpPr>
          <p:cNvPr id="2" name="TextBox 1">
            <a:extLst>
              <a:ext uri="{FF2B5EF4-FFF2-40B4-BE49-F238E27FC236}">
                <a16:creationId xmlns:a16="http://schemas.microsoft.com/office/drawing/2014/main" id="{0B33C8CC-0F2E-5DA3-7FA8-B6BA9EE56AA2}"/>
              </a:ext>
            </a:extLst>
          </p:cNvPr>
          <p:cNvSpPr txBox="1"/>
          <p:nvPr/>
        </p:nvSpPr>
        <p:spPr>
          <a:xfrm>
            <a:off x="9249806" y="6491044"/>
            <a:ext cx="2961680" cy="276999"/>
          </a:xfrm>
          <a:prstGeom prst="rect">
            <a:avLst/>
          </a:prstGeom>
          <a:noFill/>
        </p:spPr>
        <p:txBody>
          <a:bodyPr wrap="square" rtlCol="0">
            <a:spAutoFit/>
          </a:bodyPr>
          <a:lstStyle/>
          <a:p>
            <a:r>
              <a:rPr lang="en-US" sz="1200" dirty="0">
                <a:latin typeface="Cooper Black" panose="0208090404030B020404" pitchFamily="18" charset="0"/>
              </a:rPr>
              <a:t>www.anubhavtrainings.com</a:t>
            </a:r>
            <a:endParaRPr lang="en-IN" sz="1200" dirty="0">
              <a:latin typeface="Cooper Black" panose="0208090404030B020404" pitchFamily="18" charset="0"/>
            </a:endParaRPr>
          </a:p>
        </p:txBody>
      </p:sp>
      <p:pic>
        <p:nvPicPr>
          <p:cNvPr id="3" name="Picture 2">
            <a:extLst>
              <a:ext uri="{FF2B5EF4-FFF2-40B4-BE49-F238E27FC236}">
                <a16:creationId xmlns:a16="http://schemas.microsoft.com/office/drawing/2014/main" id="{F89C887D-D9BC-50F6-8EC1-542E14ED8A8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688213" y="45412"/>
            <a:ext cx="436629" cy="43126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440204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57"/>
        <p:cNvGrpSpPr/>
        <p:nvPr/>
      </p:nvGrpSpPr>
      <p:grpSpPr>
        <a:xfrm>
          <a:off x="0" y="0"/>
          <a:ext cx="0" cy="0"/>
          <a:chOff x="0" y="0"/>
          <a:chExt cx="0" cy="0"/>
        </a:xfrm>
      </p:grpSpPr>
      <p:sp>
        <p:nvSpPr>
          <p:cNvPr id="1659" name="Google Shape;1659;p85"/>
          <p:cNvSpPr txBox="1"/>
          <p:nvPr/>
        </p:nvSpPr>
        <p:spPr>
          <a:xfrm>
            <a:off x="224979" y="788088"/>
            <a:ext cx="11806237" cy="427809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dk1"/>
                </a:solidFill>
                <a:latin typeface="Calibri"/>
                <a:ea typeface="Calibri"/>
                <a:cs typeface="Calibri"/>
                <a:sym typeface="Calibri"/>
              </a:rPr>
              <a:t>A determination modifies instance of business object based on trigger condition. Trigger condition can be modify operations such as create, update, and delete and modified field. There are 2 types of determination</a:t>
            </a:r>
            <a:endParaRPr dirty="0"/>
          </a:p>
          <a:p>
            <a:pPr marL="285750" marR="0" lvl="0" indent="-285750" algn="l" rtl="0">
              <a:spcBef>
                <a:spcPts val="0"/>
              </a:spcBef>
              <a:spcAft>
                <a:spcPts val="0"/>
              </a:spcAft>
              <a:buClr>
                <a:schemeClr val="dk1"/>
              </a:buClr>
              <a:buSzPts val="1600"/>
              <a:buFont typeface="Arial"/>
              <a:buChar char="•"/>
            </a:pPr>
            <a:r>
              <a:rPr lang="en-US" sz="1600" dirty="0">
                <a:solidFill>
                  <a:schemeClr val="dk1"/>
                </a:solidFill>
                <a:latin typeface="Calibri"/>
                <a:ea typeface="Calibri"/>
                <a:cs typeface="Calibri"/>
                <a:sym typeface="Calibri"/>
              </a:rPr>
              <a:t>on modify – will be triggered before save whenever trigger condition is met e.g. when I change booking fee</a:t>
            </a:r>
            <a:endParaRPr dirty="0"/>
          </a:p>
          <a:p>
            <a:pPr marL="285750" marR="0" lvl="0" indent="-285750" algn="l" rtl="0">
              <a:spcBef>
                <a:spcPts val="0"/>
              </a:spcBef>
              <a:spcAft>
                <a:spcPts val="0"/>
              </a:spcAft>
              <a:buClr>
                <a:schemeClr val="dk1"/>
              </a:buClr>
              <a:buSzPts val="1600"/>
              <a:buFont typeface="Arial"/>
              <a:buChar char="•"/>
            </a:pPr>
            <a:r>
              <a:rPr lang="en-US" sz="1600" dirty="0">
                <a:solidFill>
                  <a:schemeClr val="dk1"/>
                </a:solidFill>
                <a:latin typeface="Calibri"/>
                <a:ea typeface="Calibri"/>
                <a:cs typeface="Calibri"/>
                <a:sym typeface="Calibri"/>
              </a:rPr>
              <a:t>on save – will always trigger at the time of save</a:t>
            </a:r>
            <a:endParaRPr dirty="0"/>
          </a:p>
          <a:p>
            <a:pPr marL="285750" marR="0" lvl="0" indent="-184150" algn="l" rtl="0">
              <a:spcBef>
                <a:spcPts val="0"/>
              </a:spcBef>
              <a:spcAft>
                <a:spcPts val="0"/>
              </a:spcAft>
              <a:buClr>
                <a:schemeClr val="dk1"/>
              </a:buClr>
              <a:buSzPts val="1600"/>
              <a:buFont typeface="Arial"/>
              <a:buNone/>
            </a:pPr>
            <a:endParaRPr sz="16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600" b="1" dirty="0">
                <a:solidFill>
                  <a:schemeClr val="dk1"/>
                </a:solidFill>
                <a:latin typeface="Calibri"/>
                <a:ea typeface="Calibri"/>
                <a:cs typeface="Calibri"/>
                <a:sym typeface="Calibri"/>
              </a:rPr>
              <a:t>Steps</a:t>
            </a:r>
            <a:endParaRPr dirty="0"/>
          </a:p>
          <a:p>
            <a:pPr marL="342900" marR="0" lvl="0" indent="-342900" algn="l" rtl="0">
              <a:spcBef>
                <a:spcPts val="0"/>
              </a:spcBef>
              <a:spcAft>
                <a:spcPts val="0"/>
              </a:spcAft>
              <a:buClr>
                <a:schemeClr val="dk1"/>
              </a:buClr>
              <a:buSzPts val="1600"/>
              <a:buFont typeface="Calibri"/>
              <a:buAutoNum type="arabicPeriod"/>
            </a:pPr>
            <a:r>
              <a:rPr lang="en-US" sz="1600" dirty="0">
                <a:solidFill>
                  <a:schemeClr val="dk1"/>
                </a:solidFill>
                <a:latin typeface="Calibri"/>
                <a:ea typeface="Calibri"/>
                <a:cs typeface="Calibri"/>
                <a:sym typeface="Calibri"/>
              </a:rPr>
              <a:t>Add the code for defining the determination in behavior definition, we want to do it in reusable way</a:t>
            </a:r>
            <a:endParaRPr dirty="0"/>
          </a:p>
          <a:p>
            <a:pPr marL="342900" marR="0" lvl="0" indent="-342900" algn="l" rtl="0">
              <a:spcBef>
                <a:spcPts val="0"/>
              </a:spcBef>
              <a:spcAft>
                <a:spcPts val="0"/>
              </a:spcAft>
              <a:buClr>
                <a:schemeClr val="dk1"/>
              </a:buClr>
              <a:buSzPts val="1600"/>
              <a:buFont typeface="Calibri"/>
              <a:buAutoNum type="arabicPeriod"/>
            </a:pPr>
            <a:r>
              <a:rPr lang="en-US" sz="1600" dirty="0">
                <a:solidFill>
                  <a:schemeClr val="dk1"/>
                </a:solidFill>
                <a:latin typeface="Calibri"/>
                <a:ea typeface="Calibri"/>
                <a:cs typeface="Calibri"/>
                <a:sym typeface="Calibri"/>
              </a:rPr>
              <a:t>Use quick fix to generate the code for determination</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Define a structure where we can store all the booking fees and currency code</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Read all travel instances, subsequent bookings using EML</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Total all booking and supplement amounts which are in common currency</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Delete the values w/o any currency</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Loop at all amounts and compare with target currency</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Perform currency conversion</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Put back the total amount</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Return the total amount in </a:t>
            </a:r>
            <a:r>
              <a:rPr lang="en-US" sz="1600" b="1" i="0" u="none" strike="noStrike" cap="none" dirty="0">
                <a:solidFill>
                  <a:schemeClr val="dk1"/>
                </a:solidFill>
                <a:latin typeface="Calibri"/>
                <a:ea typeface="Calibri"/>
                <a:cs typeface="Calibri"/>
                <a:sym typeface="Calibri"/>
              </a:rPr>
              <a:t>mapped</a:t>
            </a:r>
            <a:r>
              <a:rPr lang="en-US" sz="1600" b="0" i="0" u="none" strike="noStrike" cap="none" dirty="0">
                <a:solidFill>
                  <a:schemeClr val="dk1"/>
                </a:solidFill>
                <a:latin typeface="Calibri"/>
                <a:ea typeface="Calibri"/>
                <a:cs typeface="Calibri"/>
                <a:sym typeface="Calibri"/>
              </a:rPr>
              <a:t> so the RAP will modify this data to DB</a:t>
            </a:r>
            <a:endParaRPr dirty="0"/>
          </a:p>
          <a:p>
            <a:pPr marL="952393" marR="0" lvl="1" indent="-241300" algn="l" rtl="0">
              <a:spcBef>
                <a:spcPts val="0"/>
              </a:spcBef>
              <a:spcAft>
                <a:spcPts val="0"/>
              </a:spcAft>
              <a:buClr>
                <a:schemeClr val="dk1"/>
              </a:buClr>
              <a:buSzPts val="1600"/>
              <a:buFont typeface="Calibri"/>
              <a:buNone/>
            </a:pPr>
            <a:endParaRPr sz="1600" b="0" i="0" u="none" strike="noStrike" cap="none" dirty="0">
              <a:solidFill>
                <a:schemeClr val="dk1"/>
              </a:solidFill>
              <a:latin typeface="Calibri"/>
              <a:ea typeface="Calibri"/>
              <a:cs typeface="Calibri"/>
              <a:sym typeface="Calibri"/>
            </a:endParaRPr>
          </a:p>
        </p:txBody>
      </p:sp>
      <p:sp>
        <p:nvSpPr>
          <p:cNvPr id="1660" name="Google Shape;1660;p85"/>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Determination</a:t>
            </a:r>
            <a:endParaRPr sz="3599" dirty="0">
              <a:solidFill>
                <a:srgbClr val="FFC000"/>
              </a:solidFill>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a:defRPr/>
            </a:pPr>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spTree>
    <p:extLst>
      <p:ext uri="{BB962C8B-B14F-4D97-AF65-F5344CB8AC3E}">
        <p14:creationId xmlns:p14="http://schemas.microsoft.com/office/powerpoint/2010/main" val="3377203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659">
                                            <p:txEl>
                                              <p:pRg st="0" end="0"/>
                                            </p:txEl>
                                          </p:spTgt>
                                        </p:tgtEl>
                                        <p:attrNameLst>
                                          <p:attrName>style.visibility</p:attrName>
                                        </p:attrNameLst>
                                      </p:cBhvr>
                                      <p:to>
                                        <p:strVal val="visible"/>
                                      </p:to>
                                    </p:set>
                                    <p:animEffect transition="in" filter="fade">
                                      <p:cBhvr>
                                        <p:cTn id="7" dur="1000"/>
                                        <p:tgtEl>
                                          <p:spTgt spid="1659">
                                            <p:txEl>
                                              <p:pRg st="0" end="0"/>
                                            </p:txEl>
                                          </p:spTgt>
                                        </p:tgtEl>
                                      </p:cBhvr>
                                    </p:animEffect>
                                    <p:anim calcmode="lin" valueType="num">
                                      <p:cBhvr>
                                        <p:cTn id="8" dur="1000" fill="hold"/>
                                        <p:tgtEl>
                                          <p:spTgt spid="1659">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659">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659">
                                            <p:txEl>
                                              <p:pRg st="1" end="1"/>
                                            </p:txEl>
                                          </p:spTgt>
                                        </p:tgtEl>
                                        <p:attrNameLst>
                                          <p:attrName>style.visibility</p:attrName>
                                        </p:attrNameLst>
                                      </p:cBhvr>
                                      <p:to>
                                        <p:strVal val="visible"/>
                                      </p:to>
                                    </p:set>
                                    <p:animEffect transition="in" filter="fade">
                                      <p:cBhvr>
                                        <p:cTn id="12" dur="1000"/>
                                        <p:tgtEl>
                                          <p:spTgt spid="1659">
                                            <p:txEl>
                                              <p:pRg st="1" end="1"/>
                                            </p:txEl>
                                          </p:spTgt>
                                        </p:tgtEl>
                                      </p:cBhvr>
                                    </p:animEffect>
                                    <p:anim calcmode="lin" valueType="num">
                                      <p:cBhvr>
                                        <p:cTn id="13" dur="1000" fill="hold"/>
                                        <p:tgtEl>
                                          <p:spTgt spid="1659">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1659">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659">
                                            <p:txEl>
                                              <p:pRg st="2" end="2"/>
                                            </p:txEl>
                                          </p:spTgt>
                                        </p:tgtEl>
                                        <p:attrNameLst>
                                          <p:attrName>style.visibility</p:attrName>
                                        </p:attrNameLst>
                                      </p:cBhvr>
                                      <p:to>
                                        <p:strVal val="visible"/>
                                      </p:to>
                                    </p:set>
                                    <p:animEffect transition="in" filter="fade">
                                      <p:cBhvr>
                                        <p:cTn id="17" dur="1000"/>
                                        <p:tgtEl>
                                          <p:spTgt spid="1659">
                                            <p:txEl>
                                              <p:pRg st="2" end="2"/>
                                            </p:txEl>
                                          </p:spTgt>
                                        </p:tgtEl>
                                      </p:cBhvr>
                                    </p:animEffect>
                                    <p:anim calcmode="lin" valueType="num">
                                      <p:cBhvr>
                                        <p:cTn id="18" dur="1000" fill="hold"/>
                                        <p:tgtEl>
                                          <p:spTgt spid="1659">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165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1659">
                                            <p:txEl>
                                              <p:pRg st="4" end="4"/>
                                            </p:txEl>
                                          </p:spTgt>
                                        </p:tgtEl>
                                        <p:attrNameLst>
                                          <p:attrName>style.visibility</p:attrName>
                                        </p:attrNameLst>
                                      </p:cBhvr>
                                      <p:to>
                                        <p:strVal val="visible"/>
                                      </p:to>
                                    </p:set>
                                    <p:animEffect transition="in" filter="fade">
                                      <p:cBhvr>
                                        <p:cTn id="24" dur="1000"/>
                                        <p:tgtEl>
                                          <p:spTgt spid="1659">
                                            <p:txEl>
                                              <p:pRg st="4" end="4"/>
                                            </p:txEl>
                                          </p:spTgt>
                                        </p:tgtEl>
                                      </p:cBhvr>
                                    </p:animEffect>
                                    <p:anim calcmode="lin" valueType="num">
                                      <p:cBhvr>
                                        <p:cTn id="25" dur="1000" fill="hold"/>
                                        <p:tgtEl>
                                          <p:spTgt spid="1659">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1659">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1659">
                                            <p:txEl>
                                              <p:pRg st="5" end="5"/>
                                            </p:txEl>
                                          </p:spTgt>
                                        </p:tgtEl>
                                        <p:attrNameLst>
                                          <p:attrName>style.visibility</p:attrName>
                                        </p:attrNameLst>
                                      </p:cBhvr>
                                      <p:to>
                                        <p:strVal val="visible"/>
                                      </p:to>
                                    </p:set>
                                    <p:animEffect transition="in" filter="fade">
                                      <p:cBhvr>
                                        <p:cTn id="29" dur="1000"/>
                                        <p:tgtEl>
                                          <p:spTgt spid="1659">
                                            <p:txEl>
                                              <p:pRg st="5" end="5"/>
                                            </p:txEl>
                                          </p:spTgt>
                                        </p:tgtEl>
                                      </p:cBhvr>
                                    </p:animEffect>
                                    <p:anim calcmode="lin" valueType="num">
                                      <p:cBhvr>
                                        <p:cTn id="30" dur="1000" fill="hold"/>
                                        <p:tgtEl>
                                          <p:spTgt spid="1659">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1659">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1659">
                                            <p:txEl>
                                              <p:pRg st="6" end="6"/>
                                            </p:txEl>
                                          </p:spTgt>
                                        </p:tgtEl>
                                        <p:attrNameLst>
                                          <p:attrName>style.visibility</p:attrName>
                                        </p:attrNameLst>
                                      </p:cBhvr>
                                      <p:to>
                                        <p:strVal val="visible"/>
                                      </p:to>
                                    </p:set>
                                    <p:animEffect transition="in" filter="fade">
                                      <p:cBhvr>
                                        <p:cTn id="34" dur="1000"/>
                                        <p:tgtEl>
                                          <p:spTgt spid="1659">
                                            <p:txEl>
                                              <p:pRg st="6" end="6"/>
                                            </p:txEl>
                                          </p:spTgt>
                                        </p:tgtEl>
                                      </p:cBhvr>
                                    </p:animEffect>
                                    <p:anim calcmode="lin" valueType="num">
                                      <p:cBhvr>
                                        <p:cTn id="35" dur="1000" fill="hold"/>
                                        <p:tgtEl>
                                          <p:spTgt spid="1659">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1659">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659">
                                            <p:txEl>
                                              <p:pRg st="7" end="7"/>
                                            </p:txEl>
                                          </p:spTgt>
                                        </p:tgtEl>
                                        <p:attrNameLst>
                                          <p:attrName>style.visibility</p:attrName>
                                        </p:attrNameLst>
                                      </p:cBhvr>
                                      <p:to>
                                        <p:strVal val="visible"/>
                                      </p:to>
                                    </p:set>
                                    <p:animEffect transition="in" filter="fade">
                                      <p:cBhvr>
                                        <p:cTn id="39" dur="1000"/>
                                        <p:tgtEl>
                                          <p:spTgt spid="1659">
                                            <p:txEl>
                                              <p:pRg st="7" end="7"/>
                                            </p:txEl>
                                          </p:spTgt>
                                        </p:tgtEl>
                                      </p:cBhvr>
                                    </p:animEffect>
                                    <p:anim calcmode="lin" valueType="num">
                                      <p:cBhvr>
                                        <p:cTn id="40" dur="1000" fill="hold"/>
                                        <p:tgtEl>
                                          <p:spTgt spid="1659">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1659">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1659">
                                            <p:txEl>
                                              <p:pRg st="8" end="8"/>
                                            </p:txEl>
                                          </p:spTgt>
                                        </p:tgtEl>
                                        <p:attrNameLst>
                                          <p:attrName>style.visibility</p:attrName>
                                        </p:attrNameLst>
                                      </p:cBhvr>
                                      <p:to>
                                        <p:strVal val="visible"/>
                                      </p:to>
                                    </p:set>
                                    <p:animEffect transition="in" filter="fade">
                                      <p:cBhvr>
                                        <p:cTn id="44" dur="1000"/>
                                        <p:tgtEl>
                                          <p:spTgt spid="1659">
                                            <p:txEl>
                                              <p:pRg st="8" end="8"/>
                                            </p:txEl>
                                          </p:spTgt>
                                        </p:tgtEl>
                                      </p:cBhvr>
                                    </p:animEffect>
                                    <p:anim calcmode="lin" valueType="num">
                                      <p:cBhvr>
                                        <p:cTn id="45" dur="1000" fill="hold"/>
                                        <p:tgtEl>
                                          <p:spTgt spid="1659">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1659">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1659">
                                            <p:txEl>
                                              <p:pRg st="9" end="9"/>
                                            </p:txEl>
                                          </p:spTgt>
                                        </p:tgtEl>
                                        <p:attrNameLst>
                                          <p:attrName>style.visibility</p:attrName>
                                        </p:attrNameLst>
                                      </p:cBhvr>
                                      <p:to>
                                        <p:strVal val="visible"/>
                                      </p:to>
                                    </p:set>
                                    <p:animEffect transition="in" filter="fade">
                                      <p:cBhvr>
                                        <p:cTn id="49" dur="1000"/>
                                        <p:tgtEl>
                                          <p:spTgt spid="1659">
                                            <p:txEl>
                                              <p:pRg st="9" end="9"/>
                                            </p:txEl>
                                          </p:spTgt>
                                        </p:tgtEl>
                                      </p:cBhvr>
                                    </p:animEffect>
                                    <p:anim calcmode="lin" valueType="num">
                                      <p:cBhvr>
                                        <p:cTn id="50" dur="1000" fill="hold"/>
                                        <p:tgtEl>
                                          <p:spTgt spid="1659">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1659">
                                            <p:txEl>
                                              <p:pRg st="9" end="9"/>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1659">
                                            <p:txEl>
                                              <p:pRg st="10" end="10"/>
                                            </p:txEl>
                                          </p:spTgt>
                                        </p:tgtEl>
                                        <p:attrNameLst>
                                          <p:attrName>style.visibility</p:attrName>
                                        </p:attrNameLst>
                                      </p:cBhvr>
                                      <p:to>
                                        <p:strVal val="visible"/>
                                      </p:to>
                                    </p:set>
                                    <p:animEffect transition="in" filter="fade">
                                      <p:cBhvr>
                                        <p:cTn id="54" dur="1000"/>
                                        <p:tgtEl>
                                          <p:spTgt spid="1659">
                                            <p:txEl>
                                              <p:pRg st="10" end="10"/>
                                            </p:txEl>
                                          </p:spTgt>
                                        </p:tgtEl>
                                      </p:cBhvr>
                                    </p:animEffect>
                                    <p:anim calcmode="lin" valueType="num">
                                      <p:cBhvr>
                                        <p:cTn id="55" dur="1000" fill="hold"/>
                                        <p:tgtEl>
                                          <p:spTgt spid="1659">
                                            <p:txEl>
                                              <p:pRg st="10" end="10"/>
                                            </p:txEl>
                                          </p:spTgt>
                                        </p:tgtEl>
                                        <p:attrNameLst>
                                          <p:attrName>ppt_x</p:attrName>
                                        </p:attrNameLst>
                                      </p:cBhvr>
                                      <p:tavLst>
                                        <p:tav tm="0">
                                          <p:val>
                                            <p:strVal val="#ppt_x"/>
                                          </p:val>
                                        </p:tav>
                                        <p:tav tm="100000">
                                          <p:val>
                                            <p:strVal val="#ppt_x"/>
                                          </p:val>
                                        </p:tav>
                                      </p:tavLst>
                                    </p:anim>
                                    <p:anim calcmode="lin" valueType="num">
                                      <p:cBhvr>
                                        <p:cTn id="56" dur="1000" fill="hold"/>
                                        <p:tgtEl>
                                          <p:spTgt spid="1659">
                                            <p:txEl>
                                              <p:pRg st="10" end="10"/>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1659">
                                            <p:txEl>
                                              <p:pRg st="11" end="11"/>
                                            </p:txEl>
                                          </p:spTgt>
                                        </p:tgtEl>
                                        <p:attrNameLst>
                                          <p:attrName>style.visibility</p:attrName>
                                        </p:attrNameLst>
                                      </p:cBhvr>
                                      <p:to>
                                        <p:strVal val="visible"/>
                                      </p:to>
                                    </p:set>
                                    <p:animEffect transition="in" filter="fade">
                                      <p:cBhvr>
                                        <p:cTn id="59" dur="1000"/>
                                        <p:tgtEl>
                                          <p:spTgt spid="1659">
                                            <p:txEl>
                                              <p:pRg st="11" end="11"/>
                                            </p:txEl>
                                          </p:spTgt>
                                        </p:tgtEl>
                                      </p:cBhvr>
                                    </p:animEffect>
                                    <p:anim calcmode="lin" valueType="num">
                                      <p:cBhvr>
                                        <p:cTn id="60" dur="1000" fill="hold"/>
                                        <p:tgtEl>
                                          <p:spTgt spid="1659">
                                            <p:txEl>
                                              <p:pRg st="11" end="11"/>
                                            </p:txEl>
                                          </p:spTgt>
                                        </p:tgtEl>
                                        <p:attrNameLst>
                                          <p:attrName>ppt_x</p:attrName>
                                        </p:attrNameLst>
                                      </p:cBhvr>
                                      <p:tavLst>
                                        <p:tav tm="0">
                                          <p:val>
                                            <p:strVal val="#ppt_x"/>
                                          </p:val>
                                        </p:tav>
                                        <p:tav tm="100000">
                                          <p:val>
                                            <p:strVal val="#ppt_x"/>
                                          </p:val>
                                        </p:tav>
                                      </p:tavLst>
                                    </p:anim>
                                    <p:anim calcmode="lin" valueType="num">
                                      <p:cBhvr>
                                        <p:cTn id="61" dur="1000" fill="hold"/>
                                        <p:tgtEl>
                                          <p:spTgt spid="1659">
                                            <p:txEl>
                                              <p:pRg st="11" end="11"/>
                                            </p:txEl>
                                          </p:spTgt>
                                        </p:tgtEl>
                                        <p:attrNameLst>
                                          <p:attrName>ppt_y</p:attrName>
                                        </p:attrNameLst>
                                      </p:cBhvr>
                                      <p:tavLst>
                                        <p:tav tm="0">
                                          <p:val>
                                            <p:strVal val="#ppt_y+.1"/>
                                          </p:val>
                                        </p:tav>
                                        <p:tav tm="100000">
                                          <p:val>
                                            <p:strVal val="#ppt_y"/>
                                          </p:val>
                                        </p:tav>
                                      </p:tavLst>
                                    </p:anim>
                                  </p:childTnLst>
                                </p:cTn>
                              </p:par>
                              <p:par>
                                <p:cTn id="62" presetID="42" presetClass="entr" presetSubtype="0" fill="hold" nodeType="withEffect">
                                  <p:stCondLst>
                                    <p:cond delay="0"/>
                                  </p:stCondLst>
                                  <p:childTnLst>
                                    <p:set>
                                      <p:cBhvr>
                                        <p:cTn id="63" dur="1" fill="hold">
                                          <p:stCondLst>
                                            <p:cond delay="0"/>
                                          </p:stCondLst>
                                        </p:cTn>
                                        <p:tgtEl>
                                          <p:spTgt spid="1659">
                                            <p:txEl>
                                              <p:pRg st="12" end="12"/>
                                            </p:txEl>
                                          </p:spTgt>
                                        </p:tgtEl>
                                        <p:attrNameLst>
                                          <p:attrName>style.visibility</p:attrName>
                                        </p:attrNameLst>
                                      </p:cBhvr>
                                      <p:to>
                                        <p:strVal val="visible"/>
                                      </p:to>
                                    </p:set>
                                    <p:animEffect transition="in" filter="fade">
                                      <p:cBhvr>
                                        <p:cTn id="64" dur="1000"/>
                                        <p:tgtEl>
                                          <p:spTgt spid="1659">
                                            <p:txEl>
                                              <p:pRg st="12" end="12"/>
                                            </p:txEl>
                                          </p:spTgt>
                                        </p:tgtEl>
                                      </p:cBhvr>
                                    </p:animEffect>
                                    <p:anim calcmode="lin" valueType="num">
                                      <p:cBhvr>
                                        <p:cTn id="65" dur="1000" fill="hold"/>
                                        <p:tgtEl>
                                          <p:spTgt spid="1659">
                                            <p:txEl>
                                              <p:pRg st="12" end="12"/>
                                            </p:txEl>
                                          </p:spTgt>
                                        </p:tgtEl>
                                        <p:attrNameLst>
                                          <p:attrName>ppt_x</p:attrName>
                                        </p:attrNameLst>
                                      </p:cBhvr>
                                      <p:tavLst>
                                        <p:tav tm="0">
                                          <p:val>
                                            <p:strVal val="#ppt_x"/>
                                          </p:val>
                                        </p:tav>
                                        <p:tav tm="100000">
                                          <p:val>
                                            <p:strVal val="#ppt_x"/>
                                          </p:val>
                                        </p:tav>
                                      </p:tavLst>
                                    </p:anim>
                                    <p:anim calcmode="lin" valueType="num">
                                      <p:cBhvr>
                                        <p:cTn id="66" dur="1000" fill="hold"/>
                                        <p:tgtEl>
                                          <p:spTgt spid="1659">
                                            <p:txEl>
                                              <p:pRg st="12" end="12"/>
                                            </p:txEl>
                                          </p:spTgt>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8" dur="1" fill="hold">
                                          <p:stCondLst>
                                            <p:cond delay="0"/>
                                          </p:stCondLst>
                                        </p:cTn>
                                        <p:tgtEl>
                                          <p:spTgt spid="1659">
                                            <p:txEl>
                                              <p:pRg st="13" end="13"/>
                                            </p:txEl>
                                          </p:spTgt>
                                        </p:tgtEl>
                                        <p:attrNameLst>
                                          <p:attrName>style.visibility</p:attrName>
                                        </p:attrNameLst>
                                      </p:cBhvr>
                                      <p:to>
                                        <p:strVal val="visible"/>
                                      </p:to>
                                    </p:set>
                                    <p:animEffect transition="in" filter="fade">
                                      <p:cBhvr>
                                        <p:cTn id="69" dur="1000"/>
                                        <p:tgtEl>
                                          <p:spTgt spid="1659">
                                            <p:txEl>
                                              <p:pRg st="13" end="13"/>
                                            </p:txEl>
                                          </p:spTgt>
                                        </p:tgtEl>
                                      </p:cBhvr>
                                    </p:animEffect>
                                    <p:anim calcmode="lin" valueType="num">
                                      <p:cBhvr>
                                        <p:cTn id="70" dur="1000" fill="hold"/>
                                        <p:tgtEl>
                                          <p:spTgt spid="1659">
                                            <p:txEl>
                                              <p:pRg st="13" end="13"/>
                                            </p:txEl>
                                          </p:spTgt>
                                        </p:tgtEl>
                                        <p:attrNameLst>
                                          <p:attrName>ppt_x</p:attrName>
                                        </p:attrNameLst>
                                      </p:cBhvr>
                                      <p:tavLst>
                                        <p:tav tm="0">
                                          <p:val>
                                            <p:strVal val="#ppt_x"/>
                                          </p:val>
                                        </p:tav>
                                        <p:tav tm="100000">
                                          <p:val>
                                            <p:strVal val="#ppt_x"/>
                                          </p:val>
                                        </p:tav>
                                      </p:tavLst>
                                    </p:anim>
                                    <p:anim calcmode="lin" valueType="num">
                                      <p:cBhvr>
                                        <p:cTn id="71" dur="1000" fill="hold"/>
                                        <p:tgtEl>
                                          <p:spTgt spid="1659">
                                            <p:txEl>
                                              <p:pRg st="13" end="13"/>
                                            </p:txEl>
                                          </p:spTgt>
                                        </p:tgtEl>
                                        <p:attrNameLst>
                                          <p:attrName>ppt_y</p:attrName>
                                        </p:attrNameLst>
                                      </p:cBhvr>
                                      <p:tavLst>
                                        <p:tav tm="0">
                                          <p:val>
                                            <p:strVal val="#ppt_y+.1"/>
                                          </p:val>
                                        </p:tav>
                                        <p:tav tm="100000">
                                          <p:val>
                                            <p:strVal val="#ppt_y"/>
                                          </p:val>
                                        </p:tav>
                                      </p:tavLst>
                                    </p:anim>
                                  </p:childTnLst>
                                </p:cTn>
                              </p:par>
                              <p:par>
                                <p:cTn id="72" presetID="42" presetClass="entr" presetSubtype="0" fill="hold" nodeType="withEffect">
                                  <p:stCondLst>
                                    <p:cond delay="0"/>
                                  </p:stCondLst>
                                  <p:childTnLst>
                                    <p:set>
                                      <p:cBhvr>
                                        <p:cTn id="73" dur="1" fill="hold">
                                          <p:stCondLst>
                                            <p:cond delay="0"/>
                                          </p:stCondLst>
                                        </p:cTn>
                                        <p:tgtEl>
                                          <p:spTgt spid="1659">
                                            <p:txEl>
                                              <p:pRg st="14" end="14"/>
                                            </p:txEl>
                                          </p:spTgt>
                                        </p:tgtEl>
                                        <p:attrNameLst>
                                          <p:attrName>style.visibility</p:attrName>
                                        </p:attrNameLst>
                                      </p:cBhvr>
                                      <p:to>
                                        <p:strVal val="visible"/>
                                      </p:to>
                                    </p:set>
                                    <p:animEffect transition="in" filter="fade">
                                      <p:cBhvr>
                                        <p:cTn id="74" dur="1000"/>
                                        <p:tgtEl>
                                          <p:spTgt spid="1659">
                                            <p:txEl>
                                              <p:pRg st="14" end="14"/>
                                            </p:txEl>
                                          </p:spTgt>
                                        </p:tgtEl>
                                      </p:cBhvr>
                                    </p:animEffect>
                                    <p:anim calcmode="lin" valueType="num">
                                      <p:cBhvr>
                                        <p:cTn id="75" dur="1000" fill="hold"/>
                                        <p:tgtEl>
                                          <p:spTgt spid="1659">
                                            <p:txEl>
                                              <p:pRg st="14" end="14"/>
                                            </p:txEl>
                                          </p:spTgt>
                                        </p:tgtEl>
                                        <p:attrNameLst>
                                          <p:attrName>ppt_x</p:attrName>
                                        </p:attrNameLst>
                                      </p:cBhvr>
                                      <p:tavLst>
                                        <p:tav tm="0">
                                          <p:val>
                                            <p:strVal val="#ppt_x"/>
                                          </p:val>
                                        </p:tav>
                                        <p:tav tm="100000">
                                          <p:val>
                                            <p:strVal val="#ppt_x"/>
                                          </p:val>
                                        </p:tav>
                                      </p:tavLst>
                                    </p:anim>
                                    <p:anim calcmode="lin" valueType="num">
                                      <p:cBhvr>
                                        <p:cTn id="76" dur="1000" fill="hold"/>
                                        <p:tgtEl>
                                          <p:spTgt spid="1659">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6000" b="1" i="0" u="none" strike="noStrike" kern="0" cap="none" spc="0" normalizeH="0" baseline="0" noProof="0" dirty="0">
                <a:ln>
                  <a:noFill/>
                </a:ln>
                <a:solidFill>
                  <a:srgbClr val="75C042"/>
                </a:solidFill>
                <a:effectLst/>
                <a:uLnTx/>
                <a:uFillTx/>
                <a:latin typeface="Arial"/>
                <a:cs typeface="Arial"/>
                <a:sym typeface="Arial"/>
              </a:rPr>
              <a:t>Thank</a:t>
            </a:r>
            <a:r>
              <a:rPr kumimoji="0" lang="en-IN" sz="6000" b="1" i="0" u="none" strike="noStrike" kern="0" cap="none" spc="0" normalizeH="0" baseline="0" noProof="0" dirty="0">
                <a:ln>
                  <a:noFill/>
                </a:ln>
                <a:solidFill>
                  <a:srgbClr val="BDBDBD"/>
                </a:solidFill>
                <a:effectLst/>
                <a:uLnTx/>
                <a:uFillTx/>
                <a:latin typeface="Arial"/>
                <a:cs typeface="Arial"/>
                <a:sym typeface="Arial"/>
              </a:rPr>
              <a:t> </a:t>
            </a:r>
            <a:r>
              <a:rPr kumimoji="0" lang="en-IN" sz="6000" b="1"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rPr>
              <a:t>You</a:t>
            </a:r>
            <a:endParaRPr kumimoji="0" lang="en-IN" sz="6000" b="0"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5400" b="1" i="0" u="none" strike="noStrike" kern="0" cap="none" spc="0" normalizeH="0" baseline="0" noProof="0" dirty="0">
                <a:ln>
                  <a:noFill/>
                </a:ln>
                <a:solidFill>
                  <a:srgbClr val="98C536"/>
                </a:solidFill>
                <a:effectLst/>
                <a:uLnTx/>
                <a:uFillTx/>
                <a:latin typeface="Segoe UI" panose="020B0502040204020203" pitchFamily="34" charset="0"/>
                <a:ea typeface="Calibri Light" charset="0"/>
                <a:cs typeface="Segoe UI" panose="020B0502040204020203" pitchFamily="34" charset="0"/>
                <a:sym typeface="Arial"/>
              </a:rPr>
              <a:t>End of </a:t>
            </a:r>
            <a:r>
              <a:rPr kumimoji="0" lang="en-US" sz="5400" b="1" i="0" u="none" strike="noStrike" kern="0" cap="none" spc="0" normalizeH="0" baseline="0" noProof="0">
                <a:ln>
                  <a:noFill/>
                </a:ln>
                <a:solidFill>
                  <a:srgbClr val="75C042"/>
                </a:solidFill>
                <a:effectLst/>
                <a:uLnTx/>
                <a:uFillTx/>
                <a:latin typeface="Segoe UI" panose="020B0502040204020203" pitchFamily="34" charset="0"/>
                <a:ea typeface="Calibri Light" charset="0"/>
                <a:cs typeface="Segoe UI" panose="020B0502040204020203" pitchFamily="34" charset="0"/>
                <a:sym typeface="Arial"/>
              </a:rPr>
              <a:t>Day </a:t>
            </a:r>
            <a:r>
              <a:rPr lang="en-US" sz="5400" b="1">
                <a:solidFill>
                  <a:srgbClr val="75C042"/>
                </a:solidFill>
                <a:latin typeface="Segoe UI" panose="020B0502040204020203" pitchFamily="34" charset="0"/>
                <a:ea typeface="Calibri Light" charset="0"/>
                <a:cs typeface="Segoe UI" panose="020B0502040204020203" pitchFamily="34" charset="0"/>
              </a:rPr>
              <a:t>23</a:t>
            </a:r>
            <a:endParaRPr kumimoji="0" lang="en-US" sz="5400" b="1" i="0" u="none" strike="noStrike" kern="0" cap="none" spc="0" normalizeH="0" baseline="0" noProof="0" dirty="0">
              <a:ln>
                <a:noFill/>
              </a:ln>
              <a:solidFill>
                <a:srgbClr val="75C042"/>
              </a:solidFill>
              <a:effectLst/>
              <a:uLnTx/>
              <a:uFillTx/>
              <a:latin typeface="Segoe UI" panose="020B0502040204020203" pitchFamily="34" charset="0"/>
              <a:ea typeface="Calibri Light" charset="0"/>
              <a:cs typeface="Segoe UI" panose="020B0502040204020203" pitchFamily="34" charset="0"/>
              <a:sym typeface="Arial"/>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000000"/>
                </a:solidFill>
                <a:effectLst/>
                <a:uLnTx/>
                <a:uFillTx/>
                <a:latin typeface="Arial"/>
                <a:ea typeface="+mn-ea"/>
                <a:cs typeface="+mn-cs"/>
                <a:sym typeface="Aria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7610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4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1855</TotalTime>
  <Words>2001</Words>
  <Application>Microsoft Office PowerPoint</Application>
  <PresentationFormat>Custom</PresentationFormat>
  <Paragraphs>218</Paragraphs>
  <Slides>19</Slides>
  <Notes>9</Notes>
  <HiddenSlides>0</HiddenSlides>
  <MMClips>0</MMClips>
  <ScaleCrop>false</ScaleCrop>
  <HeadingPairs>
    <vt:vector size="6" baseType="variant">
      <vt:variant>
        <vt:lpstr>Fonts Used</vt:lpstr>
      </vt:variant>
      <vt:variant>
        <vt:i4>13</vt:i4>
      </vt:variant>
      <vt:variant>
        <vt:lpstr>Theme</vt:lpstr>
      </vt:variant>
      <vt:variant>
        <vt:i4>4</vt:i4>
      </vt:variant>
      <vt:variant>
        <vt:lpstr>Slide Titles</vt:lpstr>
      </vt:variant>
      <vt:variant>
        <vt:i4>19</vt:i4>
      </vt:variant>
    </vt:vector>
  </HeadingPairs>
  <TitlesOfParts>
    <vt:vector size="36" baseType="lpstr">
      <vt:lpstr>Segoe UI Light</vt:lpstr>
      <vt:lpstr>Arial</vt:lpstr>
      <vt:lpstr>Segoe UI</vt:lpstr>
      <vt:lpstr>Cooper Black</vt:lpstr>
      <vt:lpstr>Quattrocento Sans</vt:lpstr>
      <vt:lpstr>Calibri</vt:lpstr>
      <vt:lpstr>72 Monospace</vt:lpstr>
      <vt:lpstr>Arial Black</vt:lpstr>
      <vt:lpstr>Cambria</vt:lpstr>
      <vt:lpstr>Open Sans</vt:lpstr>
      <vt:lpstr>Consolas</vt:lpstr>
      <vt:lpstr>Corben</vt:lpstr>
      <vt:lpstr>Segoe UI Black</vt:lpstr>
      <vt:lpstr>Office Theme</vt:lpstr>
      <vt:lpstr>2_Office Theme</vt:lpstr>
      <vt:lpstr>3_Office Theme</vt:lpstr>
      <vt:lpstr>4_Office Theme</vt:lpstr>
      <vt:lpstr>SAP BTP ABAP  on Cloud / RAP  Training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85</cp:revision>
  <dcterms:created xsi:type="dcterms:W3CDTF">2023-10-03T21:33:12Z</dcterms:created>
  <dcterms:modified xsi:type="dcterms:W3CDTF">2026-02-17T08:08:00Z</dcterms:modified>
</cp:coreProperties>
</file>