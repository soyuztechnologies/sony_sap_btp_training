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 id="2147483729" r:id="rId4"/>
  </p:sldMasterIdLst>
  <p:notesMasterIdLst>
    <p:notesMasterId r:id="rId18"/>
  </p:notesMasterIdLst>
  <p:sldIdLst>
    <p:sldId id="256" r:id="rId5"/>
    <p:sldId id="402" r:id="rId6"/>
    <p:sldId id="276" r:id="rId7"/>
    <p:sldId id="4763" r:id="rId8"/>
    <p:sldId id="314" r:id="rId9"/>
    <p:sldId id="321" r:id="rId10"/>
    <p:sldId id="1211" r:id="rId11"/>
    <p:sldId id="1186" r:id="rId12"/>
    <p:sldId id="1187" r:id="rId13"/>
    <p:sldId id="1188" r:id="rId14"/>
    <p:sldId id="1189" r:id="rId15"/>
    <p:sldId id="419" r:id="rId16"/>
    <p:sldId id="409" r:id="rId17"/>
  </p:sldIdLst>
  <p:sldSz cx="12188825" cy="6858000"/>
  <p:notesSz cx="6858000" cy="9144000"/>
  <p:embeddedFontLst>
    <p:embeddedFont>
      <p:font typeface="Arial Black" panose="020B0A04020102020204" pitchFamily="34" charset="0"/>
      <p:regular r:id="rId19"/>
      <p:bold r:id="rId20"/>
    </p:embeddedFont>
    <p:embeddedFont>
      <p:font typeface="Cambria" panose="02040503050406030204" pitchFamily="18" charset="0"/>
      <p:regular r:id="rId21"/>
      <p:bold r:id="rId22"/>
      <p:italic r:id="rId23"/>
      <p:boldItalic r:id="rId24"/>
    </p:embeddedFont>
    <p:embeddedFont>
      <p:font typeface="Cooper Black" panose="0208090404030B020404" pitchFamily="18" charset="0"/>
      <p:regular r:id="rId25"/>
    </p:embeddedFont>
    <p:embeddedFont>
      <p:font typeface="Corben" panose="020B0604020202020204" charset="0"/>
      <p:bold r:id="rId26"/>
    </p:embeddedFont>
    <p:embeddedFont>
      <p:font typeface="Meiryo" panose="020B0604030504040204" pitchFamily="34" charset="-128"/>
      <p:regular r:id="rId27"/>
      <p:bold r:id="rId28"/>
      <p:italic r:id="rId29"/>
      <p:boldItalic r:id="rId30"/>
    </p:embeddedFont>
    <p:embeddedFont>
      <p:font typeface="Open Sans" panose="020B0606030504020204" pitchFamily="34" charset="0"/>
      <p:regular r:id="rId31"/>
      <p:bold r:id="rId32"/>
      <p:italic r:id="rId33"/>
      <p:boldItalic r:id="rId34"/>
    </p:embeddedFont>
    <p:embeddedFont>
      <p:font typeface="Quattrocento Sans" panose="020B0502050000020003" pitchFamily="34" charset="0"/>
      <p:regular r:id="rId35"/>
      <p:bold r:id="rId36"/>
      <p:italic r:id="rId37"/>
      <p:boldItalic r:id="rId38"/>
    </p:embeddedFont>
    <p:embeddedFont>
      <p:font typeface="Segoe UI" panose="020B0502040204020203" pitchFamily="34" charset="0"/>
      <p:regular r:id="rId39"/>
      <p:bold r:id="rId40"/>
      <p:italic r:id="rId41"/>
      <p:boldItalic r:id="rId42"/>
    </p:embeddedFont>
    <p:embeddedFont>
      <p:font typeface="Segoe UI Light" panose="020B0502040204020203" pitchFamily="34" charset="0"/>
      <p:regular r:id="rId43"/>
      <p: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7" Type="http://schemas.openxmlformats.org/officeDocument/2006/relationships/slide" Target="slides/slide3.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font" Target="fonts/font11.fntdata"/><Relationship Id="rId11" Type="http://schemas.openxmlformats.org/officeDocument/2006/relationships/slide" Target="slides/slide7.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203"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207" Type="http://schemas.openxmlformats.org/officeDocument/2006/relationships/tableStyles" Target="tableStyles.xml"/><Relationship Id="rId8" Type="http://schemas.openxmlformats.org/officeDocument/2006/relationships/slide" Target="slides/slide4.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20" Type="http://schemas.openxmlformats.org/officeDocument/2006/relationships/font" Target="fonts/font2.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2.xml"/><Relationship Id="rId204"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0"/>
        <p:cNvGrpSpPr/>
        <p:nvPr/>
      </p:nvGrpSpPr>
      <p:grpSpPr>
        <a:xfrm>
          <a:off x="0" y="0"/>
          <a:ext cx="0" cy="0"/>
          <a:chOff x="0" y="0"/>
          <a:chExt cx="0" cy="0"/>
        </a:xfrm>
      </p:grpSpPr>
      <p:sp>
        <p:nvSpPr>
          <p:cNvPr id="1441" name="Google Shape;1441;p6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2" name="Google Shape;1442;p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7"/>
        <p:cNvGrpSpPr/>
        <p:nvPr/>
      </p:nvGrpSpPr>
      <p:grpSpPr>
        <a:xfrm>
          <a:off x="0" y="0"/>
          <a:ext cx="0" cy="0"/>
          <a:chOff x="0" y="0"/>
          <a:chExt cx="0" cy="0"/>
        </a:xfrm>
      </p:grpSpPr>
      <p:sp>
        <p:nvSpPr>
          <p:cNvPr id="1468" name="Google Shape;1468;p6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69" name="Google Shape;1469;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p7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9" name="Google Shape;1509;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p7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8" name="Google Shape;1518;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929877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5"/>
        <p:cNvGrpSpPr/>
        <p:nvPr/>
      </p:nvGrpSpPr>
      <p:grpSpPr>
        <a:xfrm>
          <a:off x="0" y="0"/>
          <a:ext cx="0" cy="0"/>
          <a:chOff x="0" y="0"/>
          <a:chExt cx="0" cy="0"/>
        </a:xfrm>
      </p:grpSpPr>
      <p:sp>
        <p:nvSpPr>
          <p:cNvPr id="1526" name="Google Shape;1526;p7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27" name="Google Shape;1527;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79508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4"/>
        <p:cNvGrpSpPr/>
        <p:nvPr/>
      </p:nvGrpSpPr>
      <p:grpSpPr>
        <a:xfrm>
          <a:off x="0" y="0"/>
          <a:ext cx="0" cy="0"/>
          <a:chOff x="0" y="0"/>
          <a:chExt cx="0" cy="0"/>
        </a:xfrm>
      </p:grpSpPr>
      <p:sp>
        <p:nvSpPr>
          <p:cNvPr id="1535" name="Google Shape;1535;p7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6" name="Google Shape;1536;p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7758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5/15/2025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5/15/2025</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243934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463"/>
        <p:cNvGrpSpPr/>
        <p:nvPr/>
      </p:nvGrpSpPr>
      <p:grpSpPr>
        <a:xfrm>
          <a:off x="0" y="0"/>
          <a:ext cx="0" cy="0"/>
          <a:chOff x="0" y="0"/>
          <a:chExt cx="0" cy="0"/>
        </a:xfrm>
      </p:grpSpPr>
      <p:sp>
        <p:nvSpPr>
          <p:cNvPr id="464" name="Google Shape;464;p179"/>
          <p:cNvSpPr txBox="1">
            <a:spLocks noGrp="1"/>
          </p:cNvSpPr>
          <p:nvPr>
            <p:ph type="title"/>
          </p:nvPr>
        </p:nvSpPr>
        <p:spPr>
          <a:xfrm>
            <a:off x="839569" y="457200"/>
            <a:ext cx="3931213"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199"/>
              <a:buFont typeface="Calibri"/>
              <a:buNone/>
              <a:defRPr sz="31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5" name="Google Shape;465;p179"/>
          <p:cNvSpPr>
            <a:spLocks noGrp="1"/>
          </p:cNvSpPr>
          <p:nvPr>
            <p:ph type="pic" idx="2"/>
          </p:nvPr>
        </p:nvSpPr>
        <p:spPr>
          <a:xfrm>
            <a:off x="5181838" y="987426"/>
            <a:ext cx="6170593" cy="4873625"/>
          </a:xfrm>
          <a:prstGeom prst="rect">
            <a:avLst/>
          </a:prstGeom>
          <a:noFill/>
          <a:ln>
            <a:noFill/>
          </a:ln>
        </p:spPr>
      </p:sp>
      <p:sp>
        <p:nvSpPr>
          <p:cNvPr id="466" name="Google Shape;466;p179"/>
          <p:cNvSpPr txBox="1">
            <a:spLocks noGrp="1"/>
          </p:cNvSpPr>
          <p:nvPr>
            <p:ph type="body" idx="1"/>
          </p:nvPr>
        </p:nvSpPr>
        <p:spPr>
          <a:xfrm>
            <a:off x="839569" y="2057401"/>
            <a:ext cx="3931213"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67" name="Google Shape;467;p179"/>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8" name="Google Shape;468;p179"/>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9" name="Google Shape;469;p179"/>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56362583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470"/>
        <p:cNvGrpSpPr/>
        <p:nvPr/>
      </p:nvGrpSpPr>
      <p:grpSpPr>
        <a:xfrm>
          <a:off x="0" y="0"/>
          <a:ext cx="0" cy="0"/>
          <a:chOff x="0" y="0"/>
          <a:chExt cx="0" cy="0"/>
        </a:xfrm>
      </p:grpSpPr>
      <p:sp>
        <p:nvSpPr>
          <p:cNvPr id="471" name="Google Shape;471;p180"/>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2" name="Google Shape;472;p180"/>
          <p:cNvSpPr txBox="1">
            <a:spLocks noGrp="1"/>
          </p:cNvSpPr>
          <p:nvPr>
            <p:ph type="body" idx="1"/>
          </p:nvPr>
        </p:nvSpPr>
        <p:spPr>
          <a:xfrm rot="5400000">
            <a:off x="3918744" y="-1255136"/>
            <a:ext cx="4351339" cy="1051286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3" name="Google Shape;473;p180"/>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4" name="Google Shape;474;p180"/>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5" name="Google Shape;475;p180"/>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54039460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476"/>
        <p:cNvGrpSpPr/>
        <p:nvPr/>
      </p:nvGrpSpPr>
      <p:grpSpPr>
        <a:xfrm>
          <a:off x="0" y="0"/>
          <a:ext cx="0" cy="0"/>
          <a:chOff x="0" y="0"/>
          <a:chExt cx="0" cy="0"/>
        </a:xfrm>
      </p:grpSpPr>
      <p:sp>
        <p:nvSpPr>
          <p:cNvPr id="477" name="Google Shape;477;p181"/>
          <p:cNvSpPr txBox="1">
            <a:spLocks noGrp="1"/>
          </p:cNvSpPr>
          <p:nvPr>
            <p:ph type="title"/>
          </p:nvPr>
        </p:nvSpPr>
        <p:spPr>
          <a:xfrm rot="5400000">
            <a:off x="7130817" y="1956938"/>
            <a:ext cx="5811839" cy="262821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8" name="Google Shape;478;p181"/>
          <p:cNvSpPr txBox="1">
            <a:spLocks noGrp="1"/>
          </p:cNvSpPr>
          <p:nvPr>
            <p:ph type="body" idx="1"/>
          </p:nvPr>
        </p:nvSpPr>
        <p:spPr>
          <a:xfrm rot="5400000">
            <a:off x="1798205" y="-595097"/>
            <a:ext cx="5811839" cy="773228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9" name="Google Shape;479;p181"/>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0" name="Google Shape;480;p181"/>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1" name="Google Shape;481;p181"/>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8440726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p:cSld name="Title">
    <p:bg>
      <p:bgPr>
        <a:gradFill>
          <a:gsLst>
            <a:gs pos="0">
              <a:schemeClr val="accent2"/>
            </a:gs>
            <a:gs pos="100000">
              <a:schemeClr val="dk1"/>
            </a:gs>
          </a:gsLst>
          <a:lin ang="8100019" scaled="0"/>
        </a:gradFill>
        <a:effectLst/>
      </p:bgPr>
    </p:bg>
    <p:spTree>
      <p:nvGrpSpPr>
        <p:cNvPr id="1" name="Shape 482"/>
        <p:cNvGrpSpPr/>
        <p:nvPr/>
      </p:nvGrpSpPr>
      <p:grpSpPr>
        <a:xfrm>
          <a:off x="0" y="0"/>
          <a:ext cx="0" cy="0"/>
          <a:chOff x="0" y="0"/>
          <a:chExt cx="0" cy="0"/>
        </a:xfrm>
      </p:grpSpPr>
      <p:sp>
        <p:nvSpPr>
          <p:cNvPr id="483" name="Google Shape;483;p182"/>
          <p:cNvSpPr txBox="1">
            <a:spLocks noGrp="1"/>
          </p:cNvSpPr>
          <p:nvPr>
            <p:ph type="ctrTitle"/>
          </p:nvPr>
        </p:nvSpPr>
        <p:spPr>
          <a:xfrm>
            <a:off x="1383473" y="2216600"/>
            <a:ext cx="9421946" cy="2424800"/>
          </a:xfrm>
          <a:prstGeom prst="rect">
            <a:avLst/>
          </a:prstGeom>
          <a:noFill/>
          <a:ln>
            <a:noFill/>
          </a:ln>
        </p:spPr>
        <p:txBody>
          <a:bodyPr spcFirstLastPara="1" wrap="square" lIns="0" tIns="0" rIns="0" bIns="0" anchor="ctr" anchorCtr="0">
            <a:noAutofit/>
          </a:bodyPr>
          <a:lstStyle>
            <a:lvl1pPr lvl="0" algn="l">
              <a:lnSpc>
                <a:spcPct val="100000"/>
              </a:lnSpc>
              <a:spcBef>
                <a:spcPts val="0"/>
              </a:spcBef>
              <a:spcAft>
                <a:spcPts val="0"/>
              </a:spcAft>
              <a:buClr>
                <a:schemeClr val="lt1"/>
              </a:buClr>
              <a:buSzPts val="6800"/>
              <a:buFont typeface="Calibri"/>
              <a:buNone/>
              <a:defRPr sz="9064">
                <a:solidFill>
                  <a:schemeClr val="lt1"/>
                </a:solidFill>
              </a:defRPr>
            </a:lvl1pPr>
            <a:lvl2pPr lvl="1">
              <a:lnSpc>
                <a:spcPct val="100000"/>
              </a:lnSpc>
              <a:spcBef>
                <a:spcPts val="0"/>
              </a:spcBef>
              <a:spcAft>
                <a:spcPts val="0"/>
              </a:spcAft>
              <a:buClr>
                <a:schemeClr val="lt1"/>
              </a:buClr>
              <a:buSzPts val="6800"/>
              <a:buNone/>
              <a:defRPr sz="9064">
                <a:solidFill>
                  <a:schemeClr val="lt1"/>
                </a:solidFill>
              </a:defRPr>
            </a:lvl2pPr>
            <a:lvl3pPr lvl="2">
              <a:lnSpc>
                <a:spcPct val="100000"/>
              </a:lnSpc>
              <a:spcBef>
                <a:spcPts val="0"/>
              </a:spcBef>
              <a:spcAft>
                <a:spcPts val="0"/>
              </a:spcAft>
              <a:buClr>
                <a:schemeClr val="lt1"/>
              </a:buClr>
              <a:buSzPts val="6800"/>
              <a:buNone/>
              <a:defRPr sz="9064">
                <a:solidFill>
                  <a:schemeClr val="lt1"/>
                </a:solidFill>
              </a:defRPr>
            </a:lvl3pPr>
            <a:lvl4pPr lvl="3">
              <a:lnSpc>
                <a:spcPct val="100000"/>
              </a:lnSpc>
              <a:spcBef>
                <a:spcPts val="0"/>
              </a:spcBef>
              <a:spcAft>
                <a:spcPts val="0"/>
              </a:spcAft>
              <a:buClr>
                <a:schemeClr val="lt1"/>
              </a:buClr>
              <a:buSzPts val="6800"/>
              <a:buNone/>
              <a:defRPr sz="9064">
                <a:solidFill>
                  <a:schemeClr val="lt1"/>
                </a:solidFill>
              </a:defRPr>
            </a:lvl4pPr>
            <a:lvl5pPr lvl="4">
              <a:lnSpc>
                <a:spcPct val="100000"/>
              </a:lnSpc>
              <a:spcBef>
                <a:spcPts val="0"/>
              </a:spcBef>
              <a:spcAft>
                <a:spcPts val="0"/>
              </a:spcAft>
              <a:buClr>
                <a:schemeClr val="lt1"/>
              </a:buClr>
              <a:buSzPts val="6800"/>
              <a:buNone/>
              <a:defRPr sz="9064">
                <a:solidFill>
                  <a:schemeClr val="lt1"/>
                </a:solidFill>
              </a:defRPr>
            </a:lvl5pPr>
            <a:lvl6pPr lvl="5">
              <a:lnSpc>
                <a:spcPct val="100000"/>
              </a:lnSpc>
              <a:spcBef>
                <a:spcPts val="0"/>
              </a:spcBef>
              <a:spcAft>
                <a:spcPts val="0"/>
              </a:spcAft>
              <a:buClr>
                <a:schemeClr val="lt1"/>
              </a:buClr>
              <a:buSzPts val="6800"/>
              <a:buNone/>
              <a:defRPr sz="9064">
                <a:solidFill>
                  <a:schemeClr val="lt1"/>
                </a:solidFill>
              </a:defRPr>
            </a:lvl6pPr>
            <a:lvl7pPr lvl="6">
              <a:lnSpc>
                <a:spcPct val="100000"/>
              </a:lnSpc>
              <a:spcBef>
                <a:spcPts val="0"/>
              </a:spcBef>
              <a:spcAft>
                <a:spcPts val="0"/>
              </a:spcAft>
              <a:buClr>
                <a:schemeClr val="lt1"/>
              </a:buClr>
              <a:buSzPts val="6800"/>
              <a:buNone/>
              <a:defRPr sz="9064">
                <a:solidFill>
                  <a:schemeClr val="lt1"/>
                </a:solidFill>
              </a:defRPr>
            </a:lvl7pPr>
            <a:lvl8pPr lvl="7">
              <a:lnSpc>
                <a:spcPct val="100000"/>
              </a:lnSpc>
              <a:spcBef>
                <a:spcPts val="0"/>
              </a:spcBef>
              <a:spcAft>
                <a:spcPts val="0"/>
              </a:spcAft>
              <a:buClr>
                <a:schemeClr val="lt1"/>
              </a:buClr>
              <a:buSzPts val="6800"/>
              <a:buNone/>
              <a:defRPr sz="9064">
                <a:solidFill>
                  <a:schemeClr val="lt1"/>
                </a:solidFill>
              </a:defRPr>
            </a:lvl8pPr>
            <a:lvl9pPr lvl="8">
              <a:lnSpc>
                <a:spcPct val="100000"/>
              </a:lnSpc>
              <a:spcBef>
                <a:spcPts val="0"/>
              </a:spcBef>
              <a:spcAft>
                <a:spcPts val="0"/>
              </a:spcAft>
              <a:buClr>
                <a:schemeClr val="lt1"/>
              </a:buClr>
              <a:buSzPts val="6800"/>
              <a:buNone/>
              <a:defRPr sz="9064">
                <a:solidFill>
                  <a:schemeClr val="lt1"/>
                </a:solidFill>
              </a:defRPr>
            </a:lvl9pPr>
          </a:lstStyle>
          <a:p>
            <a:endParaRPr/>
          </a:p>
        </p:txBody>
      </p:sp>
    </p:spTree>
    <p:extLst>
      <p:ext uri="{BB962C8B-B14F-4D97-AF65-F5344CB8AC3E}">
        <p14:creationId xmlns:p14="http://schemas.microsoft.com/office/powerpoint/2010/main" val="40305806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Blank - Dark">
  <p:cSld name="Blank - Dark">
    <p:bg>
      <p:bgPr>
        <a:gradFill>
          <a:gsLst>
            <a:gs pos="0">
              <a:schemeClr val="accent1"/>
            </a:gs>
            <a:gs pos="100000">
              <a:schemeClr val="accent2"/>
            </a:gs>
          </a:gsLst>
          <a:lin ang="8099331" scaled="0"/>
        </a:gradFill>
        <a:effectLst/>
      </p:bgPr>
    </p:bg>
    <p:spTree>
      <p:nvGrpSpPr>
        <p:cNvPr id="1" name="Shape 484"/>
        <p:cNvGrpSpPr/>
        <p:nvPr/>
      </p:nvGrpSpPr>
      <p:grpSpPr>
        <a:xfrm>
          <a:off x="0" y="0"/>
          <a:ext cx="0" cy="0"/>
          <a:chOff x="0" y="0"/>
          <a:chExt cx="0" cy="0"/>
        </a:xfrm>
      </p:grpSpPr>
      <p:sp>
        <p:nvSpPr>
          <p:cNvPr id="485" name="Google Shape;485;p183"/>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chemeClr val="lt1"/>
              </a:buClr>
              <a:buSzPts val="1200"/>
              <a:buFont typeface="Calibri"/>
              <a:buNone/>
              <a:defRPr sz="1200">
                <a:solidFill>
                  <a:schemeClr val="lt1"/>
                </a:solidFill>
                <a:latin typeface="Calibri"/>
                <a:ea typeface="Calibri"/>
                <a:cs typeface="Calibri"/>
                <a:sym typeface="Calibri"/>
              </a:defRPr>
            </a:lvl1pPr>
            <a:lvl2pPr marL="0" lvl="1" indent="0" algn="r">
              <a:buClr>
                <a:schemeClr val="lt1"/>
              </a:buClr>
              <a:buSzPts val="1200"/>
              <a:buFont typeface="Calibri"/>
              <a:buNone/>
              <a:defRPr sz="1200">
                <a:solidFill>
                  <a:schemeClr val="lt1"/>
                </a:solidFill>
                <a:latin typeface="Calibri"/>
                <a:ea typeface="Calibri"/>
                <a:cs typeface="Calibri"/>
                <a:sym typeface="Calibri"/>
              </a:defRPr>
            </a:lvl2pPr>
            <a:lvl3pPr marL="0" lvl="2" indent="0" algn="r">
              <a:buClr>
                <a:schemeClr val="lt1"/>
              </a:buClr>
              <a:buSzPts val="1200"/>
              <a:buFont typeface="Calibri"/>
              <a:buNone/>
              <a:defRPr sz="1200">
                <a:solidFill>
                  <a:schemeClr val="lt1"/>
                </a:solidFill>
                <a:latin typeface="Calibri"/>
                <a:ea typeface="Calibri"/>
                <a:cs typeface="Calibri"/>
                <a:sym typeface="Calibri"/>
              </a:defRPr>
            </a:lvl3pPr>
            <a:lvl4pPr marL="0" lvl="3" indent="0" algn="r">
              <a:buClr>
                <a:schemeClr val="lt1"/>
              </a:buClr>
              <a:buSzPts val="1200"/>
              <a:buFont typeface="Calibri"/>
              <a:buNone/>
              <a:defRPr sz="1200">
                <a:solidFill>
                  <a:schemeClr val="lt1"/>
                </a:solidFill>
                <a:latin typeface="Calibri"/>
                <a:ea typeface="Calibri"/>
                <a:cs typeface="Calibri"/>
                <a:sym typeface="Calibri"/>
              </a:defRPr>
            </a:lvl4pPr>
            <a:lvl5pPr marL="0" lvl="4" indent="0" algn="r">
              <a:buClr>
                <a:schemeClr val="lt1"/>
              </a:buClr>
              <a:buSzPts val="1200"/>
              <a:buFont typeface="Calibri"/>
              <a:buNone/>
              <a:defRPr sz="1200">
                <a:solidFill>
                  <a:schemeClr val="lt1"/>
                </a:solidFill>
                <a:latin typeface="Calibri"/>
                <a:ea typeface="Calibri"/>
                <a:cs typeface="Calibri"/>
                <a:sym typeface="Calibri"/>
              </a:defRPr>
            </a:lvl5pPr>
            <a:lvl6pPr marL="0" lvl="5" indent="0" algn="r">
              <a:buClr>
                <a:schemeClr val="lt1"/>
              </a:buClr>
              <a:buSzPts val="1200"/>
              <a:buFont typeface="Calibri"/>
              <a:buNone/>
              <a:defRPr sz="1200">
                <a:solidFill>
                  <a:schemeClr val="lt1"/>
                </a:solidFill>
                <a:latin typeface="Calibri"/>
                <a:ea typeface="Calibri"/>
                <a:cs typeface="Calibri"/>
                <a:sym typeface="Calibri"/>
              </a:defRPr>
            </a:lvl6pPr>
            <a:lvl7pPr marL="0" lvl="6" indent="0" algn="r">
              <a:buClr>
                <a:schemeClr val="lt1"/>
              </a:buClr>
              <a:buSzPts val="1200"/>
              <a:buFont typeface="Calibri"/>
              <a:buNone/>
              <a:defRPr sz="1200">
                <a:solidFill>
                  <a:schemeClr val="lt1"/>
                </a:solidFill>
                <a:latin typeface="Calibri"/>
                <a:ea typeface="Calibri"/>
                <a:cs typeface="Calibri"/>
                <a:sym typeface="Calibri"/>
              </a:defRPr>
            </a:lvl7pPr>
            <a:lvl8pPr marL="0" lvl="7" indent="0" algn="r">
              <a:buClr>
                <a:schemeClr val="lt1"/>
              </a:buClr>
              <a:buSzPts val="1200"/>
              <a:buFont typeface="Calibri"/>
              <a:buNone/>
              <a:defRPr sz="1200">
                <a:solidFill>
                  <a:schemeClr val="lt1"/>
                </a:solidFill>
                <a:latin typeface="Calibri"/>
                <a:ea typeface="Calibri"/>
                <a:cs typeface="Calibri"/>
                <a:sym typeface="Calibri"/>
              </a:defRPr>
            </a:lvl8pPr>
            <a:lvl9pPr marL="0" lvl="8" indent="0" algn="r">
              <a:buClr>
                <a:schemeClr val="lt1"/>
              </a:buClr>
              <a:buSzPts val="1200"/>
              <a:buFont typeface="Calibri"/>
              <a:buNone/>
              <a:defRPr sz="1200">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27675277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 2 columns" type="twoColTx">
  <p:cSld name="Title + 2 columns">
    <p:spTree>
      <p:nvGrpSpPr>
        <p:cNvPr id="1" name="Shape 486"/>
        <p:cNvGrpSpPr/>
        <p:nvPr/>
      </p:nvGrpSpPr>
      <p:grpSpPr>
        <a:xfrm>
          <a:off x="0" y="0"/>
          <a:ext cx="0" cy="0"/>
          <a:chOff x="0" y="0"/>
          <a:chExt cx="0" cy="0"/>
        </a:xfrm>
      </p:grpSpPr>
      <p:sp>
        <p:nvSpPr>
          <p:cNvPr id="487" name="Google Shape;487;p184"/>
          <p:cNvSpPr txBox="1">
            <a:spLocks noGrp="1"/>
          </p:cNvSpPr>
          <p:nvPr>
            <p:ph type="title"/>
          </p:nvPr>
        </p:nvSpPr>
        <p:spPr>
          <a:xfrm>
            <a:off x="1383473" y="1114667"/>
            <a:ext cx="9421946" cy="528400"/>
          </a:xfrm>
          <a:prstGeom prst="rect">
            <a:avLst/>
          </a:prstGeom>
          <a:noFill/>
          <a:ln>
            <a:noFill/>
          </a:ln>
        </p:spPr>
        <p:txBody>
          <a:bodyPr spcFirstLastPara="1" wrap="square" lIns="0" tIns="0" rIns="0" bIns="0" anchor="b" anchorCtr="0">
            <a:noAutofit/>
          </a:bodyPr>
          <a:lstStyle>
            <a:lvl1pPr lvl="0" algn="l">
              <a:lnSpc>
                <a:spcPct val="90000"/>
              </a:lnSpc>
              <a:spcBef>
                <a:spcPts val="0"/>
              </a:spcBef>
              <a:spcAft>
                <a:spcPts val="0"/>
              </a:spcAft>
              <a:buClr>
                <a:schemeClr val="dk1"/>
              </a:buClr>
              <a:buSzPts val="3200"/>
              <a:buFont typeface="Calibri"/>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488" name="Google Shape;488;p184"/>
          <p:cNvSpPr txBox="1">
            <a:spLocks noGrp="1"/>
          </p:cNvSpPr>
          <p:nvPr>
            <p:ph type="body" idx="1"/>
          </p:nvPr>
        </p:nvSpPr>
        <p:spPr>
          <a:xfrm>
            <a:off x="1383406"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89" name="Google Shape;489;p184"/>
          <p:cNvSpPr txBox="1">
            <a:spLocks noGrp="1"/>
          </p:cNvSpPr>
          <p:nvPr>
            <p:ph type="body" idx="2"/>
          </p:nvPr>
        </p:nvSpPr>
        <p:spPr>
          <a:xfrm>
            <a:off x="6403163" y="1805267"/>
            <a:ext cx="4402053" cy="4207200"/>
          </a:xfrm>
          <a:prstGeom prst="rect">
            <a:avLst/>
          </a:prstGeom>
          <a:noFill/>
          <a:ln>
            <a:noFill/>
          </a:ln>
        </p:spPr>
        <p:txBody>
          <a:bodyPr spcFirstLastPara="1" wrap="square" lIns="0" tIns="0" rIns="0" bIns="0" anchor="t" anchorCtr="0">
            <a:noAutofit/>
          </a:bodyPr>
          <a:lstStyle>
            <a:lvl1pPr marL="457200" lvl="0" indent="-355600" algn="l">
              <a:lnSpc>
                <a:spcPct val="90000"/>
              </a:lnSpc>
              <a:spcBef>
                <a:spcPts val="800"/>
              </a:spcBef>
              <a:spcAft>
                <a:spcPts val="0"/>
              </a:spcAft>
              <a:buClr>
                <a:schemeClr val="dk1"/>
              </a:buClr>
              <a:buSzPts val="2000"/>
              <a:buChar char="●"/>
              <a:defRPr sz="2666"/>
            </a:lvl1pPr>
            <a:lvl2pPr marL="914400" lvl="1" indent="-355600" algn="l">
              <a:lnSpc>
                <a:spcPct val="90000"/>
              </a:lnSpc>
              <a:spcBef>
                <a:spcPts val="0"/>
              </a:spcBef>
              <a:spcAft>
                <a:spcPts val="0"/>
              </a:spcAft>
              <a:buClr>
                <a:schemeClr val="dk1"/>
              </a:buClr>
              <a:buSzPts val="2000"/>
              <a:buChar char="○"/>
              <a:defRPr sz="2666"/>
            </a:lvl2pPr>
            <a:lvl3pPr marL="1371600" lvl="2" indent="-355600" algn="l">
              <a:lnSpc>
                <a:spcPct val="90000"/>
              </a:lnSpc>
              <a:spcBef>
                <a:spcPts val="0"/>
              </a:spcBef>
              <a:spcAft>
                <a:spcPts val="0"/>
              </a:spcAft>
              <a:buClr>
                <a:schemeClr val="dk1"/>
              </a:buClr>
              <a:buSzPts val="2000"/>
              <a:buChar char="■"/>
              <a:defRPr sz="2666"/>
            </a:lvl3pPr>
            <a:lvl4pPr marL="1828800" lvl="3" indent="-355600" algn="l">
              <a:lnSpc>
                <a:spcPct val="90000"/>
              </a:lnSpc>
              <a:spcBef>
                <a:spcPts val="0"/>
              </a:spcBef>
              <a:spcAft>
                <a:spcPts val="0"/>
              </a:spcAft>
              <a:buClr>
                <a:schemeClr val="dk1"/>
              </a:buClr>
              <a:buSzPts val="2000"/>
              <a:buChar char="●"/>
              <a:defRPr sz="2666"/>
            </a:lvl4pPr>
            <a:lvl5pPr marL="2286000" lvl="4" indent="-355600" algn="l">
              <a:lnSpc>
                <a:spcPct val="90000"/>
              </a:lnSpc>
              <a:spcBef>
                <a:spcPts val="0"/>
              </a:spcBef>
              <a:spcAft>
                <a:spcPts val="0"/>
              </a:spcAft>
              <a:buClr>
                <a:schemeClr val="dk1"/>
              </a:buClr>
              <a:buSzPts val="2000"/>
              <a:buChar char="○"/>
              <a:defRPr sz="2666"/>
            </a:lvl5pPr>
            <a:lvl6pPr marL="2743200" lvl="5" indent="-355600" algn="l">
              <a:lnSpc>
                <a:spcPct val="90000"/>
              </a:lnSpc>
              <a:spcBef>
                <a:spcPts val="0"/>
              </a:spcBef>
              <a:spcAft>
                <a:spcPts val="0"/>
              </a:spcAft>
              <a:buClr>
                <a:schemeClr val="dk1"/>
              </a:buClr>
              <a:buSzPts val="2000"/>
              <a:buChar char="■"/>
              <a:defRPr sz="2666"/>
            </a:lvl6pPr>
            <a:lvl7pPr marL="3200400" lvl="6" indent="-355600" algn="l">
              <a:lnSpc>
                <a:spcPct val="90000"/>
              </a:lnSpc>
              <a:spcBef>
                <a:spcPts val="0"/>
              </a:spcBef>
              <a:spcAft>
                <a:spcPts val="0"/>
              </a:spcAft>
              <a:buClr>
                <a:schemeClr val="dk1"/>
              </a:buClr>
              <a:buSzPts val="2000"/>
              <a:buChar char="●"/>
              <a:defRPr sz="2666"/>
            </a:lvl7pPr>
            <a:lvl8pPr marL="3657600" lvl="7" indent="-355600" algn="l">
              <a:lnSpc>
                <a:spcPct val="90000"/>
              </a:lnSpc>
              <a:spcBef>
                <a:spcPts val="0"/>
              </a:spcBef>
              <a:spcAft>
                <a:spcPts val="0"/>
              </a:spcAft>
              <a:buClr>
                <a:schemeClr val="dk1"/>
              </a:buClr>
              <a:buSzPts val="2000"/>
              <a:buChar char="○"/>
              <a:defRPr sz="2666"/>
            </a:lvl8pPr>
            <a:lvl9pPr marL="4114800" lvl="8" indent="-355600" algn="l">
              <a:lnSpc>
                <a:spcPct val="90000"/>
              </a:lnSpc>
              <a:spcBef>
                <a:spcPts val="0"/>
              </a:spcBef>
              <a:spcAft>
                <a:spcPts val="0"/>
              </a:spcAft>
              <a:buClr>
                <a:schemeClr val="dk1"/>
              </a:buClr>
              <a:buSzPts val="2000"/>
              <a:buChar char="■"/>
              <a:defRPr sz="2666"/>
            </a:lvl9pPr>
          </a:lstStyle>
          <a:p>
            <a:endParaRPr/>
          </a:p>
        </p:txBody>
      </p:sp>
      <p:sp>
        <p:nvSpPr>
          <p:cNvPr id="490" name="Google Shape;490;p184"/>
          <p:cNvSpPr txBox="1">
            <a:spLocks noGrp="1"/>
          </p:cNvSpPr>
          <p:nvPr>
            <p:ph type="sldNum" idx="12"/>
          </p:nvPr>
        </p:nvSpPr>
        <p:spPr>
          <a:xfrm>
            <a:off x="11101354" y="6129935"/>
            <a:ext cx="731409" cy="524800"/>
          </a:xfrm>
          <a:prstGeom prst="rect">
            <a:avLst/>
          </a:prstGeom>
          <a:noFill/>
          <a:ln>
            <a:noFill/>
          </a:ln>
        </p:spPr>
        <p:txBody>
          <a:bodyPr spcFirstLastPara="1" wrap="square" lIns="0" tIns="0" rIns="0" bIns="0" anchor="ctr" anchorCtr="0">
            <a:noAutofit/>
          </a:bodyPr>
          <a:lstStyle>
            <a:lvl1pPr marL="0" lvl="0" indent="0" algn="r">
              <a:buClr>
                <a:srgbClr val="888888"/>
              </a:buClr>
              <a:buSzPts val="1200"/>
              <a:buFont typeface="Calibri"/>
              <a:buNone/>
              <a:defRPr sz="1200">
                <a:solidFill>
                  <a:srgbClr val="888888"/>
                </a:solidFill>
                <a:latin typeface="Calibri"/>
                <a:ea typeface="Calibri"/>
                <a:cs typeface="Calibri"/>
                <a:sym typeface="Calibri"/>
              </a:defRPr>
            </a:lvl1pPr>
            <a:lvl2pPr marL="0" lvl="1" indent="0" algn="r">
              <a:buClr>
                <a:srgbClr val="888888"/>
              </a:buClr>
              <a:buSzPts val="1200"/>
              <a:buFont typeface="Calibri"/>
              <a:buNone/>
              <a:defRPr sz="1200">
                <a:solidFill>
                  <a:srgbClr val="888888"/>
                </a:solidFill>
                <a:latin typeface="Calibri"/>
                <a:ea typeface="Calibri"/>
                <a:cs typeface="Calibri"/>
                <a:sym typeface="Calibri"/>
              </a:defRPr>
            </a:lvl2pPr>
            <a:lvl3pPr marL="0" lvl="2" indent="0" algn="r">
              <a:buClr>
                <a:srgbClr val="888888"/>
              </a:buClr>
              <a:buSzPts val="1200"/>
              <a:buFont typeface="Calibri"/>
              <a:buNone/>
              <a:defRPr sz="1200">
                <a:solidFill>
                  <a:srgbClr val="888888"/>
                </a:solidFill>
                <a:latin typeface="Calibri"/>
                <a:ea typeface="Calibri"/>
                <a:cs typeface="Calibri"/>
                <a:sym typeface="Calibri"/>
              </a:defRPr>
            </a:lvl3pPr>
            <a:lvl4pPr marL="0" lvl="3" indent="0" algn="r">
              <a:buClr>
                <a:srgbClr val="888888"/>
              </a:buClr>
              <a:buSzPts val="1200"/>
              <a:buFont typeface="Calibri"/>
              <a:buNone/>
              <a:defRPr sz="1200">
                <a:solidFill>
                  <a:srgbClr val="888888"/>
                </a:solidFill>
                <a:latin typeface="Calibri"/>
                <a:ea typeface="Calibri"/>
                <a:cs typeface="Calibri"/>
                <a:sym typeface="Calibri"/>
              </a:defRPr>
            </a:lvl4pPr>
            <a:lvl5pPr marL="0" lvl="4" indent="0" algn="r">
              <a:buClr>
                <a:srgbClr val="888888"/>
              </a:buClr>
              <a:buSzPts val="1200"/>
              <a:buFont typeface="Calibri"/>
              <a:buNone/>
              <a:defRPr sz="1200">
                <a:solidFill>
                  <a:srgbClr val="888888"/>
                </a:solidFill>
                <a:latin typeface="Calibri"/>
                <a:ea typeface="Calibri"/>
                <a:cs typeface="Calibri"/>
                <a:sym typeface="Calibri"/>
              </a:defRPr>
            </a:lvl5pPr>
            <a:lvl6pPr marL="0" lvl="5" indent="0" algn="r">
              <a:buClr>
                <a:srgbClr val="888888"/>
              </a:buClr>
              <a:buSzPts val="1200"/>
              <a:buFont typeface="Calibri"/>
              <a:buNone/>
              <a:defRPr sz="1200">
                <a:solidFill>
                  <a:srgbClr val="888888"/>
                </a:solidFill>
                <a:latin typeface="Calibri"/>
                <a:ea typeface="Calibri"/>
                <a:cs typeface="Calibri"/>
                <a:sym typeface="Calibri"/>
              </a:defRPr>
            </a:lvl6pPr>
            <a:lvl7pPr marL="0" lvl="6" indent="0" algn="r">
              <a:buClr>
                <a:srgbClr val="888888"/>
              </a:buClr>
              <a:buSzPts val="1200"/>
              <a:buFont typeface="Calibri"/>
              <a:buNone/>
              <a:defRPr sz="1200">
                <a:solidFill>
                  <a:srgbClr val="888888"/>
                </a:solidFill>
                <a:latin typeface="Calibri"/>
                <a:ea typeface="Calibri"/>
                <a:cs typeface="Calibri"/>
                <a:sym typeface="Calibri"/>
              </a:defRPr>
            </a:lvl7pPr>
            <a:lvl8pPr marL="0" lvl="7" indent="0" algn="r">
              <a:buClr>
                <a:srgbClr val="888888"/>
              </a:buClr>
              <a:buSzPts val="1200"/>
              <a:buFont typeface="Calibri"/>
              <a:buNone/>
              <a:defRPr sz="1200">
                <a:solidFill>
                  <a:srgbClr val="888888"/>
                </a:solidFill>
                <a:latin typeface="Calibri"/>
                <a:ea typeface="Calibri"/>
                <a:cs typeface="Calibri"/>
                <a:sym typeface="Calibri"/>
              </a:defRPr>
            </a:lvl8pPr>
            <a:lvl9pPr marL="0" lvl="8" indent="0" algn="r">
              <a:buClr>
                <a:srgbClr val="888888"/>
              </a:buClr>
              <a:buSzPts val="1200"/>
              <a:buFont typeface="Calibri"/>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74639773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p:cSld name="1_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3830409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theme" Target="../theme/theme2.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13" Type="http://schemas.openxmlformats.org/officeDocument/2006/relationships/image" Target="../media/image1.png"/><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5" Type="http://schemas.openxmlformats.org/officeDocument/2006/relationships/slideLayout" Target="../slideLayouts/slideLayout42.xml"/><Relationship Id="rId4" Type="http://schemas.openxmlformats.org/officeDocument/2006/relationships/slideLayout" Target="../slideLayouts/slideLayout41.xml"/><Relationship Id="rId9"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5/15/2025</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63"/>
        <p:cNvGrpSpPr/>
        <p:nvPr/>
      </p:nvGrpSpPr>
      <p:grpSpPr>
        <a:xfrm>
          <a:off x="0" y="0"/>
          <a:ext cx="0" cy="0"/>
          <a:chOff x="0" y="0"/>
          <a:chExt cx="0" cy="0"/>
        </a:xfrm>
      </p:grpSpPr>
      <p:sp>
        <p:nvSpPr>
          <p:cNvPr id="364" name="Google Shape;364;p157"/>
          <p:cNvSpPr txBox="1">
            <a:spLocks noGrp="1"/>
          </p:cNvSpPr>
          <p:nvPr>
            <p:ph type="title"/>
          </p:nvPr>
        </p:nvSpPr>
        <p:spPr>
          <a:xfrm>
            <a:off x="837982" y="365125"/>
            <a:ext cx="10512862"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399"/>
              <a:buFont typeface="Calibri"/>
              <a:buNone/>
              <a:defRPr sz="4399"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65" name="Google Shape;365;p157"/>
          <p:cNvSpPr txBox="1">
            <a:spLocks noGrp="1"/>
          </p:cNvSpPr>
          <p:nvPr>
            <p:ph type="body" idx="1"/>
          </p:nvPr>
        </p:nvSpPr>
        <p:spPr>
          <a:xfrm>
            <a:off x="837982" y="1825625"/>
            <a:ext cx="10512862" cy="4351339"/>
          </a:xfrm>
          <a:prstGeom prst="rect">
            <a:avLst/>
          </a:prstGeom>
          <a:noFill/>
          <a:ln>
            <a:noFill/>
          </a:ln>
        </p:spPr>
        <p:txBody>
          <a:bodyPr spcFirstLastPara="1" wrap="square" lIns="91425" tIns="45700" rIns="91425" bIns="45700" anchor="t" anchorCtr="0">
            <a:normAutofit/>
          </a:bodyPr>
          <a:lstStyle>
            <a:lvl1pPr marL="457200" marR="0" lvl="0" indent="-406336" algn="l" rtl="0">
              <a:lnSpc>
                <a:spcPct val="90000"/>
              </a:lnSpc>
              <a:spcBef>
                <a:spcPts val="1000"/>
              </a:spcBef>
              <a:spcAft>
                <a:spcPts val="0"/>
              </a:spcAft>
              <a:buClr>
                <a:schemeClr val="dk1"/>
              </a:buClr>
              <a:buSzPts val="2799"/>
              <a:buFont typeface="Arial"/>
              <a:buChar char="•"/>
              <a:defRPr sz="2799" b="0" i="0" u="none" strike="noStrike" cap="none">
                <a:solidFill>
                  <a:schemeClr val="dk1"/>
                </a:solidFill>
                <a:latin typeface="Calibri"/>
                <a:ea typeface="Calibri"/>
                <a:cs typeface="Calibri"/>
                <a:sym typeface="Calibri"/>
              </a:defRPr>
            </a:lvl1pPr>
            <a:lvl2pPr marL="914400" marR="0" lvl="1" indent="-380936" algn="l" rtl="0">
              <a:lnSpc>
                <a:spcPct val="90000"/>
              </a:lnSpc>
              <a:spcBef>
                <a:spcPts val="500"/>
              </a:spcBef>
              <a:spcAft>
                <a:spcPts val="0"/>
              </a:spcAft>
              <a:buClr>
                <a:schemeClr val="dk1"/>
              </a:buClr>
              <a:buSzPts val="2399"/>
              <a:buFont typeface="Arial"/>
              <a:buChar char="•"/>
              <a:defRPr sz="2399"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6" name="Google Shape;366;p157"/>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7" name="Google Shape;367;p157"/>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368" name="Google Shape;368;p157"/>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a:solidFill>
                  <a:srgbClr val="888888"/>
                </a:solidFill>
                <a:latin typeface="Calibri"/>
                <a:ea typeface="Calibri"/>
                <a:cs typeface="Calibri"/>
                <a:sym typeface="Calibri"/>
              </a:defRPr>
            </a:lvl1pPr>
            <a:lvl2pPr marL="0" marR="0" lvl="1" indent="0" algn="r" rtl="0">
              <a:spcBef>
                <a:spcPts val="0"/>
              </a:spcBef>
              <a:buNone/>
              <a:defRPr sz="1200">
                <a:solidFill>
                  <a:srgbClr val="888888"/>
                </a:solidFill>
                <a:latin typeface="Calibri"/>
                <a:ea typeface="Calibri"/>
                <a:cs typeface="Calibri"/>
                <a:sym typeface="Calibri"/>
              </a:defRPr>
            </a:lvl2pPr>
            <a:lvl3pPr marL="0" marR="0" lvl="2" indent="0" algn="r" rtl="0">
              <a:spcBef>
                <a:spcPts val="0"/>
              </a:spcBef>
              <a:buNone/>
              <a:defRPr sz="1200">
                <a:solidFill>
                  <a:srgbClr val="888888"/>
                </a:solidFill>
                <a:latin typeface="Calibri"/>
                <a:ea typeface="Calibri"/>
                <a:cs typeface="Calibri"/>
                <a:sym typeface="Calibri"/>
              </a:defRPr>
            </a:lvl3pPr>
            <a:lvl4pPr marL="0" marR="0" lvl="3" indent="0" algn="r" rtl="0">
              <a:spcBef>
                <a:spcPts val="0"/>
              </a:spcBef>
              <a:buNone/>
              <a:defRPr sz="1200">
                <a:solidFill>
                  <a:srgbClr val="888888"/>
                </a:solidFill>
                <a:latin typeface="Calibri"/>
                <a:ea typeface="Calibri"/>
                <a:cs typeface="Calibri"/>
                <a:sym typeface="Calibri"/>
              </a:defRPr>
            </a:lvl4pPr>
            <a:lvl5pPr marL="0" marR="0" lvl="4" indent="0" algn="r" rtl="0">
              <a:spcBef>
                <a:spcPts val="0"/>
              </a:spcBef>
              <a:buNone/>
              <a:defRPr sz="1200">
                <a:solidFill>
                  <a:srgbClr val="888888"/>
                </a:solidFill>
                <a:latin typeface="Calibri"/>
                <a:ea typeface="Calibri"/>
                <a:cs typeface="Calibri"/>
                <a:sym typeface="Calibri"/>
              </a:defRPr>
            </a:lvl5pPr>
            <a:lvl6pPr marL="0" marR="0" lvl="5" indent="0" algn="r" rtl="0">
              <a:spcBef>
                <a:spcPts val="0"/>
              </a:spcBef>
              <a:buNone/>
              <a:defRPr sz="1200">
                <a:solidFill>
                  <a:srgbClr val="888888"/>
                </a:solidFill>
                <a:latin typeface="Calibri"/>
                <a:ea typeface="Calibri"/>
                <a:cs typeface="Calibri"/>
                <a:sym typeface="Calibri"/>
              </a:defRPr>
            </a:lvl6pPr>
            <a:lvl7pPr marL="0" marR="0" lvl="6" indent="0" algn="r" rtl="0">
              <a:spcBef>
                <a:spcPts val="0"/>
              </a:spcBef>
              <a:buNone/>
              <a:defRPr sz="1200">
                <a:solidFill>
                  <a:srgbClr val="888888"/>
                </a:solidFill>
                <a:latin typeface="Calibri"/>
                <a:ea typeface="Calibri"/>
                <a:cs typeface="Calibri"/>
                <a:sym typeface="Calibri"/>
              </a:defRPr>
            </a:lvl7pPr>
            <a:lvl8pPr marL="0" marR="0" lvl="7" indent="0" algn="r" rtl="0">
              <a:spcBef>
                <a:spcPts val="0"/>
              </a:spcBef>
              <a:buNone/>
              <a:defRPr sz="1200">
                <a:solidFill>
                  <a:srgbClr val="888888"/>
                </a:solidFill>
                <a:latin typeface="Calibri"/>
                <a:ea typeface="Calibri"/>
                <a:cs typeface="Calibri"/>
                <a:sym typeface="Calibri"/>
              </a:defRPr>
            </a:lvl8pPr>
            <a:lvl9pPr marL="0" marR="0" lvl="8" indent="0" algn="r" rtl="0">
              <a:spcBef>
                <a:spcPts val="0"/>
              </a:spcBef>
              <a:buNone/>
              <a:defRPr sz="12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4276916488"/>
      </p:ext>
    </p:extLst>
  </p:cSld>
  <p:clrMap bg1="lt1" tx1="dk1" bg2="dk2" tx2="lt2" accent1="accent1" accent2="accent2" accent3="accent3" accent4="accent4" accent5="accent5" accent6="accent6" hlink="hlink" folHlink="folHlink"/>
  <p:sldLayoutIdLst>
    <p:sldLayoutId id="2147483730" r:id="rId1"/>
    <p:sldLayoutId id="2147483735" r:id="rId2"/>
    <p:sldLayoutId id="2147483736" r:id="rId3"/>
    <p:sldLayoutId id="2147483737" r:id="rId4"/>
    <p:sldLayoutId id="2147483738" r:id="rId5"/>
    <p:sldLayoutId id="2147483739" r:id="rId6"/>
    <p:sldLayoutId id="2147483740" r:id="rId7"/>
    <p:sldLayoutId id="2147483746"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38.xml"/><Relationship Id="rId6" Type="http://schemas.openxmlformats.org/officeDocument/2006/relationships/image" Target="../media/image17.png"/><Relationship Id="rId5" Type="http://schemas.openxmlformats.org/officeDocument/2006/relationships/customXml" Target="../ink/ink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hyperlink" Target="https://help.sap.com/doc/saphelp_nw75/7.5.5/en-US/63/0ce9b386b84e80bfade96779fbaeec/content.htm?no_cache=true" TargetMode="External"/><Relationship Id="rId2" Type="http://schemas.openxmlformats.org/officeDocument/2006/relationships/notesSlide" Target="../notesSlides/notesSlide4.xml"/><Relationship Id="rId1" Type="http://schemas.openxmlformats.org/officeDocument/2006/relationships/slideLayout" Target="../slideLayouts/slideLayout45.xml"/><Relationship Id="rId5" Type="http://schemas.openxmlformats.org/officeDocument/2006/relationships/image" Target="../media/image4.png"/><Relationship Id="rId4" Type="http://schemas.openxmlformats.org/officeDocument/2006/relationships/hyperlink" Target="https://ui5.sap.com/#/topic/1cf5c7f5b81c4cb3ba98fd14314d4504"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help.sap.com/docs/ABAP_PLATFORM_NEW/fc4c71aa50014fd1b43721701471913d/761d389302e8463a9c3509907f22f22f.html?q=behavior%20definition#loio761d389302e8463a9c3509907f22f22f__impl_strict_transAct" TargetMode="External"/><Relationship Id="rId2" Type="http://schemas.openxmlformats.org/officeDocument/2006/relationships/notesSlide" Target="../notesSlides/notesSlide5.xml"/><Relationship Id="rId1" Type="http://schemas.openxmlformats.org/officeDocument/2006/relationships/slideLayout" Target="../slideLayouts/slideLayout38.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8.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8.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3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8.xml"/></Relationships>
</file>

<file path=ppt/slides/_rels/slide12.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0.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3.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tiff"/><Relationship Id="rId2" Type="http://schemas.openxmlformats.org/officeDocument/2006/relationships/notesSlide" Target="../notesSlides/notesSlide10.xml"/><Relationship Id="rId1" Type="http://schemas.openxmlformats.org/officeDocument/2006/relationships/slideLayout" Target="../slideLayouts/slideLayout37.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DAY-11	</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937725"/>
            <a:ext cx="2597506" cy="646331"/>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Fix the Composition issue</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234511"/>
            <a:ext cx="2597506" cy="646331"/>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Behavior Definition with CURD</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EML</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Class Pool</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54ECEBE-9353-406C-9313-02A517A31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6858000"/>
          </a:xfrm>
          <a:prstGeom prst="rect">
            <a:avLst/>
          </a:prstGeom>
          <a:solidFill>
            <a:schemeClr val="bg2">
              <a:tint val="95000"/>
              <a:satMod val="1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Meiryo"/>
            </a:endParaRPr>
          </a:p>
        </p:txBody>
      </p:sp>
      <p:sp>
        <p:nvSpPr>
          <p:cNvPr id="13" name="Freeform: Shape 12">
            <a:extLst>
              <a:ext uri="{FF2B5EF4-FFF2-40B4-BE49-F238E27FC236}">
                <a16:creationId xmlns:a16="http://schemas.microsoft.com/office/drawing/2014/main" id="{86806086-A782-4311-A63B-1A68574D8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897" y="-15901"/>
            <a:ext cx="6576623" cy="5814891"/>
          </a:xfrm>
          <a:custGeom>
            <a:avLst/>
            <a:gdLst>
              <a:gd name="connsiteX0" fmla="*/ 1667657 w 6578337"/>
              <a:gd name="connsiteY0" fmla="*/ 0 h 5814891"/>
              <a:gd name="connsiteX1" fmla="*/ 5296215 w 6578337"/>
              <a:gd name="connsiteY1" fmla="*/ 0 h 5814891"/>
              <a:gd name="connsiteX2" fmla="*/ 5354505 w 6578337"/>
              <a:gd name="connsiteY2" fmla="*/ 38974 h 5814891"/>
              <a:gd name="connsiteX3" fmla="*/ 5772761 w 6578337"/>
              <a:gd name="connsiteY3" fmla="*/ 430996 h 5814891"/>
              <a:gd name="connsiteX4" fmla="*/ 6578337 w 6578337"/>
              <a:gd name="connsiteY4" fmla="*/ 2842158 h 5814891"/>
              <a:gd name="connsiteX5" fmla="*/ 6219497 w 6578337"/>
              <a:gd name="connsiteY5" fmla="*/ 3831001 h 5814891"/>
              <a:gd name="connsiteX6" fmla="*/ 5157059 w 6578337"/>
              <a:gd name="connsiteY6" fmla="*/ 4751758 h 5814891"/>
              <a:gd name="connsiteX7" fmla="*/ 4923464 w 6578337"/>
              <a:gd name="connsiteY7" fmla="*/ 4927890 h 5814891"/>
              <a:gd name="connsiteX8" fmla="*/ 3004017 w 6578337"/>
              <a:gd name="connsiteY8" fmla="*/ 5814891 h 5814891"/>
              <a:gd name="connsiteX9" fmla="*/ 475534 w 6578337"/>
              <a:gd name="connsiteY9" fmla="*/ 4373098 h 5814891"/>
              <a:gd name="connsiteX10" fmla="*/ 206071 w 6578337"/>
              <a:gd name="connsiteY10" fmla="*/ 4004246 h 5814891"/>
              <a:gd name="connsiteX11" fmla="*/ 79385 w 6578337"/>
              <a:gd name="connsiteY11" fmla="*/ 3833508 h 5814891"/>
              <a:gd name="connsiteX12" fmla="*/ 0 w 6578337"/>
              <a:gd name="connsiteY12" fmla="*/ 3721725 h 5814891"/>
              <a:gd name="connsiteX13" fmla="*/ 0 w 6578337"/>
              <a:gd name="connsiteY13" fmla="*/ 1581323 h 5814891"/>
              <a:gd name="connsiteX14" fmla="*/ 168477 w 6578337"/>
              <a:gd name="connsiteY14" fmla="*/ 1300525 h 5814891"/>
              <a:gd name="connsiteX15" fmla="*/ 885512 w 6578337"/>
              <a:gd name="connsiteY15" fmla="*/ 515238 h 5814891"/>
              <a:gd name="connsiteX16" fmla="*/ 1494824 w 6578337"/>
              <a:gd name="connsiteY16" fmla="*/ 90742 h 58148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6578337" h="5814891">
                <a:moveTo>
                  <a:pt x="1667657" y="0"/>
                </a:moveTo>
                <a:lnTo>
                  <a:pt x="5296215" y="0"/>
                </a:lnTo>
                <a:lnTo>
                  <a:pt x="5354505" y="38974"/>
                </a:lnTo>
                <a:cubicBezTo>
                  <a:pt x="5505893" y="152699"/>
                  <a:pt x="5645664" y="283643"/>
                  <a:pt x="5772761" y="430996"/>
                </a:cubicBezTo>
                <a:cubicBezTo>
                  <a:pt x="6292274" y="1033532"/>
                  <a:pt x="6578337" y="1889809"/>
                  <a:pt x="6578337" y="2842158"/>
                </a:cubicBezTo>
                <a:cubicBezTo>
                  <a:pt x="6578337" y="3222117"/>
                  <a:pt x="6467617" y="3527065"/>
                  <a:pt x="6219497" y="3831001"/>
                </a:cubicBezTo>
                <a:cubicBezTo>
                  <a:pt x="5959965" y="4148933"/>
                  <a:pt x="5569997" y="4441763"/>
                  <a:pt x="5157059" y="4751758"/>
                </a:cubicBezTo>
                <a:cubicBezTo>
                  <a:pt x="5080873" y="4808882"/>
                  <a:pt x="5002168" y="4868026"/>
                  <a:pt x="4923464" y="4927890"/>
                </a:cubicBezTo>
                <a:cubicBezTo>
                  <a:pt x="4218974" y="5463640"/>
                  <a:pt x="3704799" y="5814891"/>
                  <a:pt x="3004017" y="5814891"/>
                </a:cubicBezTo>
                <a:cubicBezTo>
                  <a:pt x="1936240" y="5814891"/>
                  <a:pt x="1180025" y="5383723"/>
                  <a:pt x="475534" y="4373098"/>
                </a:cubicBezTo>
                <a:cubicBezTo>
                  <a:pt x="383343" y="4240819"/>
                  <a:pt x="293225" y="4120515"/>
                  <a:pt x="206071" y="4004246"/>
                </a:cubicBezTo>
                <a:cubicBezTo>
                  <a:pt x="160920" y="3943985"/>
                  <a:pt x="118700" y="3887339"/>
                  <a:pt x="79385" y="3833508"/>
                </a:cubicBezTo>
                <a:lnTo>
                  <a:pt x="0" y="3721725"/>
                </a:lnTo>
                <a:lnTo>
                  <a:pt x="0" y="1581323"/>
                </a:lnTo>
                <a:lnTo>
                  <a:pt x="168477" y="1300525"/>
                </a:lnTo>
                <a:cubicBezTo>
                  <a:pt x="359173" y="1017017"/>
                  <a:pt x="599372" y="753795"/>
                  <a:pt x="885512" y="515238"/>
                </a:cubicBezTo>
                <a:cubicBezTo>
                  <a:pt x="1073010" y="358870"/>
                  <a:pt x="1278109" y="216205"/>
                  <a:pt x="1494824" y="90742"/>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4" name="Picture 3" descr="A screenshot of a computer screen&#10;&#10;Description automatically generated">
            <a:extLst>
              <a:ext uri="{FF2B5EF4-FFF2-40B4-BE49-F238E27FC236}">
                <a16:creationId xmlns:a16="http://schemas.microsoft.com/office/drawing/2014/main" id="{A841FAC4-4E54-8F65-72A9-E10F58A0AB80}"/>
              </a:ext>
            </a:extLst>
          </p:cNvPr>
          <p:cNvPicPr>
            <a:picLocks noChangeAspect="1"/>
          </p:cNvPicPr>
          <p:nvPr/>
        </p:nvPicPr>
        <p:blipFill>
          <a:blip r:embed="rId2"/>
          <a:srcRect r="31910" b="-1"/>
          <a:stretch/>
        </p:blipFill>
        <p:spPr>
          <a:xfrm>
            <a:off x="20" y="-2"/>
            <a:ext cx="6321495" cy="5593660"/>
          </a:xfrm>
          <a:custGeom>
            <a:avLst/>
            <a:gdLst/>
            <a:ahLst/>
            <a:cxnLst/>
            <a:rect l="l" t="t" r="r" b="b"/>
            <a:pathLst>
              <a:path w="6323162" h="5593660">
                <a:moveTo>
                  <a:pt x="2177447" y="0"/>
                </a:moveTo>
                <a:lnTo>
                  <a:pt x="4826316" y="0"/>
                </a:lnTo>
                <a:lnTo>
                  <a:pt x="4971508" y="75777"/>
                </a:lnTo>
                <a:cubicBezTo>
                  <a:pt x="5197582" y="210111"/>
                  <a:pt x="5400550" y="381325"/>
                  <a:pt x="5577109" y="586873"/>
                </a:cubicBezTo>
                <a:cubicBezTo>
                  <a:pt x="6058235" y="1147205"/>
                  <a:pt x="6323162" y="1943505"/>
                  <a:pt x="6323162" y="2829148"/>
                </a:cubicBezTo>
                <a:cubicBezTo>
                  <a:pt x="6323162" y="3182494"/>
                  <a:pt x="6220623" y="3466081"/>
                  <a:pt x="5990836" y="3748729"/>
                </a:cubicBezTo>
                <a:cubicBezTo>
                  <a:pt x="5750480" y="4044392"/>
                  <a:pt x="5389327" y="4316711"/>
                  <a:pt x="5006899" y="4604992"/>
                </a:cubicBezTo>
                <a:cubicBezTo>
                  <a:pt x="4936343" y="4658116"/>
                  <a:pt x="4863453" y="4713117"/>
                  <a:pt x="4790566" y="4768788"/>
                </a:cubicBezTo>
                <a:cubicBezTo>
                  <a:pt x="4138128" y="5267012"/>
                  <a:pt x="3661945" y="5593660"/>
                  <a:pt x="3012943" y="5593660"/>
                </a:cubicBezTo>
                <a:cubicBezTo>
                  <a:pt x="2024062" y="5593660"/>
                  <a:pt x="1323723" y="5192693"/>
                  <a:pt x="671286" y="4252856"/>
                </a:cubicBezTo>
                <a:cubicBezTo>
                  <a:pt x="585906" y="4129842"/>
                  <a:pt x="502446" y="4017964"/>
                  <a:pt x="421733" y="3909839"/>
                </a:cubicBezTo>
                <a:cubicBezTo>
                  <a:pt x="254471" y="3685679"/>
                  <a:pt x="130655" y="3515312"/>
                  <a:pt x="48655" y="3351082"/>
                </a:cubicBezTo>
                <a:lnTo>
                  <a:pt x="0" y="3239820"/>
                </a:lnTo>
                <a:lnTo>
                  <a:pt x="0" y="2248150"/>
                </a:lnTo>
                <a:lnTo>
                  <a:pt x="1658" y="2239520"/>
                </a:lnTo>
                <a:cubicBezTo>
                  <a:pt x="51657" y="2045089"/>
                  <a:pt x="126469" y="1853225"/>
                  <a:pt x="225714" y="1665285"/>
                </a:cubicBezTo>
                <a:cubicBezTo>
                  <a:pt x="419948" y="1297585"/>
                  <a:pt x="697641" y="961011"/>
                  <a:pt x="1050970" y="665214"/>
                </a:cubicBezTo>
                <a:cubicBezTo>
                  <a:pt x="1311437" y="447090"/>
                  <a:pt x="1608578" y="257641"/>
                  <a:pt x="1923692" y="107844"/>
                </a:cubicBezTo>
                <a:close/>
              </a:path>
            </a:pathLst>
          </a:custGeom>
        </p:spPr>
      </p:pic>
      <p:sp>
        <p:nvSpPr>
          <p:cNvPr id="15" name="Freeform: Shape 14">
            <a:extLst>
              <a:ext uri="{FF2B5EF4-FFF2-40B4-BE49-F238E27FC236}">
                <a16:creationId xmlns:a16="http://schemas.microsoft.com/office/drawing/2014/main" id="{CE71458B-DF80-43DF-9693-2EC3878ACA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321515" cy="5593660"/>
          </a:xfrm>
          <a:custGeom>
            <a:avLst/>
            <a:gdLst>
              <a:gd name="connsiteX0" fmla="*/ 2177447 w 6323162"/>
              <a:gd name="connsiteY0" fmla="*/ 0 h 5593660"/>
              <a:gd name="connsiteX1" fmla="*/ 2572776 w 6323162"/>
              <a:gd name="connsiteY1" fmla="*/ 0 h 5593660"/>
              <a:gd name="connsiteX2" fmla="*/ 2279674 w 6323162"/>
              <a:gd name="connsiteY2" fmla="*/ 98163 h 5593660"/>
              <a:gd name="connsiteX3" fmla="*/ 1163390 w 6323162"/>
              <a:gd name="connsiteY3" fmla="*/ 758946 h 5593660"/>
              <a:gd name="connsiteX4" fmla="*/ 391288 w 6323162"/>
              <a:gd name="connsiteY4" fmla="*/ 1711778 h 5593660"/>
              <a:gd name="connsiteX5" fmla="*/ 111318 w 6323162"/>
              <a:gd name="connsiteY5" fmla="*/ 2820666 h 5593660"/>
              <a:gd name="connsiteX6" fmla="*/ 574682 w 6323162"/>
              <a:gd name="connsiteY6" fmla="*/ 3850310 h 5593660"/>
              <a:gd name="connsiteX7" fmla="*/ 808161 w 6323162"/>
              <a:gd name="connsiteY7" fmla="*/ 4177123 h 5593660"/>
              <a:gd name="connsiteX8" fmla="*/ 2998992 w 6323162"/>
              <a:gd name="connsiteY8" fmla="*/ 5454594 h 5593660"/>
              <a:gd name="connsiteX9" fmla="*/ 4662117 w 6323162"/>
              <a:gd name="connsiteY9" fmla="*/ 4668685 h 5593660"/>
              <a:gd name="connsiteX10" fmla="*/ 4864518 w 6323162"/>
              <a:gd name="connsiteY10" fmla="*/ 4512627 h 5593660"/>
              <a:gd name="connsiteX11" fmla="*/ 5785079 w 6323162"/>
              <a:gd name="connsiteY11" fmla="*/ 3696808 h 5593660"/>
              <a:gd name="connsiteX12" fmla="*/ 6095999 w 6323162"/>
              <a:gd name="connsiteY12" fmla="*/ 2820666 h 5593660"/>
              <a:gd name="connsiteX13" fmla="*/ 5397999 w 6323162"/>
              <a:gd name="connsiteY13" fmla="*/ 684305 h 5593660"/>
              <a:gd name="connsiteX14" fmla="*/ 4612801 w 6323162"/>
              <a:gd name="connsiteY14" fmla="*/ 81166 h 5593660"/>
              <a:gd name="connsiteX15" fmla="*/ 4406067 w 6323162"/>
              <a:gd name="connsiteY15" fmla="*/ 0 h 5593660"/>
              <a:gd name="connsiteX16" fmla="*/ 4826316 w 6323162"/>
              <a:gd name="connsiteY16" fmla="*/ 0 h 5593660"/>
              <a:gd name="connsiteX17" fmla="*/ 4971508 w 6323162"/>
              <a:gd name="connsiteY17" fmla="*/ 75777 h 5593660"/>
              <a:gd name="connsiteX18" fmla="*/ 5577109 w 6323162"/>
              <a:gd name="connsiteY18" fmla="*/ 586873 h 5593660"/>
              <a:gd name="connsiteX19" fmla="*/ 6323162 w 6323162"/>
              <a:gd name="connsiteY19" fmla="*/ 2829148 h 5593660"/>
              <a:gd name="connsiteX20" fmla="*/ 5990836 w 6323162"/>
              <a:gd name="connsiteY20" fmla="*/ 3748729 h 5593660"/>
              <a:gd name="connsiteX21" fmla="*/ 5006899 w 6323162"/>
              <a:gd name="connsiteY21" fmla="*/ 4604992 h 5593660"/>
              <a:gd name="connsiteX22" fmla="*/ 4790566 w 6323162"/>
              <a:gd name="connsiteY22" fmla="*/ 4768788 h 5593660"/>
              <a:gd name="connsiteX23" fmla="*/ 3012943 w 6323162"/>
              <a:gd name="connsiteY23" fmla="*/ 5593660 h 5593660"/>
              <a:gd name="connsiteX24" fmla="*/ 671286 w 6323162"/>
              <a:gd name="connsiteY24" fmla="*/ 4252856 h 5593660"/>
              <a:gd name="connsiteX25" fmla="*/ 421733 w 6323162"/>
              <a:gd name="connsiteY25" fmla="*/ 3909839 h 5593660"/>
              <a:gd name="connsiteX26" fmla="*/ 48655 w 6323162"/>
              <a:gd name="connsiteY26" fmla="*/ 3351082 h 5593660"/>
              <a:gd name="connsiteX27" fmla="*/ 0 w 6323162"/>
              <a:gd name="connsiteY27" fmla="*/ 3239820 h 5593660"/>
              <a:gd name="connsiteX28" fmla="*/ 0 w 6323162"/>
              <a:gd name="connsiteY28" fmla="*/ 2248150 h 5593660"/>
              <a:gd name="connsiteX29" fmla="*/ 1658 w 6323162"/>
              <a:gd name="connsiteY29" fmla="*/ 2239520 h 5593660"/>
              <a:gd name="connsiteX30" fmla="*/ 225714 w 6323162"/>
              <a:gd name="connsiteY30" fmla="*/ 1665285 h 5593660"/>
              <a:gd name="connsiteX31" fmla="*/ 1050970 w 6323162"/>
              <a:gd name="connsiteY31" fmla="*/ 665214 h 5593660"/>
              <a:gd name="connsiteX32" fmla="*/ 1923692 w 6323162"/>
              <a:gd name="connsiteY32" fmla="*/ 107844 h 559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323162" h="5593660">
                <a:moveTo>
                  <a:pt x="2177447" y="0"/>
                </a:moveTo>
                <a:lnTo>
                  <a:pt x="2572776" y="0"/>
                </a:lnTo>
                <a:lnTo>
                  <a:pt x="2279674" y="98163"/>
                </a:lnTo>
                <a:cubicBezTo>
                  <a:pt x="1874231" y="253327"/>
                  <a:pt x="1488311" y="481852"/>
                  <a:pt x="1163390" y="758946"/>
                </a:cubicBezTo>
                <a:cubicBezTo>
                  <a:pt x="832819" y="1040772"/>
                  <a:pt x="573013" y="1361447"/>
                  <a:pt x="391288" y="1711778"/>
                </a:cubicBezTo>
                <a:cubicBezTo>
                  <a:pt x="205583" y="2069903"/>
                  <a:pt x="111318" y="2442986"/>
                  <a:pt x="111318" y="2820666"/>
                </a:cubicBezTo>
                <a:cubicBezTo>
                  <a:pt x="111318" y="3201031"/>
                  <a:pt x="261705" y="3423166"/>
                  <a:pt x="574682" y="3850310"/>
                </a:cubicBezTo>
                <a:cubicBezTo>
                  <a:pt x="650197" y="3953327"/>
                  <a:pt x="728281" y="4059920"/>
                  <a:pt x="808161" y="4177123"/>
                </a:cubicBezTo>
                <a:cubicBezTo>
                  <a:pt x="1418574" y="5072567"/>
                  <a:pt x="2073806" y="5454594"/>
                  <a:pt x="2998992" y="5454594"/>
                </a:cubicBezTo>
                <a:cubicBezTo>
                  <a:pt x="3606192" y="5454594"/>
                  <a:pt x="4051705" y="5143376"/>
                  <a:pt x="4662117" y="4668685"/>
                </a:cubicBezTo>
                <a:cubicBezTo>
                  <a:pt x="4730310" y="4615645"/>
                  <a:pt x="4798505" y="4563242"/>
                  <a:pt x="4864518" y="4512627"/>
                </a:cubicBezTo>
                <a:cubicBezTo>
                  <a:pt x="5222313" y="4237963"/>
                  <a:pt x="5560204" y="3978506"/>
                  <a:pt x="5785079" y="3696808"/>
                </a:cubicBezTo>
                <a:cubicBezTo>
                  <a:pt x="6000066" y="3427513"/>
                  <a:pt x="6095999" y="3157320"/>
                  <a:pt x="6095999" y="2820666"/>
                </a:cubicBezTo>
                <a:cubicBezTo>
                  <a:pt x="6095999" y="1976856"/>
                  <a:pt x="5848138" y="1218170"/>
                  <a:pt x="5397999" y="684305"/>
                </a:cubicBezTo>
                <a:cubicBezTo>
                  <a:pt x="5177750" y="423188"/>
                  <a:pt x="4913577" y="220223"/>
                  <a:pt x="4612801" y="81166"/>
                </a:cubicBezTo>
                <a:lnTo>
                  <a:pt x="4406067" y="0"/>
                </a:lnTo>
                <a:lnTo>
                  <a:pt x="4826316" y="0"/>
                </a:lnTo>
                <a:lnTo>
                  <a:pt x="4971508" y="75777"/>
                </a:lnTo>
                <a:cubicBezTo>
                  <a:pt x="5197582" y="210111"/>
                  <a:pt x="5400550" y="381325"/>
                  <a:pt x="5577109" y="586873"/>
                </a:cubicBezTo>
                <a:cubicBezTo>
                  <a:pt x="6058235" y="1147205"/>
                  <a:pt x="6323162" y="1943505"/>
                  <a:pt x="6323162" y="2829148"/>
                </a:cubicBezTo>
                <a:cubicBezTo>
                  <a:pt x="6323162" y="3182494"/>
                  <a:pt x="6220623" y="3466081"/>
                  <a:pt x="5990836" y="3748729"/>
                </a:cubicBezTo>
                <a:cubicBezTo>
                  <a:pt x="5750480" y="4044392"/>
                  <a:pt x="5389327" y="4316711"/>
                  <a:pt x="5006899" y="4604992"/>
                </a:cubicBezTo>
                <a:cubicBezTo>
                  <a:pt x="4936343" y="4658116"/>
                  <a:pt x="4863453" y="4713117"/>
                  <a:pt x="4790566" y="4768788"/>
                </a:cubicBezTo>
                <a:cubicBezTo>
                  <a:pt x="4138128" y="5267012"/>
                  <a:pt x="3661945" y="5593660"/>
                  <a:pt x="3012943" y="5593660"/>
                </a:cubicBezTo>
                <a:cubicBezTo>
                  <a:pt x="2024062" y="5593660"/>
                  <a:pt x="1323723" y="5192693"/>
                  <a:pt x="671286" y="4252856"/>
                </a:cubicBezTo>
                <a:cubicBezTo>
                  <a:pt x="585906" y="4129842"/>
                  <a:pt x="502446" y="4017964"/>
                  <a:pt x="421733" y="3909839"/>
                </a:cubicBezTo>
                <a:cubicBezTo>
                  <a:pt x="254471" y="3685679"/>
                  <a:pt x="130655" y="3515312"/>
                  <a:pt x="48655" y="3351082"/>
                </a:cubicBezTo>
                <a:lnTo>
                  <a:pt x="0" y="3239820"/>
                </a:lnTo>
                <a:lnTo>
                  <a:pt x="0" y="2248150"/>
                </a:lnTo>
                <a:lnTo>
                  <a:pt x="1658" y="2239520"/>
                </a:lnTo>
                <a:cubicBezTo>
                  <a:pt x="51657" y="2045089"/>
                  <a:pt x="126469" y="1853225"/>
                  <a:pt x="225714" y="1665285"/>
                </a:cubicBezTo>
                <a:cubicBezTo>
                  <a:pt x="419948" y="1297585"/>
                  <a:pt x="697641" y="961011"/>
                  <a:pt x="1050970" y="665214"/>
                </a:cubicBezTo>
                <a:cubicBezTo>
                  <a:pt x="1311437" y="447090"/>
                  <a:pt x="1608578" y="257641"/>
                  <a:pt x="1923692" y="107844"/>
                </a:cubicBezTo>
                <a:close/>
              </a:path>
            </a:pathLst>
          </a:custGeom>
          <a:solidFill>
            <a:srgbClr val="FFFFFF">
              <a:alpha val="6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DE1994AC-22D1-4B48-9EDA-BE373E7045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40054" y="1415331"/>
            <a:ext cx="5664516" cy="5466522"/>
          </a:xfrm>
          <a:custGeom>
            <a:avLst/>
            <a:gdLst>
              <a:gd name="connsiteX0" fmla="*/ 3113576 w 5665992"/>
              <a:gd name="connsiteY0" fmla="*/ 1556 h 5401530"/>
              <a:gd name="connsiteX1" fmla="*/ 4468777 w 5665992"/>
              <a:gd name="connsiteY1" fmla="*/ 405866 h 5401530"/>
              <a:gd name="connsiteX2" fmla="*/ 5525792 w 5665992"/>
              <a:gd name="connsiteY2" fmla="*/ 1317461 h 5401530"/>
              <a:gd name="connsiteX3" fmla="*/ 5665992 w 5665992"/>
              <a:gd name="connsiteY3" fmla="*/ 1506159 h 5401530"/>
              <a:gd name="connsiteX4" fmla="*/ 5665992 w 5665992"/>
              <a:gd name="connsiteY4" fmla="*/ 5401530 h 5401530"/>
              <a:gd name="connsiteX5" fmla="*/ 965932 w 5665992"/>
              <a:gd name="connsiteY5" fmla="*/ 5401530 h 5401530"/>
              <a:gd name="connsiteX6" fmla="*/ 836753 w 5665992"/>
              <a:gd name="connsiteY6" fmla="*/ 5181943 h 5401530"/>
              <a:gd name="connsiteX7" fmla="*/ 509793 w 5665992"/>
              <a:gd name="connsiteY7" fmla="*/ 4458111 h 5401530"/>
              <a:gd name="connsiteX8" fmla="*/ 251995 w 5665992"/>
              <a:gd name="connsiteY8" fmla="*/ 1805844 h 5401530"/>
              <a:gd name="connsiteX9" fmla="*/ 3113576 w 5665992"/>
              <a:gd name="connsiteY9" fmla="*/ 1556 h 5401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665992" h="5401530">
                <a:moveTo>
                  <a:pt x="3113576" y="1556"/>
                </a:moveTo>
                <a:cubicBezTo>
                  <a:pt x="3559807" y="16866"/>
                  <a:pt x="4018025" y="145625"/>
                  <a:pt x="4468777" y="405866"/>
                </a:cubicBezTo>
                <a:cubicBezTo>
                  <a:pt x="4871803" y="638554"/>
                  <a:pt x="5229811" y="952545"/>
                  <a:pt x="5525792" y="1317461"/>
                </a:cubicBezTo>
                <a:lnTo>
                  <a:pt x="5665992" y="1506159"/>
                </a:lnTo>
                <a:lnTo>
                  <a:pt x="5665992" y="5401530"/>
                </a:lnTo>
                <a:lnTo>
                  <a:pt x="965932" y="5401530"/>
                </a:lnTo>
                <a:lnTo>
                  <a:pt x="836753" y="5181943"/>
                </a:lnTo>
                <a:cubicBezTo>
                  <a:pt x="713569" y="4953383"/>
                  <a:pt x="611679" y="4708683"/>
                  <a:pt x="509793" y="4458111"/>
                </a:cubicBezTo>
                <a:cubicBezTo>
                  <a:pt x="136790" y="3540808"/>
                  <a:pt x="-278612" y="2724882"/>
                  <a:pt x="251995" y="1805844"/>
                </a:cubicBezTo>
                <a:cubicBezTo>
                  <a:pt x="911122" y="664202"/>
                  <a:pt x="1973207" y="-37572"/>
                  <a:pt x="3113576" y="1556"/>
                </a:cubicBezTo>
                <a:close/>
              </a:path>
            </a:pathLst>
          </a:custGeom>
          <a:noFill/>
          <a:ln w="19050">
            <a:solidFill>
              <a:srgbClr val="FFFFFF">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6" name="Picture 5" descr="A screenshot of a computer&#10;&#10;Description automatically generated">
            <a:extLst>
              <a:ext uri="{FF2B5EF4-FFF2-40B4-BE49-F238E27FC236}">
                <a16:creationId xmlns:a16="http://schemas.microsoft.com/office/drawing/2014/main" id="{7C4B6F42-8ACE-872B-A058-F38FC4285E24}"/>
              </a:ext>
            </a:extLst>
          </p:cNvPr>
          <p:cNvPicPr>
            <a:picLocks noChangeAspect="1"/>
          </p:cNvPicPr>
          <p:nvPr/>
        </p:nvPicPr>
        <p:blipFill>
          <a:blip r:embed="rId3"/>
          <a:srcRect r="43421"/>
          <a:stretch/>
        </p:blipFill>
        <p:spPr>
          <a:xfrm>
            <a:off x="6794160" y="1685367"/>
            <a:ext cx="5394665" cy="5172635"/>
          </a:xfrm>
          <a:custGeom>
            <a:avLst/>
            <a:gdLst/>
            <a:ahLst/>
            <a:cxnLst/>
            <a:rect l="l" t="t" r="r" b="b"/>
            <a:pathLst>
              <a:path w="5396070" h="5172635">
                <a:moveTo>
                  <a:pt x="2809770" y="1442"/>
                </a:moveTo>
                <a:cubicBezTo>
                  <a:pt x="3212462" y="15635"/>
                  <a:pt x="3625968" y="134989"/>
                  <a:pt x="4032739" y="376223"/>
                </a:cubicBezTo>
                <a:cubicBezTo>
                  <a:pt x="4589656" y="706501"/>
                  <a:pt x="5051318" y="1213487"/>
                  <a:pt x="5362614" y="1796088"/>
                </a:cubicBezTo>
                <a:lnTo>
                  <a:pt x="5396070" y="1864600"/>
                </a:lnTo>
                <a:lnTo>
                  <a:pt x="5396070" y="4888539"/>
                </a:lnTo>
                <a:lnTo>
                  <a:pt x="5373530" y="4924165"/>
                </a:lnTo>
                <a:cubicBezTo>
                  <a:pt x="5310112" y="5013254"/>
                  <a:pt x="5241620" y="5088864"/>
                  <a:pt x="5168684" y="5154829"/>
                </a:cubicBezTo>
                <a:lnTo>
                  <a:pt x="5146924" y="5172635"/>
                </a:lnTo>
                <a:lnTo>
                  <a:pt x="987172" y="5172635"/>
                </a:lnTo>
                <a:lnTo>
                  <a:pt x="842383" y="4959392"/>
                </a:lnTo>
                <a:cubicBezTo>
                  <a:pt x="689919" y="4704655"/>
                  <a:pt x="574982" y="4422821"/>
                  <a:pt x="460051" y="4132485"/>
                </a:cubicBezTo>
                <a:cubicBezTo>
                  <a:pt x="123442" y="3282182"/>
                  <a:pt x="-251427" y="2525854"/>
                  <a:pt x="227408" y="1673941"/>
                </a:cubicBezTo>
                <a:cubicBezTo>
                  <a:pt x="822220" y="615687"/>
                  <a:pt x="1780673" y="-34829"/>
                  <a:pt x="2809770" y="1442"/>
                </a:cubicBezTo>
                <a:close/>
              </a:path>
            </a:pathLst>
          </a:custGeom>
        </p:spPr>
      </p:pic>
      <p:sp>
        <p:nvSpPr>
          <p:cNvPr id="19" name="Freeform: Shape 18">
            <a:extLst>
              <a:ext uri="{FF2B5EF4-FFF2-40B4-BE49-F238E27FC236}">
                <a16:creationId xmlns:a16="http://schemas.microsoft.com/office/drawing/2014/main" id="{22220111-5018-4EB7-A38B-79BD37F7C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94160" y="1685365"/>
            <a:ext cx="5394665" cy="5172635"/>
          </a:xfrm>
          <a:custGeom>
            <a:avLst/>
            <a:gdLst>
              <a:gd name="connsiteX0" fmla="*/ 2809770 w 5396070"/>
              <a:gd name="connsiteY0" fmla="*/ 1442 h 5172635"/>
              <a:gd name="connsiteX1" fmla="*/ 4032739 w 5396070"/>
              <a:gd name="connsiteY1" fmla="*/ 376223 h 5172635"/>
              <a:gd name="connsiteX2" fmla="*/ 5362614 w 5396070"/>
              <a:gd name="connsiteY2" fmla="*/ 1796088 h 5172635"/>
              <a:gd name="connsiteX3" fmla="*/ 5396070 w 5396070"/>
              <a:gd name="connsiteY3" fmla="*/ 1864599 h 5172635"/>
              <a:gd name="connsiteX4" fmla="*/ 5396070 w 5396070"/>
              <a:gd name="connsiteY4" fmla="*/ 1981756 h 5172635"/>
              <a:gd name="connsiteX5" fmla="*/ 5363566 w 5396070"/>
              <a:gd name="connsiteY5" fmla="*/ 1915670 h 5172635"/>
              <a:gd name="connsiteX6" fmla="*/ 4071524 w 5396070"/>
              <a:gd name="connsiteY6" fmla="*/ 546090 h 5172635"/>
              <a:gd name="connsiteX7" fmla="*/ 2883346 w 5396070"/>
              <a:gd name="connsiteY7" fmla="*/ 184583 h 5172635"/>
              <a:gd name="connsiteX8" fmla="*/ 374449 w 5396070"/>
              <a:gd name="connsiteY8" fmla="*/ 1797850 h 5172635"/>
              <a:gd name="connsiteX9" fmla="*/ 600473 w 5396070"/>
              <a:gd name="connsiteY9" fmla="*/ 4169322 h 5172635"/>
              <a:gd name="connsiteX10" fmla="*/ 971928 w 5396070"/>
              <a:gd name="connsiteY10" fmla="*/ 4966944 h 5172635"/>
              <a:gd name="connsiteX11" fmla="*/ 1112598 w 5396070"/>
              <a:gd name="connsiteY11" fmla="*/ 5172635 h 5172635"/>
              <a:gd name="connsiteX12" fmla="*/ 987172 w 5396070"/>
              <a:gd name="connsiteY12" fmla="*/ 5172635 h 5172635"/>
              <a:gd name="connsiteX13" fmla="*/ 842383 w 5396070"/>
              <a:gd name="connsiteY13" fmla="*/ 4959392 h 5172635"/>
              <a:gd name="connsiteX14" fmla="*/ 460051 w 5396070"/>
              <a:gd name="connsiteY14" fmla="*/ 4132485 h 5172635"/>
              <a:gd name="connsiteX15" fmla="*/ 227408 w 5396070"/>
              <a:gd name="connsiteY15" fmla="*/ 1673941 h 5172635"/>
              <a:gd name="connsiteX16" fmla="*/ 2809770 w 5396070"/>
              <a:gd name="connsiteY16" fmla="*/ 1442 h 5172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396070" h="5172635">
                <a:moveTo>
                  <a:pt x="2809770" y="1442"/>
                </a:moveTo>
                <a:cubicBezTo>
                  <a:pt x="3212462" y="15635"/>
                  <a:pt x="3625968" y="134989"/>
                  <a:pt x="4032739" y="376223"/>
                </a:cubicBezTo>
                <a:cubicBezTo>
                  <a:pt x="4589656" y="706501"/>
                  <a:pt x="5051318" y="1213487"/>
                  <a:pt x="5362614" y="1796088"/>
                </a:cubicBezTo>
                <a:lnTo>
                  <a:pt x="5396070" y="1864599"/>
                </a:lnTo>
                <a:lnTo>
                  <a:pt x="5396070" y="1981756"/>
                </a:lnTo>
                <a:lnTo>
                  <a:pt x="5363566" y="1915670"/>
                </a:lnTo>
                <a:cubicBezTo>
                  <a:pt x="5061125" y="1353703"/>
                  <a:pt x="4612597" y="864671"/>
                  <a:pt x="4071524" y="546090"/>
                </a:cubicBezTo>
                <a:cubicBezTo>
                  <a:pt x="3676324" y="313400"/>
                  <a:pt x="3274582" y="198273"/>
                  <a:pt x="2883346" y="184583"/>
                </a:cubicBezTo>
                <a:cubicBezTo>
                  <a:pt x="1883526" y="149597"/>
                  <a:pt x="952339" y="777074"/>
                  <a:pt x="374449" y="1797850"/>
                </a:cubicBezTo>
                <a:cubicBezTo>
                  <a:pt x="-90765" y="2619591"/>
                  <a:pt x="273440" y="3349133"/>
                  <a:pt x="600473" y="4169322"/>
                </a:cubicBezTo>
                <a:cubicBezTo>
                  <a:pt x="712134" y="4449376"/>
                  <a:pt x="823802" y="4721229"/>
                  <a:pt x="971928" y="4966944"/>
                </a:cubicBezTo>
                <a:lnTo>
                  <a:pt x="1112598" y="5172635"/>
                </a:lnTo>
                <a:lnTo>
                  <a:pt x="987172" y="5172635"/>
                </a:lnTo>
                <a:lnTo>
                  <a:pt x="842383" y="4959392"/>
                </a:lnTo>
                <a:cubicBezTo>
                  <a:pt x="689919" y="4704655"/>
                  <a:pt x="574981" y="4422821"/>
                  <a:pt x="460051" y="4132485"/>
                </a:cubicBezTo>
                <a:cubicBezTo>
                  <a:pt x="123442" y="3282182"/>
                  <a:pt x="-251427" y="2525854"/>
                  <a:pt x="227408" y="1673941"/>
                </a:cubicBezTo>
                <a:cubicBezTo>
                  <a:pt x="822220" y="615687"/>
                  <a:pt x="1780673" y="-34829"/>
                  <a:pt x="2809770" y="1442"/>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2069203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Calibri"/>
                <a:ea typeface="Calibri"/>
                <a:cs typeface="Calibri"/>
                <a:sym typeface="Calibri"/>
              </a:rPr>
              <a:t>Fiori App – Processor</a:t>
            </a:r>
            <a:endParaRPr dirty="0"/>
          </a:p>
          <a:p>
            <a:pPr marL="0" marR="0" lvl="0" indent="0" algn="ctr" rtl="0">
              <a:spcBef>
                <a:spcPts val="0"/>
              </a:spcBef>
              <a:spcAft>
                <a:spcPts val="0"/>
              </a:spcAft>
              <a:buNone/>
            </a:pPr>
            <a:r>
              <a:rPr lang="en-US" sz="1400" dirty="0">
                <a:solidFill>
                  <a:schemeClr val="lt1"/>
                </a:solidFill>
                <a:latin typeface="Calibri"/>
                <a:ea typeface="Calibri"/>
                <a:cs typeface="Calibri"/>
                <a:sym typeface="Calibri"/>
              </a:rPr>
              <a:t>Create, update, delete, copy travel</a:t>
            </a:r>
            <a:endParaRPr dirty="0"/>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approver Projection</a:t>
            </a:r>
            <a:endParaRPr dirty="0"/>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17" name="Google Shape;1332;p59" descr="A green circle with a white tick in it&#10;&#10;Description automatically generated">
            <a:extLst>
              <a:ext uri="{FF2B5EF4-FFF2-40B4-BE49-F238E27FC236}">
                <a16:creationId xmlns:a16="http://schemas.microsoft.com/office/drawing/2014/main" id="{9456DD62-E612-424E-A9E7-4EDE8D9FC8EA}"/>
              </a:ext>
            </a:extLst>
          </p:cNvPr>
          <p:cNvPicPr preferRelativeResize="0"/>
          <p:nvPr/>
        </p:nvPicPr>
        <p:blipFill rotWithShape="1">
          <a:blip r:embed="rId3">
            <a:alphaModFix/>
          </a:blip>
          <a:srcRect/>
          <a:stretch/>
        </p:blipFill>
        <p:spPr>
          <a:xfrm>
            <a:off x="4167932" y="3297563"/>
            <a:ext cx="457206" cy="457206"/>
          </a:xfrm>
          <a:prstGeom prst="rect">
            <a:avLst/>
          </a:prstGeom>
          <a:noFill/>
          <a:ln>
            <a:noFill/>
          </a:ln>
        </p:spPr>
      </p:pic>
      <p:pic>
        <p:nvPicPr>
          <p:cNvPr id="18" name="Google Shape;1332;p59" descr="A green circle with a white tick in it&#10;&#10;Description automatically generated">
            <a:extLst>
              <a:ext uri="{FF2B5EF4-FFF2-40B4-BE49-F238E27FC236}">
                <a16:creationId xmlns:a16="http://schemas.microsoft.com/office/drawing/2014/main" id="{0E781AA4-F586-5949-45AC-04FBD96A68CE}"/>
              </a:ext>
            </a:extLst>
          </p:cNvPr>
          <p:cNvPicPr preferRelativeResize="0"/>
          <p:nvPr/>
        </p:nvPicPr>
        <p:blipFill rotWithShape="1">
          <a:blip r:embed="rId3">
            <a:alphaModFix/>
          </a:blip>
          <a:srcRect/>
          <a:stretch/>
        </p:blipFill>
        <p:spPr>
          <a:xfrm>
            <a:off x="185083" y="3394090"/>
            <a:ext cx="457206" cy="45720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43"/>
        <p:cNvGrpSpPr/>
        <p:nvPr/>
      </p:nvGrpSpPr>
      <p:grpSpPr>
        <a:xfrm>
          <a:off x="0" y="0"/>
          <a:ext cx="0" cy="0"/>
          <a:chOff x="0" y="0"/>
          <a:chExt cx="0" cy="0"/>
        </a:xfrm>
      </p:grpSpPr>
      <p:sp>
        <p:nvSpPr>
          <p:cNvPr id="1444" name="Google Shape;1444;p66"/>
          <p:cNvSpPr txBox="1">
            <a:spLocks noGrp="1"/>
          </p:cNvSpPr>
          <p:nvPr>
            <p:ph type="title"/>
          </p:nvPr>
        </p:nvSpPr>
        <p:spPr>
          <a:xfrm>
            <a:off x="193610" y="138229"/>
            <a:ext cx="9421946" cy="52826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833C0B"/>
              </a:buClr>
              <a:buSzPct val="100000"/>
              <a:buFont typeface="Corben"/>
              <a:buNone/>
            </a:pPr>
            <a:r>
              <a:rPr lang="en-US" sz="3600" dirty="0">
                <a:solidFill>
                  <a:srgbClr val="FFC000"/>
                </a:solidFill>
                <a:latin typeface="Cooper Black" panose="0208090404030B020404" pitchFamily="18" charset="0"/>
                <a:ea typeface="Corben"/>
                <a:cs typeface="Corben"/>
                <a:sym typeface="Corben"/>
              </a:rPr>
              <a:t>Annotation Documentation</a:t>
            </a:r>
            <a:endParaRPr sz="3600" dirty="0">
              <a:solidFill>
                <a:srgbClr val="FFC000"/>
              </a:solidFill>
              <a:latin typeface="Cooper Black" panose="0208090404030B020404" pitchFamily="18" charset="0"/>
              <a:ea typeface="Corben"/>
              <a:cs typeface="Corben"/>
              <a:sym typeface="Corben"/>
            </a:endParaRPr>
          </a:p>
        </p:txBody>
      </p:sp>
      <p:sp>
        <p:nvSpPr>
          <p:cNvPr id="1448" name="Google Shape;1448;p66"/>
          <p:cNvSpPr txBox="1"/>
          <p:nvPr/>
        </p:nvSpPr>
        <p:spPr>
          <a:xfrm>
            <a:off x="323766" y="781740"/>
            <a:ext cx="11503204" cy="440056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399" u="sng" dirty="0">
                <a:solidFill>
                  <a:srgbClr val="000000"/>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https://help.sap.com/doc/saphelp_nw75/7.5.5/en-US/63/0ce9b386b84e80bfade96779fbaeec/content.htm?no_cache=true</a:t>
            </a: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2399" u="sng" dirty="0">
                <a:solidFill>
                  <a:srgbClr val="000000"/>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https://ui5.sap.com/#/topic/1cf5c7f5b81c4cb3ba98fd14314d4504</a:t>
            </a: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endParaRPr sz="2399" dirty="0">
              <a:solidFill>
                <a:srgbClr val="000000"/>
              </a:solidFill>
              <a:latin typeface="Calibri"/>
              <a:ea typeface="Calibri"/>
              <a:cs typeface="Calibri"/>
              <a:sym typeface="Calibri"/>
            </a:endParaRPr>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@UI.SelectionField – Create filter fields on screen 1 (List Report)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@UI.LineItem – Create Columns on first Screen (Table area on list report)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@UI.HeaderInfo – Provide title to the table and arrange header for the object page (second screen)</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@UI.Facets – To create tabs on the object page</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@UI.Identification – can only be one, Configure default fields on object page (inside facet)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@UI.FieldGroup – To create field groups (group of fields) in a block with label and text</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@UI.datapoint – to create a single value to be displayed in a chart or on top of page</a:t>
            </a:r>
            <a:endParaRPr dirty="0"/>
          </a:p>
          <a:p>
            <a:pPr marL="0" marR="0" lvl="0" indent="0" algn="l" rtl="0">
              <a:spcBef>
                <a:spcPts val="0"/>
              </a:spcBef>
              <a:spcAft>
                <a:spcPts val="0"/>
              </a:spcAft>
              <a:buNone/>
            </a:pPr>
            <a:r>
              <a:rPr lang="en-US" sz="2000" dirty="0">
                <a:solidFill>
                  <a:srgbClr val="000000"/>
                </a:solidFill>
                <a:latin typeface="Calibri"/>
                <a:ea typeface="Calibri"/>
                <a:cs typeface="Calibri"/>
                <a:sym typeface="Calibri"/>
              </a:rPr>
              <a:t>@UI.Chart – to create a chart with a particular chart type</a:t>
            </a:r>
            <a:endParaRPr dirty="0"/>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0"/>
        <p:cNvGrpSpPr/>
        <p:nvPr/>
      </p:nvGrpSpPr>
      <p:grpSpPr>
        <a:xfrm>
          <a:off x="0" y="0"/>
          <a:ext cx="0" cy="0"/>
          <a:chOff x="0" y="0"/>
          <a:chExt cx="0" cy="0"/>
        </a:xfrm>
      </p:grpSpPr>
      <p:sp>
        <p:nvSpPr>
          <p:cNvPr id="1472" name="Google Shape;1472;p69"/>
          <p:cNvSpPr txBox="1"/>
          <p:nvPr/>
        </p:nvSpPr>
        <p:spPr>
          <a:xfrm>
            <a:off x="224979" y="788088"/>
            <a:ext cx="11806237" cy="369331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Behavior definition describes the behavior of the business object in terms of what operations are allowed for our entire BO. If the BO consists of multiple entities (e.g. Travel, Booking, Booking </a:t>
            </a:r>
            <a:r>
              <a:rPr lang="en-US" sz="1800" dirty="0" err="1">
                <a:solidFill>
                  <a:schemeClr val="dk1"/>
                </a:solidFill>
                <a:latin typeface="Calibri"/>
                <a:ea typeface="Calibri"/>
                <a:cs typeface="Calibri"/>
                <a:sym typeface="Calibri"/>
              </a:rPr>
              <a:t>Suppl</a:t>
            </a:r>
            <a:r>
              <a:rPr lang="en-US" sz="1800" dirty="0">
                <a:solidFill>
                  <a:schemeClr val="dk1"/>
                </a:solidFill>
                <a:latin typeface="Calibri"/>
                <a:ea typeface="Calibri"/>
                <a:cs typeface="Calibri"/>
                <a:sym typeface="Calibri"/>
              </a:rPr>
              <a:t>), there is exactly one BDEF which exist for this business object.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BDEF will have exactly same name as your root entity, you are not allowed to change the name. We can test our business object once the behavior definition is created. The RAP framework will auto generate all the necessary code behind the scenes to handle the CURD (Create, Update, Read, and Delete) operations on our BO.</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Based on the BDEF, the RAP framework will decide whether it’s a managed or unmanaged scenario. In addition to CURD, we can also maintain the actions, determinations, </a:t>
            </a:r>
            <a:r>
              <a:rPr lang="en-US" sz="1800" dirty="0" err="1">
                <a:solidFill>
                  <a:schemeClr val="dk1"/>
                </a:solidFill>
                <a:latin typeface="Calibri"/>
                <a:ea typeface="Calibri"/>
                <a:cs typeface="Calibri"/>
                <a:sym typeface="Calibri"/>
              </a:rPr>
              <a:t>prechecks</a:t>
            </a:r>
            <a:r>
              <a:rPr lang="en-US" sz="1800" dirty="0">
                <a:solidFill>
                  <a:schemeClr val="dk1"/>
                </a:solidFill>
                <a:latin typeface="Calibri"/>
                <a:ea typeface="Calibri"/>
                <a:cs typeface="Calibri"/>
                <a:sym typeface="Calibri"/>
              </a:rPr>
              <a:t>, validations, draft availability, draft actions etc. as part of </a:t>
            </a:r>
            <a:r>
              <a:rPr lang="en-US" sz="1800" dirty="0" err="1">
                <a:solidFill>
                  <a:schemeClr val="dk1"/>
                </a:solidFill>
                <a:latin typeface="Calibri"/>
                <a:ea typeface="Calibri"/>
                <a:cs typeface="Calibri"/>
                <a:sym typeface="Calibri"/>
              </a:rPr>
              <a:t>behaviour</a:t>
            </a:r>
            <a:r>
              <a:rPr lang="en-US" sz="1800" dirty="0">
                <a:solidFill>
                  <a:schemeClr val="dk1"/>
                </a:solidFill>
                <a:latin typeface="Calibri"/>
                <a:ea typeface="Calibri"/>
                <a:cs typeface="Calibri"/>
                <a:sym typeface="Calibri"/>
              </a:rPr>
              <a:t> definition.</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name of BDEF is always same name as your BO.</a:t>
            </a:r>
            <a:endParaRPr dirty="0"/>
          </a:p>
          <a:p>
            <a:pPr marL="0" marR="0" lvl="0" indent="0" algn="l" rtl="0">
              <a:spcBef>
                <a:spcPts val="0"/>
              </a:spcBef>
              <a:spcAft>
                <a:spcPts val="0"/>
              </a:spcAft>
              <a:buNone/>
            </a:pPr>
            <a:r>
              <a:rPr lang="en-US" sz="1800" u="sng" dirty="0">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https://help.sap.com/docs/ABAP_PLATFORM_NEW/fc4c71aa50014fd1b43721701471913d/761d389302e8463a9c3509907f22f22f.html?q=behavior%20definition#loio761d389302e8463a9c3509907f22f22f__impl_strict_transAct</a:t>
            </a: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1473" name="Google Shape;1473;p69"/>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Behavior Definition (BDEF)</a:t>
            </a:r>
            <a:endParaRPr sz="3599" dirty="0">
              <a:solidFill>
                <a:srgbClr val="FFC000"/>
              </a:solidFill>
              <a:latin typeface="Cooper Black" panose="0208090404030B020404" pitchFamily="18" charset="0"/>
              <a:ea typeface="Corben"/>
              <a:cs typeface="Corben"/>
              <a:sym typeface="Corben"/>
            </a:endParaRPr>
          </a:p>
        </p:txBody>
      </p:sp>
      <p:sp>
        <p:nvSpPr>
          <p:cNvPr id="1476" name="Google Shape;1476;p69"/>
          <p:cNvSpPr/>
          <p:nvPr/>
        </p:nvSpPr>
        <p:spPr>
          <a:xfrm>
            <a:off x="989883" y="4733049"/>
            <a:ext cx="2880320" cy="151216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Business Object</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Travel(root)+Booking+Booking Suppl</a:t>
            </a:r>
            <a:endParaRPr sz="1400">
              <a:solidFill>
                <a:schemeClr val="lt1"/>
              </a:solidFill>
              <a:latin typeface="Calibri"/>
              <a:ea typeface="Calibri"/>
              <a:cs typeface="Calibri"/>
              <a:sym typeface="Calibri"/>
            </a:endParaRPr>
          </a:p>
        </p:txBody>
      </p:sp>
      <p:sp>
        <p:nvSpPr>
          <p:cNvPr id="1477" name="Google Shape;1477;p69"/>
          <p:cNvSpPr/>
          <p:nvPr/>
        </p:nvSpPr>
        <p:spPr>
          <a:xfrm>
            <a:off x="7542611" y="4733049"/>
            <a:ext cx="2880320" cy="1512168"/>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Behaviour Definition</a:t>
            </a:r>
            <a:endParaRPr sz="1400">
              <a:solidFill>
                <a:schemeClr val="lt1"/>
              </a:solidFill>
              <a:latin typeface="Calibri"/>
              <a:ea typeface="Calibri"/>
              <a:cs typeface="Calibri"/>
              <a:sym typeface="Calibri"/>
            </a:endParaRPr>
          </a:p>
        </p:txBody>
      </p:sp>
      <p:cxnSp>
        <p:nvCxnSpPr>
          <p:cNvPr id="1478" name="Google Shape;1478;p69"/>
          <p:cNvCxnSpPr>
            <a:stCxn id="1476" idx="3"/>
            <a:endCxn id="1477" idx="1"/>
          </p:cNvCxnSpPr>
          <p:nvPr/>
        </p:nvCxnSpPr>
        <p:spPr>
          <a:xfrm>
            <a:off x="3870203" y="5489133"/>
            <a:ext cx="3672300" cy="0"/>
          </a:xfrm>
          <a:prstGeom prst="straightConnector1">
            <a:avLst/>
          </a:prstGeom>
          <a:noFill/>
          <a:ln w="9525" cap="flat" cmpd="sng">
            <a:solidFill>
              <a:schemeClr val="accent1"/>
            </a:solidFill>
            <a:prstDash val="solid"/>
            <a:miter lim="800000"/>
            <a:headEnd type="none" w="sm" len="sm"/>
            <a:tailEnd type="none" w="sm" len="sm"/>
          </a:ln>
        </p:spPr>
      </p:cxnSp>
      <p:sp>
        <p:nvSpPr>
          <p:cNvPr id="1479" name="Google Shape;1479;p69"/>
          <p:cNvSpPr txBox="1"/>
          <p:nvPr/>
        </p:nvSpPr>
        <p:spPr>
          <a:xfrm>
            <a:off x="3942211" y="4949073"/>
            <a:ext cx="3600400" cy="46166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chemeClr val="dk1"/>
                </a:solidFill>
                <a:latin typeface="Calibri"/>
                <a:ea typeface="Calibri"/>
                <a:cs typeface="Calibri"/>
                <a:sym typeface="Calibri"/>
              </a:rPr>
              <a:t>1		      0..1</a:t>
            </a:r>
            <a:endParaRPr/>
          </a:p>
        </p:txBody>
      </p:sp>
      <p:sp>
        <p:nvSpPr>
          <p:cNvPr id="11"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12"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10"/>
        <p:cNvGrpSpPr/>
        <p:nvPr/>
      </p:nvGrpSpPr>
      <p:grpSpPr>
        <a:xfrm>
          <a:off x="0" y="0"/>
          <a:ext cx="0" cy="0"/>
          <a:chOff x="0" y="0"/>
          <a:chExt cx="0" cy="0"/>
        </a:xfrm>
      </p:grpSpPr>
      <p:sp>
        <p:nvSpPr>
          <p:cNvPr id="1512" name="Google Shape;1512;p73"/>
          <p:cNvSpPr txBox="1"/>
          <p:nvPr/>
        </p:nvSpPr>
        <p:spPr>
          <a:xfrm>
            <a:off x="224979" y="788088"/>
            <a:ext cx="11806237" cy="56323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RAP framework will contain multiple framework generated values when data comes to us in our ABAP code or when we process the BO instance. All the framework generated parameters starts with %</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%CID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During create mode the primary key of BO instance is not generated, until the save sequence is execute (like late numbering) like in our case the travel id is created after all the validations are passed. We have %CID also known as content id and is used in the OData request to bind the result operation to a name so that it can be referenced in another operation later. I sent a call from my laptop, one of the browser session, so if there is a issue, I only should get the error on my screen.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It is like a temporary primary key which is given by the RAP framework kept in the transaction buffer to track the user session or our BO instance. Later on once the actual key is generated, the %CID will act like a foreign key to associate with session and will sent back to RAP by us to inform RAP that which session does this operation belongs to.</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a:t>
            </a:r>
            <a:r>
              <a:rPr lang="en-US" sz="1800" b="1" dirty="0" err="1">
                <a:solidFill>
                  <a:schemeClr val="dk1"/>
                </a:solidFill>
                <a:latin typeface="Calibri"/>
                <a:ea typeface="Calibri"/>
                <a:cs typeface="Calibri"/>
                <a:sym typeface="Calibri"/>
              </a:rPr>
              <a:t>tkey</a:t>
            </a:r>
            <a:endParaRPr sz="1800" b="1"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When we apply operations on our table like a action. We also receive a table key in our code, and based on that we will reply the RAP that a particular operation on the table was completed. If something goes wrong we will also inform the error to the RAP framework using this table key.</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%key</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For a single operation like Edit, Delete inside the object page, we will also receive the key of the object which we are editing or deleting.</a:t>
            </a:r>
            <a:endParaRPr sz="1800" dirty="0">
              <a:solidFill>
                <a:schemeClr val="dk1"/>
              </a:solidFill>
              <a:latin typeface="Calibri"/>
              <a:ea typeface="Calibri"/>
              <a:cs typeface="Calibri"/>
              <a:sym typeface="Calibri"/>
            </a:endParaRPr>
          </a:p>
        </p:txBody>
      </p:sp>
      <p:sp>
        <p:nvSpPr>
          <p:cNvPr id="1513" name="Google Shape;1513;p73"/>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b="1" dirty="0">
                <a:solidFill>
                  <a:srgbClr val="FFC000"/>
                </a:solidFill>
                <a:latin typeface="Cooper Black" panose="0208090404030B020404" pitchFamily="18" charset="0"/>
                <a:ea typeface="Corben"/>
                <a:cs typeface="Corben"/>
                <a:sym typeface="Corben"/>
              </a:rPr>
              <a:t>Framework Generated IDs</a:t>
            </a:r>
            <a:endParaRPr sz="3599" b="1"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19"/>
        <p:cNvGrpSpPr/>
        <p:nvPr/>
      </p:nvGrpSpPr>
      <p:grpSpPr>
        <a:xfrm>
          <a:off x="0" y="0"/>
          <a:ext cx="0" cy="0"/>
          <a:chOff x="0" y="0"/>
          <a:chExt cx="0" cy="0"/>
        </a:xfrm>
      </p:grpSpPr>
      <p:sp>
        <p:nvSpPr>
          <p:cNvPr id="1521" name="Google Shape;1521;p74"/>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The EML is part of ABAP language that access to RAP BO. Because the consumption of business object via odata protocol requires a Fiori UI or Web API, the EML enables a type-safe access to business object directly. EML interacts with the business object entities (single entity – travel) to perform all the entity operations.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EML can be used to provide behaviour for business object. For example, we can implement an action that first triggers a create and then a update using the EML. It is one of the best way to consume our RAP framework and Business object using plain ABAP code w/o creating any special API or service.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Use cases:</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Consumption of RAP functionality in Plain ABAP</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Testing purpose</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Build special business logic</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Generate test data</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For integration with classic code</a:t>
            </a:r>
            <a:endParaRPr sz="1800">
              <a:solidFill>
                <a:schemeClr val="dk1"/>
              </a:solidFill>
              <a:latin typeface="Calibri"/>
              <a:ea typeface="Calibri"/>
              <a:cs typeface="Calibri"/>
              <a:sym typeface="Calibri"/>
            </a:endParaRPr>
          </a:p>
        </p:txBody>
      </p:sp>
      <p:sp>
        <p:nvSpPr>
          <p:cNvPr id="1522" name="Google Shape;1522;p74"/>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EML – Entity Manipulation Language</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44931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8"/>
        <p:cNvGrpSpPr/>
        <p:nvPr/>
      </p:nvGrpSpPr>
      <p:grpSpPr>
        <a:xfrm>
          <a:off x="0" y="0"/>
          <a:ext cx="0" cy="0"/>
          <a:chOff x="0" y="0"/>
          <a:chExt cx="0" cy="0"/>
        </a:xfrm>
      </p:grpSpPr>
      <p:sp>
        <p:nvSpPr>
          <p:cNvPr id="1530" name="Google Shape;1530;p75"/>
          <p:cNvSpPr txBox="1"/>
          <p:nvPr/>
        </p:nvSpPr>
        <p:spPr>
          <a:xfrm>
            <a:off x="224979" y="788088"/>
            <a:ext cx="11806237"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Read operation</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Read from Root entity and by the key</a:t>
            </a:r>
            <a:endParaRPr/>
          </a:p>
          <a:p>
            <a:pPr marL="285750" marR="0" lvl="0" indent="-285750" algn="l" rtl="0">
              <a:spcBef>
                <a:spcPts val="0"/>
              </a:spcBef>
              <a:spcAft>
                <a:spcPts val="0"/>
              </a:spcAft>
              <a:buClr>
                <a:schemeClr val="dk1"/>
              </a:buClr>
              <a:buSzPts val="1800"/>
              <a:buFont typeface="Arial"/>
              <a:buChar char="•"/>
            </a:pPr>
            <a:r>
              <a:rPr lang="en-US" sz="1800">
                <a:solidFill>
                  <a:schemeClr val="dk1"/>
                </a:solidFill>
                <a:latin typeface="Calibri"/>
                <a:ea typeface="Calibri"/>
                <a:cs typeface="Calibri"/>
                <a:sym typeface="Calibri"/>
              </a:rPr>
              <a:t>Read the root entity with its composition child (travel and booking together)</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 read operation always either returns a RESULT 🡺 capture in a internal table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OR returns an error table called as FAILED 🡺 capture in a internal table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AND returns an table of messages as REPORTED 🡺 capture in a internal table (other messages)</a:t>
            </a:r>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If we use second option we can specify the associated entity using \_AssociationName</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READ ENTITIES OF </a:t>
            </a:r>
            <a:r>
              <a:rPr lang="en-US" sz="1800" b="1">
                <a:solidFill>
                  <a:schemeClr val="dk1"/>
                </a:solidFill>
                <a:latin typeface="Calibri"/>
                <a:ea typeface="Calibri"/>
                <a:cs typeface="Calibri"/>
                <a:sym typeface="Calibri"/>
              </a:rPr>
              <a:t>RootEntityName</a:t>
            </a:r>
            <a:endParaRPr sz="1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ENTITY </a:t>
            </a:r>
            <a:r>
              <a:rPr lang="en-US" sz="1800" b="1">
                <a:solidFill>
                  <a:schemeClr val="dk1"/>
                </a:solidFill>
                <a:latin typeface="Calibri"/>
                <a:ea typeface="Calibri"/>
                <a:cs typeface="Calibri"/>
                <a:sym typeface="Calibri"/>
              </a:rPr>
              <a:t>EntityAlias </a:t>
            </a:r>
            <a:r>
              <a:rPr lang="en-US" sz="1800">
                <a:solidFill>
                  <a:schemeClr val="dk1"/>
                </a:solidFill>
                <a:latin typeface="Calibri"/>
                <a:ea typeface="Calibri"/>
                <a:cs typeface="Calibri"/>
                <a:sym typeface="Calibri"/>
              </a:rPr>
              <a:t>FROM keys ---(primary key value)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RESULT lt_result</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BY </a:t>
            </a:r>
            <a:r>
              <a:rPr lang="en-US" sz="1800" b="1">
                <a:solidFill>
                  <a:schemeClr val="dk1"/>
                </a:solidFill>
                <a:latin typeface="Calibri"/>
                <a:ea typeface="Calibri"/>
                <a:cs typeface="Calibri"/>
                <a:sym typeface="Calibri"/>
              </a:rPr>
              <a:t>\_Composition </a:t>
            </a:r>
            <a:r>
              <a:rPr lang="en-US" sz="1800">
                <a:solidFill>
                  <a:schemeClr val="dk1"/>
                </a:solidFill>
                <a:latin typeface="Calibri"/>
                <a:ea typeface="Calibri"/>
                <a:cs typeface="Calibri"/>
                <a:sym typeface="Calibri"/>
              </a:rPr>
              <a:t>FROM child_keys</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RESULT lt_result_child</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FAILED lt_failed</a:t>
            </a:r>
            <a:endParaRPr sz="180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REPORTED lt_reported.</a:t>
            </a:r>
            <a:endParaRPr sz="1800">
              <a:solidFill>
                <a:schemeClr val="dk1"/>
              </a:solidFill>
              <a:latin typeface="Calibri"/>
              <a:ea typeface="Calibri"/>
              <a:cs typeface="Calibri"/>
              <a:sym typeface="Calibri"/>
            </a:endParaRPr>
          </a:p>
        </p:txBody>
      </p:sp>
      <p:sp>
        <p:nvSpPr>
          <p:cNvPr id="1531" name="Google Shape;1531;p7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Syntax for EML</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58182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37"/>
        <p:cNvGrpSpPr/>
        <p:nvPr/>
      </p:nvGrpSpPr>
      <p:grpSpPr>
        <a:xfrm>
          <a:off x="0" y="0"/>
          <a:ext cx="0" cy="0"/>
          <a:chOff x="0" y="0"/>
          <a:chExt cx="0" cy="0"/>
        </a:xfrm>
      </p:grpSpPr>
      <p:sp>
        <p:nvSpPr>
          <p:cNvPr id="1539" name="Google Shape;1539;p76"/>
          <p:cNvSpPr txBox="1"/>
          <p:nvPr/>
        </p:nvSpPr>
        <p:spPr>
          <a:xfrm>
            <a:off x="224979" y="836712"/>
            <a:ext cx="11806237" cy="44012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800">
                <a:solidFill>
                  <a:schemeClr val="dk1"/>
                </a:solidFill>
                <a:latin typeface="Calibri"/>
                <a:ea typeface="Calibri"/>
                <a:cs typeface="Calibri"/>
                <a:sym typeface="Calibri"/>
              </a:rPr>
              <a:t>MODIFY ENTITY OF </a:t>
            </a:r>
            <a:r>
              <a:rPr lang="en-US" sz="2800" b="1">
                <a:solidFill>
                  <a:schemeClr val="dk1"/>
                </a:solidFill>
                <a:latin typeface="Calibri"/>
                <a:ea typeface="Calibri"/>
                <a:cs typeface="Calibri"/>
                <a:sym typeface="Calibri"/>
              </a:rPr>
              <a:t>EntityName</a:t>
            </a:r>
            <a:r>
              <a:rPr lang="en-US" sz="2800">
                <a:solidFill>
                  <a:schemeClr val="dk1"/>
                </a:solidFill>
                <a:latin typeface="Calibri"/>
                <a:ea typeface="Calibri"/>
                <a:cs typeface="Calibri"/>
                <a:sym typeface="Calibri"/>
              </a:rPr>
              <a:t> AS alias_name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ENTITY </a:t>
            </a:r>
            <a:r>
              <a:rPr lang="en-US" sz="2800" b="1">
                <a:solidFill>
                  <a:schemeClr val="dk1"/>
                </a:solidFill>
                <a:latin typeface="Calibri"/>
                <a:ea typeface="Calibri"/>
                <a:cs typeface="Calibri"/>
                <a:sym typeface="Calibri"/>
              </a:rPr>
              <a:t>EntityName</a:t>
            </a:r>
            <a:endParaRPr sz="2800" b="1">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CREATE FROM lt_create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UPDATE FROM lt_update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DELETE FROM lt_delete</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CREATE BY </a:t>
            </a:r>
            <a:r>
              <a:rPr lang="en-US" sz="2800" b="1">
                <a:solidFill>
                  <a:schemeClr val="dk1"/>
                </a:solidFill>
                <a:latin typeface="Calibri"/>
                <a:ea typeface="Calibri"/>
                <a:cs typeface="Calibri"/>
                <a:sym typeface="Calibri"/>
              </a:rPr>
              <a:t>\_AssociationName</a:t>
            </a:r>
            <a:r>
              <a:rPr lang="en-US" sz="2800">
                <a:solidFill>
                  <a:schemeClr val="dk1"/>
                </a:solidFill>
                <a:latin typeface="Calibri"/>
                <a:ea typeface="Calibri"/>
                <a:cs typeface="Calibri"/>
                <a:sym typeface="Calibri"/>
              </a:rPr>
              <a:t> FROM lt_instance_cba</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RESULT lt_result</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FAILED lt_failed</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REPORTED lt_messages</a:t>
            </a:r>
            <a:endParaRPr sz="2800">
              <a:solidFill>
                <a:schemeClr val="dk1"/>
              </a:solidFill>
              <a:latin typeface="Calibri"/>
              <a:ea typeface="Calibri"/>
              <a:cs typeface="Calibri"/>
              <a:sym typeface="Calibri"/>
            </a:endParaRPr>
          </a:p>
          <a:p>
            <a:pPr marL="0" marR="0" lvl="0" indent="0" algn="l" rtl="0">
              <a:spcBef>
                <a:spcPts val="0"/>
              </a:spcBef>
              <a:spcAft>
                <a:spcPts val="0"/>
              </a:spcAft>
              <a:buNone/>
            </a:pPr>
            <a:r>
              <a:rPr lang="en-US" sz="2800">
                <a:solidFill>
                  <a:schemeClr val="dk1"/>
                </a:solidFill>
                <a:latin typeface="Calibri"/>
                <a:ea typeface="Calibri"/>
                <a:cs typeface="Calibri"/>
                <a:sym typeface="Calibri"/>
              </a:rPr>
              <a:t>MAPPED lt_mapped. </a:t>
            </a:r>
            <a:endParaRPr/>
          </a:p>
        </p:txBody>
      </p:sp>
      <p:sp>
        <p:nvSpPr>
          <p:cNvPr id="1540" name="Google Shape;1540;p7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Update and Delete operations</a:t>
            </a:r>
            <a:endParaRPr sz="3599" dirty="0">
              <a:solidFill>
                <a:srgbClr val="FFC000"/>
              </a:solidFill>
              <a:latin typeface="Cooper Black" panose="0208090404030B020404" pitchFamily="18" charset="0"/>
              <a:ea typeface="Corben"/>
              <a:cs typeface="Corben"/>
              <a:sym typeface="Corben"/>
            </a:endParaRPr>
          </a:p>
        </p:txBody>
      </p:sp>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pic>
        <p:nvPicPr>
          <p:cNvPr id="8"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85142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a:t>
            </a:r>
            <a:r>
              <a:rPr lang="en-US" sz="5400" b="1" dirty="0">
                <a:solidFill>
                  <a:srgbClr val="75C042"/>
                </a:solidFill>
                <a:latin typeface="Segoe UI" panose="020B0502040204020203" pitchFamily="34" charset="0"/>
                <a:ea typeface="Calibri Light" charset="0"/>
                <a:cs typeface="Segoe UI" panose="020B0502040204020203" pitchFamily="34" charset="0"/>
              </a:rPr>
              <a:t>11</a:t>
            </a:r>
            <a:endPar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endParaRP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4_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1855</TotalTime>
  <Words>1382</Words>
  <Application>Microsoft Office PowerPoint</Application>
  <PresentationFormat>Custom</PresentationFormat>
  <Paragraphs>146</Paragraphs>
  <Slides>13</Slides>
  <Notes>10</Notes>
  <HiddenSlides>0</HiddenSlides>
  <MMClips>0</MMClips>
  <ScaleCrop>false</ScaleCrop>
  <HeadingPairs>
    <vt:vector size="6" baseType="variant">
      <vt:variant>
        <vt:lpstr>Fonts Used</vt:lpstr>
      </vt:variant>
      <vt:variant>
        <vt:i4>11</vt:i4>
      </vt:variant>
      <vt:variant>
        <vt:lpstr>Theme</vt:lpstr>
      </vt:variant>
      <vt:variant>
        <vt:i4>4</vt:i4>
      </vt:variant>
      <vt:variant>
        <vt:lpstr>Slide Titles</vt:lpstr>
      </vt:variant>
      <vt:variant>
        <vt:i4>13</vt:i4>
      </vt:variant>
    </vt:vector>
  </HeadingPairs>
  <TitlesOfParts>
    <vt:vector size="28" baseType="lpstr">
      <vt:lpstr>Cambria</vt:lpstr>
      <vt:lpstr>Open Sans</vt:lpstr>
      <vt:lpstr>Quattrocento Sans</vt:lpstr>
      <vt:lpstr>Arial Black</vt:lpstr>
      <vt:lpstr>Arial</vt:lpstr>
      <vt:lpstr>Cooper Black</vt:lpstr>
      <vt:lpstr>Segoe UI Light</vt:lpstr>
      <vt:lpstr>Meiryo</vt:lpstr>
      <vt:lpstr>Segoe UI</vt:lpstr>
      <vt:lpstr>Calibri</vt:lpstr>
      <vt:lpstr>Corben</vt:lpstr>
      <vt:lpstr>Office Theme</vt:lpstr>
      <vt:lpstr>2_Office Theme</vt:lpstr>
      <vt:lpstr>3_Office Theme</vt:lpstr>
      <vt:lpstr>4_Office Theme</vt:lpstr>
      <vt:lpstr>SAP BTP ABAP  on Cloud / RAP  Training</vt:lpstr>
      <vt:lpstr>PowerPoint Presentation</vt:lpstr>
      <vt:lpstr>PowerPoint Presentation</vt:lpstr>
      <vt:lpstr>PowerPoint Presentation</vt:lpstr>
      <vt:lpstr>PowerPoint Presentation</vt:lpstr>
      <vt:lpstr>Annotation Documentation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81</cp:revision>
  <dcterms:created xsi:type="dcterms:W3CDTF">2023-10-03T21:33:12Z</dcterms:created>
  <dcterms:modified xsi:type="dcterms:W3CDTF">2025-05-15T07:45:08Z</dcterms:modified>
</cp:coreProperties>
</file>